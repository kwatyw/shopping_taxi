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y="5143500" cx="9144000"/>
  <p:notesSz cx="6858000" cy="9144000"/>
  <p:embeddedFontLst>
    <p:embeddedFont>
      <p:font typeface="Roboto Serif"/>
      <p:regular r:id="rId23"/>
      <p:bold r:id="rId24"/>
      <p:italic r:id="rId25"/>
      <p:boldItalic r:id="rId26"/>
    </p:embeddedFont>
    <p:embeddedFont>
      <p:font typeface="Lexend ExtraBold"/>
      <p:bold r:id="rId27"/>
    </p:embeddedFont>
    <p:embeddedFont>
      <p:font typeface="Montserrat"/>
      <p:regular r:id="rId28"/>
      <p:bold r:id="rId29"/>
      <p:italic r:id="rId30"/>
      <p:boldItalic r:id="rId31"/>
    </p:embeddedFont>
    <p:embeddedFont>
      <p:font typeface="Alata"/>
      <p:regular r:id="rId32"/>
    </p:embeddedFont>
    <p:embeddedFont>
      <p:font typeface="Roboto Serif ExtraBold"/>
      <p:bold r:id="rId33"/>
      <p:boldItalic r:id="rId34"/>
    </p:embeddedFont>
    <p:embeddedFont>
      <p:font typeface="DM Sans Black"/>
      <p:bold r:id="rId35"/>
      <p:boldItalic r:id="rId36"/>
    </p:embeddedFont>
    <p:embeddedFont>
      <p:font typeface="PT Sans"/>
      <p:regular r:id="rId37"/>
      <p:bold r:id="rId38"/>
      <p:italic r:id="rId39"/>
      <p:boldItalic r:id="rId40"/>
    </p:embeddedFont>
    <p:embeddedFont>
      <p:font typeface="DM Sans"/>
      <p:regular r:id="rId41"/>
      <p:bold r:id="rId42"/>
      <p:italic r:id="rId43"/>
      <p:boldItalic r:id="rId44"/>
    </p:embeddedFont>
    <p:embeddedFont>
      <p:font typeface="Roboto Serif SemiBold"/>
      <p:regular r:id="rId45"/>
      <p:bold r:id="rId46"/>
      <p:italic r:id="rId47"/>
      <p:boldItalic r:id="rId48"/>
    </p:embeddedFont>
    <p:embeddedFont>
      <p:font typeface="Roboto Serif Black"/>
      <p:bold r:id="rId49"/>
      <p:boldItalic r:id="rId50"/>
    </p:embeddedFont>
    <p:embeddedFont>
      <p:font typeface="Roboto Serif Medium"/>
      <p:regular r:id="rId51"/>
      <p:bold r:id="rId52"/>
      <p:italic r:id="rId53"/>
      <p:boldItalic r:id="rId5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  <p:ext uri="GoogleSlidesCustomDataVersion2">
      <go:slidesCustomData xmlns:go="http://customooxmlschemas.google.com/" r:id="rId55" roundtripDataSignature="AMtx7mgFIphLdBB4JGYGT5YEE+szQuUyE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EC2304D-DB54-4A91-B49F-95A18F496021}">
  <a:tblStyle styleId="{1EC2304D-DB54-4A91-B49F-95A18F496021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PTSans-boldItalic.fntdata"/><Relationship Id="rId42" Type="http://schemas.openxmlformats.org/officeDocument/2006/relationships/font" Target="fonts/DMSans-bold.fntdata"/><Relationship Id="rId41" Type="http://schemas.openxmlformats.org/officeDocument/2006/relationships/font" Target="fonts/DMSans-regular.fntdata"/><Relationship Id="rId44" Type="http://schemas.openxmlformats.org/officeDocument/2006/relationships/font" Target="fonts/DMSans-boldItalic.fntdata"/><Relationship Id="rId43" Type="http://schemas.openxmlformats.org/officeDocument/2006/relationships/font" Target="fonts/DMSans-italic.fntdata"/><Relationship Id="rId46" Type="http://schemas.openxmlformats.org/officeDocument/2006/relationships/font" Target="fonts/RobotoSerifSemiBold-bold.fntdata"/><Relationship Id="rId45" Type="http://schemas.openxmlformats.org/officeDocument/2006/relationships/font" Target="fonts/RobotoSerifSemiBold-regular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RobotoSerifSemiBold-boldItalic.fntdata"/><Relationship Id="rId47" Type="http://schemas.openxmlformats.org/officeDocument/2006/relationships/font" Target="fonts/RobotoSerifSemiBold-italic.fntdata"/><Relationship Id="rId49" Type="http://schemas.openxmlformats.org/officeDocument/2006/relationships/font" Target="fonts/RobotoSerifBlack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Montserrat-boldItalic.fntdata"/><Relationship Id="rId30" Type="http://schemas.openxmlformats.org/officeDocument/2006/relationships/font" Target="fonts/Montserrat-italic.fntdata"/><Relationship Id="rId33" Type="http://schemas.openxmlformats.org/officeDocument/2006/relationships/font" Target="fonts/RobotoSerifExtraBold-bold.fntdata"/><Relationship Id="rId32" Type="http://schemas.openxmlformats.org/officeDocument/2006/relationships/font" Target="fonts/Alata-regular.fntdata"/><Relationship Id="rId35" Type="http://schemas.openxmlformats.org/officeDocument/2006/relationships/font" Target="fonts/DMSansBlack-bold.fntdata"/><Relationship Id="rId34" Type="http://schemas.openxmlformats.org/officeDocument/2006/relationships/font" Target="fonts/RobotoSerifExtraBold-boldItalic.fntdata"/><Relationship Id="rId37" Type="http://schemas.openxmlformats.org/officeDocument/2006/relationships/font" Target="fonts/PTSans-regular.fntdata"/><Relationship Id="rId36" Type="http://schemas.openxmlformats.org/officeDocument/2006/relationships/font" Target="fonts/DMSansBlack-boldItalic.fntdata"/><Relationship Id="rId39" Type="http://schemas.openxmlformats.org/officeDocument/2006/relationships/font" Target="fonts/PTSans-italic.fntdata"/><Relationship Id="rId38" Type="http://schemas.openxmlformats.org/officeDocument/2006/relationships/font" Target="fonts/PTSans-bold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font" Target="fonts/RobotoSerif-bold.fntdata"/><Relationship Id="rId23" Type="http://schemas.openxmlformats.org/officeDocument/2006/relationships/font" Target="fonts/RobotoSerif-regular.fntdata"/><Relationship Id="rId26" Type="http://schemas.openxmlformats.org/officeDocument/2006/relationships/font" Target="fonts/RobotoSerif-boldItalic.fntdata"/><Relationship Id="rId25" Type="http://schemas.openxmlformats.org/officeDocument/2006/relationships/font" Target="fonts/RobotoSerif-italic.fntdata"/><Relationship Id="rId28" Type="http://schemas.openxmlformats.org/officeDocument/2006/relationships/font" Target="fonts/Montserrat-regular.fntdata"/><Relationship Id="rId27" Type="http://schemas.openxmlformats.org/officeDocument/2006/relationships/font" Target="fonts/LexendExtraBold-bold.fntdata"/><Relationship Id="rId29" Type="http://schemas.openxmlformats.org/officeDocument/2006/relationships/font" Target="fonts/Montserrat-bold.fntdata"/><Relationship Id="rId51" Type="http://schemas.openxmlformats.org/officeDocument/2006/relationships/font" Target="fonts/RobotoSerifMedium-regular.fntdata"/><Relationship Id="rId50" Type="http://schemas.openxmlformats.org/officeDocument/2006/relationships/font" Target="fonts/RobotoSerifBlack-boldItalic.fntdata"/><Relationship Id="rId53" Type="http://schemas.openxmlformats.org/officeDocument/2006/relationships/font" Target="fonts/RobotoSerifMedium-italic.fntdata"/><Relationship Id="rId52" Type="http://schemas.openxmlformats.org/officeDocument/2006/relationships/font" Target="fonts/RobotoSerifMedium-bold.fntdata"/><Relationship Id="rId11" Type="http://schemas.openxmlformats.org/officeDocument/2006/relationships/slide" Target="slides/slide5.xml"/><Relationship Id="rId55" Type="http://customschemas.google.com/relationships/presentationmetadata" Target="metadata"/><Relationship Id="rId10" Type="http://schemas.openxmlformats.org/officeDocument/2006/relationships/slide" Target="slides/slide4.xml"/><Relationship Id="rId54" Type="http://schemas.openxmlformats.org/officeDocument/2006/relationships/font" Target="fonts/RobotoSerifMedium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6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8" name="Google Shape;58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6" name="Shape 6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Google Shape;667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8" name="Google Shape;66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4" name="Shape 6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5" name="Google Shape;695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6" name="Google Shape;69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8" name="Shape 7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9" name="Google Shape;719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20" name="Google Shape;7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0" name="Google Shape;77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4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2c46d4357d6_0_14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2c46d4357d6_0_14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2" name="Shape 9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3" name="Google Shape;973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4" name="Google Shape;974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5" name="Shape 10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6" name="Google Shape;103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37" name="Google Shape;10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8" name="Shape 10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9" name="Google Shape;1069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70" name="Google Shape;1070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0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62" name="Google Shape;116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6" name="Shape 1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" name="Google Shape;1187;g2c6c66c65f3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88" name="Google Shape;1188;g2c6c66c65f3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9" name="Shape 1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0" name="Google Shape;1210;g2c6c66c65f3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11" name="Google Shape;1211;g2c6c66c65f3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0" name="Shape 1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1" name="Google Shape;1231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32" name="Google Shape;123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4" name="Shape 1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5" name="Google Shape;126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66" name="Google Shape;126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4" name="Shape 1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5" name="Google Shape;1345;g2c46d4357d6_0_25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46" name="Google Shape;1346;g2c46d4357d6_0_25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5" name="Shape 1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6" name="Google Shape;1366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7" name="Google Shape;136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s://www.flaticon.com/?utm_source=slidesgo_template&amp;utm_medium=referral-link&amp;utm_campaign=promo-slide&amp;utm_term=slidesgo&amp;utm_content=flaticon" TargetMode="External"/><Relationship Id="rId4" Type="http://schemas.openxmlformats.org/officeDocument/2006/relationships/hyperlink" Target="https://www.freepik.com/?utm_source=slidesgo_template&amp;utm_medium=referral-link&amp;utm_campaign=promo-slide&amp;utm_term=slidesgo&amp;utm_content=freepik" TargetMode="External"/><Relationship Id="rId5" Type="http://schemas.openxmlformats.org/officeDocument/2006/relationships/hyperlink" Target="https://www.freepik.com/?utm_source=slidesgo_template&amp;utm_medium=referral-link&amp;utm_campaign=promo-slide&amp;utm_term=slidesgo&amp;utm_content=freepik" TargetMode="Externa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14"/>
          <p:cNvSpPr txBox="1"/>
          <p:nvPr>
            <p:ph type="ctrTitle"/>
          </p:nvPr>
        </p:nvSpPr>
        <p:spPr>
          <a:xfrm>
            <a:off x="715850" y="1245025"/>
            <a:ext cx="4629900" cy="2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0" name="Google Shape;10;p14"/>
          <p:cNvSpPr txBox="1"/>
          <p:nvPr>
            <p:ph idx="1" type="subTitle"/>
          </p:nvPr>
        </p:nvSpPr>
        <p:spPr>
          <a:xfrm>
            <a:off x="846050" y="3608975"/>
            <a:ext cx="4194900" cy="4758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14"/>
          <p:cNvSpPr txBox="1"/>
          <p:nvPr>
            <p:ph idx="2" type="subTitle"/>
          </p:nvPr>
        </p:nvSpPr>
        <p:spPr>
          <a:xfrm>
            <a:off x="7200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2" name="Google Shape;12;p14"/>
          <p:cNvSpPr txBox="1"/>
          <p:nvPr>
            <p:ph idx="3" type="subTitle"/>
          </p:nvPr>
        </p:nvSpPr>
        <p:spPr>
          <a:xfrm>
            <a:off x="2143775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13" name="Google Shape;13;p14"/>
          <p:cNvGrpSpPr/>
          <p:nvPr/>
        </p:nvGrpSpPr>
        <p:grpSpPr>
          <a:xfrm>
            <a:off x="715861" y="4513500"/>
            <a:ext cx="1368529" cy="300900"/>
            <a:chOff x="7055224" y="4513500"/>
            <a:chExt cx="1368529" cy="300900"/>
          </a:xfrm>
        </p:grpSpPr>
        <p:grpSp>
          <p:nvGrpSpPr>
            <p:cNvPr id="14" name="Google Shape;14;p14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15" name="Google Shape;15;p14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6" name="Google Shape;16;p14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" name="Google Shape;17;p14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" name="Google Shape;18;p14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" name="Google Shape;19;p14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0" name="Google Shape;20;p14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" name="Google Shape;21;p14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" name="Google Shape;22;p14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" name="Google Shape;23;p14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4" name="Google Shape;24;p14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" name="Google Shape;25;p14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" name="Google Shape;26;p14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7" name="Google Shape;27;p14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8" name="Google Shape;28;p14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" name="Google Shape;29;p14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" name="Google Shape;30;p14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1" name="Google Shape;31;p14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2" name="Google Shape;32;p14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33" name="Google Shape;33;p14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4" name="Google Shape;34;p14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5" name="Google Shape;35;p14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" name="Google Shape;36;p14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" name="Google Shape;37;p14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8" name="Google Shape;38;p14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9" name="Google Shape;39;p14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0" name="Google Shape;40;p14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1" name="Google Shape;41;p14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2" name="Google Shape;42;p14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3" name="Google Shape;43;p14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4" name="Google Shape;44;p14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45" name="Google Shape;45;p14"/>
          <p:cNvCxnSpPr/>
          <p:nvPr/>
        </p:nvCxnSpPr>
        <p:spPr>
          <a:xfrm rot="10800000">
            <a:off x="776075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FA7B17"/>
          </p15:clr>
        </p15:guide>
        <p15:guide id="2" pos="2880">
          <p15:clr>
            <a:srgbClr val="FA7B17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6_2_1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5"/>
          <p:cNvSpPr txBox="1"/>
          <p:nvPr>
            <p:ph type="title"/>
          </p:nvPr>
        </p:nvSpPr>
        <p:spPr>
          <a:xfrm>
            <a:off x="720000" y="44522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8" name="Google Shape;48;p15"/>
          <p:cNvSpPr txBox="1"/>
          <p:nvPr>
            <p:ph idx="1" type="subTitle"/>
          </p:nvPr>
        </p:nvSpPr>
        <p:spPr>
          <a:xfrm>
            <a:off x="937700" y="3567875"/>
            <a:ext cx="2175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5"/>
          <p:cNvSpPr txBox="1"/>
          <p:nvPr>
            <p:ph idx="2" type="subTitle"/>
          </p:nvPr>
        </p:nvSpPr>
        <p:spPr>
          <a:xfrm>
            <a:off x="3484422" y="3567875"/>
            <a:ext cx="2175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15"/>
          <p:cNvSpPr txBox="1"/>
          <p:nvPr>
            <p:ph idx="3" type="subTitle"/>
          </p:nvPr>
        </p:nvSpPr>
        <p:spPr>
          <a:xfrm>
            <a:off x="6031150" y="3567875"/>
            <a:ext cx="2175300" cy="6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5"/>
          <p:cNvSpPr txBox="1"/>
          <p:nvPr>
            <p:ph idx="4" type="subTitle"/>
          </p:nvPr>
        </p:nvSpPr>
        <p:spPr>
          <a:xfrm>
            <a:off x="937700" y="3142930"/>
            <a:ext cx="2175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52" name="Google Shape;52;p15"/>
          <p:cNvSpPr txBox="1"/>
          <p:nvPr>
            <p:ph idx="5" type="subTitle"/>
          </p:nvPr>
        </p:nvSpPr>
        <p:spPr>
          <a:xfrm>
            <a:off x="3477488" y="3142930"/>
            <a:ext cx="2175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53" name="Google Shape;53;p15"/>
          <p:cNvSpPr txBox="1"/>
          <p:nvPr>
            <p:ph idx="6" type="subTitle"/>
          </p:nvPr>
        </p:nvSpPr>
        <p:spPr>
          <a:xfrm>
            <a:off x="6031138" y="3142930"/>
            <a:ext cx="2175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cxnSp>
        <p:nvCxnSpPr>
          <p:cNvPr id="54" name="Google Shape;54;p15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57" name="Google Shape;57;p16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13_1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7"/>
          <p:cNvSpPr txBox="1"/>
          <p:nvPr>
            <p:ph type="title"/>
          </p:nvPr>
        </p:nvSpPr>
        <p:spPr>
          <a:xfrm>
            <a:off x="720000" y="1510975"/>
            <a:ext cx="31461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0" name="Google Shape;60;p17"/>
          <p:cNvSpPr txBox="1"/>
          <p:nvPr>
            <p:ph idx="1" type="subTitle"/>
          </p:nvPr>
        </p:nvSpPr>
        <p:spPr>
          <a:xfrm>
            <a:off x="720000" y="2691425"/>
            <a:ext cx="3146100" cy="11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1" name="Google Shape;61;p17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2" name="Google Shape;62;p17"/>
          <p:cNvCxnSpPr/>
          <p:nvPr/>
        </p:nvCxnSpPr>
        <p:spPr>
          <a:xfrm rot="10800000">
            <a:off x="7760775" y="469548"/>
            <a:ext cx="6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8"/>
          <p:cNvSpPr txBox="1"/>
          <p:nvPr>
            <p:ph type="title"/>
          </p:nvPr>
        </p:nvSpPr>
        <p:spPr>
          <a:xfrm>
            <a:off x="4985725" y="1719600"/>
            <a:ext cx="3198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65" name="Google Shape;65;p18"/>
          <p:cNvSpPr txBox="1"/>
          <p:nvPr>
            <p:ph idx="1" type="subTitle"/>
          </p:nvPr>
        </p:nvSpPr>
        <p:spPr>
          <a:xfrm>
            <a:off x="4985800" y="2379450"/>
            <a:ext cx="3198000" cy="115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66" name="Google Shape;66;p18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7" name="Google Shape;67;p18"/>
          <p:cNvCxnSpPr/>
          <p:nvPr/>
        </p:nvCxnSpPr>
        <p:spPr>
          <a:xfrm rot="10800000">
            <a:off x="720025" y="469548"/>
            <a:ext cx="6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5">
  <p:cSld name="CUSTOM_4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9"/>
          <p:cNvSpPr txBox="1"/>
          <p:nvPr>
            <p:ph type="title"/>
          </p:nvPr>
        </p:nvSpPr>
        <p:spPr>
          <a:xfrm>
            <a:off x="872400" y="1874450"/>
            <a:ext cx="3187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70" name="Google Shape;70;p19"/>
          <p:cNvSpPr txBox="1"/>
          <p:nvPr>
            <p:ph idx="1" type="subTitle"/>
          </p:nvPr>
        </p:nvSpPr>
        <p:spPr>
          <a:xfrm>
            <a:off x="872400" y="2550450"/>
            <a:ext cx="3187800" cy="1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71" name="Google Shape;71;p19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72" name="Google Shape;72;p19"/>
          <p:cNvCxnSpPr/>
          <p:nvPr/>
        </p:nvCxnSpPr>
        <p:spPr>
          <a:xfrm rot="10800000">
            <a:off x="7760775" y="469548"/>
            <a:ext cx="6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75" name="Google Shape;75;p20"/>
          <p:cNvSpPr txBox="1"/>
          <p:nvPr>
            <p:ph idx="1" type="subTitle"/>
          </p:nvPr>
        </p:nvSpPr>
        <p:spPr>
          <a:xfrm>
            <a:off x="4808667" y="3223150"/>
            <a:ext cx="30246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6" name="Google Shape;76;p20"/>
          <p:cNvSpPr txBox="1"/>
          <p:nvPr>
            <p:ph idx="2" type="subTitle"/>
          </p:nvPr>
        </p:nvSpPr>
        <p:spPr>
          <a:xfrm>
            <a:off x="1311061" y="3223150"/>
            <a:ext cx="3023700" cy="102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7" name="Google Shape;77;p20"/>
          <p:cNvSpPr txBox="1"/>
          <p:nvPr>
            <p:ph idx="3" type="subTitle"/>
          </p:nvPr>
        </p:nvSpPr>
        <p:spPr>
          <a:xfrm>
            <a:off x="1311050" y="2725527"/>
            <a:ext cx="30237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78" name="Google Shape;78;p20"/>
          <p:cNvSpPr txBox="1"/>
          <p:nvPr>
            <p:ph idx="4" type="subTitle"/>
          </p:nvPr>
        </p:nvSpPr>
        <p:spPr>
          <a:xfrm>
            <a:off x="4808983" y="2725527"/>
            <a:ext cx="3023700" cy="507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cxnSp>
        <p:nvCxnSpPr>
          <p:cNvPr id="79" name="Google Shape;79;p20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720000" y="1151375"/>
            <a:ext cx="7704000" cy="37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3" name="Google Shape;83;p21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2"/>
          <p:cNvSpPr txBox="1"/>
          <p:nvPr>
            <p:ph type="title"/>
          </p:nvPr>
        </p:nvSpPr>
        <p:spPr>
          <a:xfrm>
            <a:off x="2391900" y="3335213"/>
            <a:ext cx="43602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6" name="Google Shape;86;p22"/>
          <p:cNvSpPr txBox="1"/>
          <p:nvPr>
            <p:ph idx="1" type="subTitle"/>
          </p:nvPr>
        </p:nvSpPr>
        <p:spPr>
          <a:xfrm>
            <a:off x="1896875" y="1230650"/>
            <a:ext cx="53502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87" name="Google Shape;87;p22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88" name="Google Shape;88;p22"/>
          <p:cNvGrpSpPr/>
          <p:nvPr/>
        </p:nvGrpSpPr>
        <p:grpSpPr>
          <a:xfrm>
            <a:off x="720011" y="319100"/>
            <a:ext cx="1368529" cy="300900"/>
            <a:chOff x="7055224" y="4513500"/>
            <a:chExt cx="1368529" cy="300900"/>
          </a:xfrm>
        </p:grpSpPr>
        <p:grpSp>
          <p:nvGrpSpPr>
            <p:cNvPr id="89" name="Google Shape;89;p22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90" name="Google Shape;90;p22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1" name="Google Shape;91;p22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2" name="Google Shape;92;p22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3" name="Google Shape;93;p22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4" name="Google Shape;94;p22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5" name="Google Shape;95;p22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6" name="Google Shape;96;p22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7" name="Google Shape;97;p22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" name="Google Shape;98;p22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" name="Google Shape;99;p22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" name="Google Shape;100;p22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1" name="Google Shape;101;p22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2" name="Google Shape;102;p22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3" name="Google Shape;103;p22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4" name="Google Shape;104;p22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5" name="Google Shape;105;p22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6" name="Google Shape;106;p22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7" name="Google Shape;107;p22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8" name="Google Shape;108;p22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9" name="Google Shape;109;p22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0" name="Google Shape;110;p22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1" name="Google Shape;111;p22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2" name="Google Shape;112;p22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3" name="Google Shape;113;p22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4" name="Google Shape;114;p22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5" name="Google Shape;115;p22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6" name="Google Shape;116;p22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7" name="Google Shape;117;p22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8" name="Google Shape;118;p22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19" name="Google Shape;119;p22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20" name="Google Shape;120;p22"/>
          <p:cNvCxnSpPr/>
          <p:nvPr/>
        </p:nvCxnSpPr>
        <p:spPr>
          <a:xfrm rot="10800000">
            <a:off x="7760759" y="4695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_1_1"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123" name="Google Shape;123;p23"/>
          <p:cNvSpPr txBox="1"/>
          <p:nvPr>
            <p:ph idx="1" type="subTitle"/>
          </p:nvPr>
        </p:nvSpPr>
        <p:spPr>
          <a:xfrm>
            <a:off x="4766982" y="1439025"/>
            <a:ext cx="3264300" cy="27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2" type="subTitle"/>
          </p:nvPr>
        </p:nvSpPr>
        <p:spPr>
          <a:xfrm>
            <a:off x="1112712" y="1439025"/>
            <a:ext cx="3264300" cy="27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125" name="Google Shape;125;p23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4"/>
          <p:cNvSpPr txBox="1"/>
          <p:nvPr>
            <p:ph idx="1" type="body"/>
          </p:nvPr>
        </p:nvSpPr>
        <p:spPr>
          <a:xfrm>
            <a:off x="720000" y="1778800"/>
            <a:ext cx="3876900" cy="23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4"/>
          <p:cNvSpPr txBox="1"/>
          <p:nvPr>
            <p:ph type="title"/>
          </p:nvPr>
        </p:nvSpPr>
        <p:spPr>
          <a:xfrm>
            <a:off x="720000" y="445784"/>
            <a:ext cx="38769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129" name="Google Shape;129;p24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5"/>
          <p:cNvSpPr txBox="1"/>
          <p:nvPr>
            <p:ph type="title"/>
          </p:nvPr>
        </p:nvSpPr>
        <p:spPr>
          <a:xfrm>
            <a:off x="720000" y="2184588"/>
            <a:ext cx="3739200" cy="14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32" name="Google Shape;132;p25"/>
          <p:cNvSpPr txBox="1"/>
          <p:nvPr>
            <p:ph idx="2" type="title"/>
          </p:nvPr>
        </p:nvSpPr>
        <p:spPr>
          <a:xfrm>
            <a:off x="792275" y="975750"/>
            <a:ext cx="997200" cy="9837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133" name="Google Shape;133;p25"/>
          <p:cNvSpPr txBox="1"/>
          <p:nvPr>
            <p:ph idx="1" type="subTitle"/>
          </p:nvPr>
        </p:nvSpPr>
        <p:spPr>
          <a:xfrm>
            <a:off x="720000" y="3606538"/>
            <a:ext cx="2424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134" name="Google Shape;134;p25"/>
          <p:cNvSpPr txBox="1"/>
          <p:nvPr>
            <p:ph idx="3" type="subTitle"/>
          </p:nvPr>
        </p:nvSpPr>
        <p:spPr>
          <a:xfrm>
            <a:off x="7200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35" name="Google Shape;135;p25"/>
          <p:cNvSpPr txBox="1"/>
          <p:nvPr>
            <p:ph idx="4" type="subTitle"/>
          </p:nvPr>
        </p:nvSpPr>
        <p:spPr>
          <a:xfrm>
            <a:off x="2147925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136" name="Google Shape;136;p25"/>
          <p:cNvGrpSpPr/>
          <p:nvPr/>
        </p:nvGrpSpPr>
        <p:grpSpPr>
          <a:xfrm>
            <a:off x="720011" y="4513500"/>
            <a:ext cx="1368529" cy="300900"/>
            <a:chOff x="7055224" y="4513500"/>
            <a:chExt cx="1368529" cy="300900"/>
          </a:xfrm>
        </p:grpSpPr>
        <p:grpSp>
          <p:nvGrpSpPr>
            <p:cNvPr id="137" name="Google Shape;137;p25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138" name="Google Shape;138;p25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39" name="Google Shape;139;p25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0" name="Google Shape;140;p25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1" name="Google Shape;141;p25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2" name="Google Shape;142;p25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3" name="Google Shape;143;p25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4" name="Google Shape;144;p25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5" name="Google Shape;145;p25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6" name="Google Shape;146;p25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7" name="Google Shape;147;p25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8" name="Google Shape;148;p25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49" name="Google Shape;149;p25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0" name="Google Shape;150;p25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1" name="Google Shape;151;p25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2" name="Google Shape;152;p25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3" name="Google Shape;153;p25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4" name="Google Shape;154;p25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55" name="Google Shape;155;p25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56" name="Google Shape;156;p25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7" name="Google Shape;157;p25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8" name="Google Shape;158;p25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25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25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25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25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25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25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25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25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25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68" name="Google Shape;168;p25"/>
          <p:cNvCxnSpPr/>
          <p:nvPr/>
        </p:nvCxnSpPr>
        <p:spPr>
          <a:xfrm rot="10800000">
            <a:off x="776075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171" name="Google Shape;171;p26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7"/>
          <p:cNvSpPr txBox="1"/>
          <p:nvPr>
            <p:ph type="title"/>
          </p:nvPr>
        </p:nvSpPr>
        <p:spPr>
          <a:xfrm>
            <a:off x="1101250" y="1307100"/>
            <a:ext cx="6941400" cy="252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74" name="Google Shape;174;p27"/>
          <p:cNvSpPr txBox="1"/>
          <p:nvPr>
            <p:ph idx="1" type="subTitle"/>
          </p:nvPr>
        </p:nvSpPr>
        <p:spPr>
          <a:xfrm>
            <a:off x="7200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5" name="Google Shape;175;p27"/>
          <p:cNvSpPr txBox="1"/>
          <p:nvPr>
            <p:ph idx="2" type="subTitle"/>
          </p:nvPr>
        </p:nvSpPr>
        <p:spPr>
          <a:xfrm>
            <a:off x="2147925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176" name="Google Shape;176;p27"/>
          <p:cNvGrpSpPr/>
          <p:nvPr/>
        </p:nvGrpSpPr>
        <p:grpSpPr>
          <a:xfrm>
            <a:off x="720011" y="4513500"/>
            <a:ext cx="1368529" cy="300900"/>
            <a:chOff x="7055224" y="4513500"/>
            <a:chExt cx="1368529" cy="300900"/>
          </a:xfrm>
        </p:grpSpPr>
        <p:grpSp>
          <p:nvGrpSpPr>
            <p:cNvPr id="177" name="Google Shape;177;p27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178" name="Google Shape;178;p27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79" name="Google Shape;179;p27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0" name="Google Shape;180;p27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1" name="Google Shape;181;p27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2" name="Google Shape;182;p27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3" name="Google Shape;183;p27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4" name="Google Shape;184;p27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5" name="Google Shape;185;p27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6" name="Google Shape;186;p27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7" name="Google Shape;187;p27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8" name="Google Shape;188;p27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89" name="Google Shape;189;p27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0" name="Google Shape;190;p27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1" name="Google Shape;191;p27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2" name="Google Shape;192;p27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3" name="Google Shape;193;p27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4" name="Google Shape;194;p27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95" name="Google Shape;195;p27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96" name="Google Shape;196;p27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7" name="Google Shape;197;p27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8" name="Google Shape;198;p27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99" name="Google Shape;199;p27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0" name="Google Shape;200;p27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1" name="Google Shape;201;p27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2" name="Google Shape;202;p27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3" name="Google Shape;203;p27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4" name="Google Shape;204;p27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5" name="Google Shape;205;p27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6" name="Google Shape;206;p27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07" name="Google Shape;207;p27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08" name="Google Shape;208;p27"/>
          <p:cNvCxnSpPr/>
          <p:nvPr/>
        </p:nvCxnSpPr>
        <p:spPr>
          <a:xfrm rot="10800000">
            <a:off x="776075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/>
          <p:nvPr>
            <p:ph idx="1" type="subTitle"/>
          </p:nvPr>
        </p:nvSpPr>
        <p:spPr>
          <a:xfrm>
            <a:off x="4217087" y="2364800"/>
            <a:ext cx="4143000" cy="132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9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900"/>
              <a:buNone/>
              <a:defRPr sz="19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900"/>
              <a:buNone/>
              <a:defRPr sz="1900"/>
            </a:lvl9pPr>
          </a:lstStyle>
          <a:p/>
        </p:txBody>
      </p:sp>
      <p:sp>
        <p:nvSpPr>
          <p:cNvPr id="211" name="Google Shape;211;p28"/>
          <p:cNvSpPr txBox="1"/>
          <p:nvPr>
            <p:ph type="title"/>
          </p:nvPr>
        </p:nvSpPr>
        <p:spPr>
          <a:xfrm>
            <a:off x="4217110" y="1602225"/>
            <a:ext cx="4143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/>
        </p:txBody>
      </p:sp>
      <p:sp>
        <p:nvSpPr>
          <p:cNvPr id="212" name="Google Shape;212;p28"/>
          <p:cNvSpPr txBox="1"/>
          <p:nvPr>
            <p:ph idx="2" type="subTitle"/>
          </p:nvPr>
        </p:nvSpPr>
        <p:spPr>
          <a:xfrm>
            <a:off x="60879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13" name="Google Shape;213;p28"/>
          <p:cNvSpPr txBox="1"/>
          <p:nvPr>
            <p:ph idx="3" type="subTitle"/>
          </p:nvPr>
        </p:nvSpPr>
        <p:spPr>
          <a:xfrm>
            <a:off x="5604300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214" name="Google Shape;214;p28"/>
          <p:cNvGrpSpPr/>
          <p:nvPr/>
        </p:nvGrpSpPr>
        <p:grpSpPr>
          <a:xfrm>
            <a:off x="7037461" y="4513500"/>
            <a:ext cx="1368529" cy="300900"/>
            <a:chOff x="7055224" y="4513500"/>
            <a:chExt cx="1368529" cy="300900"/>
          </a:xfrm>
        </p:grpSpPr>
        <p:grpSp>
          <p:nvGrpSpPr>
            <p:cNvPr id="215" name="Google Shape;215;p28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216" name="Google Shape;216;p28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7" name="Google Shape;217;p28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8" name="Google Shape;218;p28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19" name="Google Shape;219;p28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0" name="Google Shape;220;p28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1" name="Google Shape;221;p28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2" name="Google Shape;222;p28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3" name="Google Shape;223;p28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4" name="Google Shape;224;p28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5" name="Google Shape;225;p28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6" name="Google Shape;226;p28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7" name="Google Shape;227;p28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8" name="Google Shape;228;p28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29" name="Google Shape;229;p28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0" name="Google Shape;230;p28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1" name="Google Shape;231;p28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2" name="Google Shape;232;p28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33" name="Google Shape;233;p28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234" name="Google Shape;234;p28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5" name="Google Shape;235;p28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6" name="Google Shape;236;p28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7" name="Google Shape;237;p28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8" name="Google Shape;238;p28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39" name="Google Shape;239;p28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0" name="Google Shape;240;p28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1" name="Google Shape;241;p28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2" name="Google Shape;242;p28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3" name="Google Shape;243;p28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4" name="Google Shape;244;p28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45" name="Google Shape;245;p28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46" name="Google Shape;246;p28"/>
          <p:cNvCxnSpPr/>
          <p:nvPr/>
        </p:nvCxnSpPr>
        <p:spPr>
          <a:xfrm rot="10800000">
            <a:off x="72000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9"/>
          <p:cNvSpPr txBox="1"/>
          <p:nvPr>
            <p:ph type="title"/>
          </p:nvPr>
        </p:nvSpPr>
        <p:spPr>
          <a:xfrm>
            <a:off x="2269700" y="951475"/>
            <a:ext cx="4604700" cy="1260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249" name="Google Shape;249;p29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50" name="Google Shape;250;p29"/>
          <p:cNvGrpSpPr/>
          <p:nvPr/>
        </p:nvGrpSpPr>
        <p:grpSpPr>
          <a:xfrm>
            <a:off x="7055461" y="319100"/>
            <a:ext cx="1368529" cy="300900"/>
            <a:chOff x="7055224" y="4513500"/>
            <a:chExt cx="1368529" cy="300900"/>
          </a:xfrm>
        </p:grpSpPr>
        <p:grpSp>
          <p:nvGrpSpPr>
            <p:cNvPr id="251" name="Google Shape;251;p29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252" name="Google Shape;252;p29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3" name="Google Shape;253;p29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4" name="Google Shape;254;p29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5" name="Google Shape;255;p29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6" name="Google Shape;256;p29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7" name="Google Shape;257;p29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8" name="Google Shape;258;p29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59" name="Google Shape;259;p29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0" name="Google Shape;260;p29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1" name="Google Shape;261;p29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2" name="Google Shape;262;p29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3" name="Google Shape;263;p29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4" name="Google Shape;264;p29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5" name="Google Shape;265;p29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6" name="Google Shape;266;p29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7" name="Google Shape;267;p29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8" name="Google Shape;268;p29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69" name="Google Shape;269;p29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270" name="Google Shape;270;p29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1" name="Google Shape;271;p29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2" name="Google Shape;272;p29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3" name="Google Shape;273;p29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4" name="Google Shape;274;p29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5" name="Google Shape;275;p29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6" name="Google Shape;276;p29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7" name="Google Shape;277;p29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79" name="Google Shape;279;p29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0" name="Google Shape;280;p29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281" name="Google Shape;281;p29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282" name="Google Shape;282;p29"/>
          <p:cNvCxnSpPr/>
          <p:nvPr/>
        </p:nvCxnSpPr>
        <p:spPr>
          <a:xfrm rot="10800000">
            <a:off x="720009" y="4695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0"/>
          <p:cNvSpPr txBox="1"/>
          <p:nvPr>
            <p:ph hasCustomPrompt="1" type="title"/>
          </p:nvPr>
        </p:nvSpPr>
        <p:spPr>
          <a:xfrm>
            <a:off x="802675" y="1273050"/>
            <a:ext cx="7538700" cy="21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285" name="Google Shape;285;p30"/>
          <p:cNvSpPr txBox="1"/>
          <p:nvPr>
            <p:ph idx="1" type="subTitle"/>
          </p:nvPr>
        </p:nvSpPr>
        <p:spPr>
          <a:xfrm>
            <a:off x="2039600" y="3287625"/>
            <a:ext cx="5064900" cy="4971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286" name="Google Shape;286;p30"/>
          <p:cNvSpPr txBox="1"/>
          <p:nvPr>
            <p:ph idx="2" type="subTitle"/>
          </p:nvPr>
        </p:nvSpPr>
        <p:spPr>
          <a:xfrm>
            <a:off x="7200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287" name="Google Shape;287;p30"/>
          <p:cNvSpPr txBox="1"/>
          <p:nvPr>
            <p:ph idx="3" type="subTitle"/>
          </p:nvPr>
        </p:nvSpPr>
        <p:spPr>
          <a:xfrm>
            <a:off x="2147925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288" name="Google Shape;288;p30"/>
          <p:cNvGrpSpPr/>
          <p:nvPr/>
        </p:nvGrpSpPr>
        <p:grpSpPr>
          <a:xfrm>
            <a:off x="720011" y="4513500"/>
            <a:ext cx="1368529" cy="300900"/>
            <a:chOff x="7055224" y="4513500"/>
            <a:chExt cx="1368529" cy="300900"/>
          </a:xfrm>
        </p:grpSpPr>
        <p:grpSp>
          <p:nvGrpSpPr>
            <p:cNvPr id="289" name="Google Shape;289;p30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290" name="Google Shape;290;p30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1" name="Google Shape;291;p30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2" name="Google Shape;292;p30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3" name="Google Shape;293;p30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4" name="Google Shape;294;p30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5" name="Google Shape;295;p30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6" name="Google Shape;296;p30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7" name="Google Shape;297;p30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8" name="Google Shape;298;p30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299" name="Google Shape;299;p30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0" name="Google Shape;300;p30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1" name="Google Shape;301;p30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2" name="Google Shape;302;p30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3" name="Google Shape;303;p30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4" name="Google Shape;304;p30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5" name="Google Shape;305;p30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6" name="Google Shape;306;p30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07" name="Google Shape;307;p30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308" name="Google Shape;308;p30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09" name="Google Shape;309;p30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0" name="Google Shape;310;p30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1" name="Google Shape;311;p30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2" name="Google Shape;312;p30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3" name="Google Shape;313;p30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4" name="Google Shape;314;p30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5" name="Google Shape;315;p30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6" name="Google Shape;316;p30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7" name="Google Shape;317;p30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8" name="Google Shape;318;p30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19" name="Google Shape;319;p30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20" name="Google Shape;320;p30"/>
          <p:cNvCxnSpPr/>
          <p:nvPr/>
        </p:nvCxnSpPr>
        <p:spPr>
          <a:xfrm rot="10800000">
            <a:off x="776075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noFill/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32"/>
          <p:cNvSpPr txBox="1"/>
          <p:nvPr>
            <p:ph idx="1" type="subTitle"/>
          </p:nvPr>
        </p:nvSpPr>
        <p:spPr>
          <a:xfrm>
            <a:off x="1966012" y="1967019"/>
            <a:ext cx="2390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4" name="Google Shape;324;p32"/>
          <p:cNvSpPr txBox="1"/>
          <p:nvPr>
            <p:ph idx="2" type="subTitle"/>
          </p:nvPr>
        </p:nvSpPr>
        <p:spPr>
          <a:xfrm>
            <a:off x="5677113" y="1967019"/>
            <a:ext cx="2390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5" name="Google Shape;325;p32"/>
          <p:cNvSpPr txBox="1"/>
          <p:nvPr>
            <p:ph idx="3" type="subTitle"/>
          </p:nvPr>
        </p:nvSpPr>
        <p:spPr>
          <a:xfrm>
            <a:off x="1966012" y="3446526"/>
            <a:ext cx="2390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6" name="Google Shape;326;p32"/>
          <p:cNvSpPr txBox="1"/>
          <p:nvPr>
            <p:ph idx="4" type="subTitle"/>
          </p:nvPr>
        </p:nvSpPr>
        <p:spPr>
          <a:xfrm>
            <a:off x="5677113" y="3446526"/>
            <a:ext cx="2390700" cy="52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27" name="Google Shape;327;p32"/>
          <p:cNvSpPr txBox="1"/>
          <p:nvPr>
            <p:ph type="title"/>
          </p:nvPr>
        </p:nvSpPr>
        <p:spPr>
          <a:xfrm>
            <a:off x="1076187" y="1679025"/>
            <a:ext cx="813900" cy="8139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28" name="Google Shape;328;p32"/>
          <p:cNvSpPr txBox="1"/>
          <p:nvPr>
            <p:ph idx="5" type="title"/>
          </p:nvPr>
        </p:nvSpPr>
        <p:spPr>
          <a:xfrm>
            <a:off x="1076187" y="3158525"/>
            <a:ext cx="813900" cy="8139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29" name="Google Shape;329;p32"/>
          <p:cNvSpPr txBox="1"/>
          <p:nvPr>
            <p:ph idx="6" type="title"/>
          </p:nvPr>
        </p:nvSpPr>
        <p:spPr>
          <a:xfrm>
            <a:off x="4783500" y="1679025"/>
            <a:ext cx="813900" cy="8139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30" name="Google Shape;330;p32"/>
          <p:cNvSpPr txBox="1"/>
          <p:nvPr>
            <p:ph idx="7" type="title"/>
          </p:nvPr>
        </p:nvSpPr>
        <p:spPr>
          <a:xfrm>
            <a:off x="4783500" y="3158525"/>
            <a:ext cx="813900" cy="8139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331" name="Google Shape;331;p32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32" name="Google Shape;332;p32"/>
          <p:cNvSpPr txBox="1"/>
          <p:nvPr>
            <p:ph idx="9" type="subTitle"/>
          </p:nvPr>
        </p:nvSpPr>
        <p:spPr>
          <a:xfrm>
            <a:off x="1966012" y="1679025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3" name="Google Shape;333;p32"/>
          <p:cNvSpPr txBox="1"/>
          <p:nvPr>
            <p:ph idx="13" type="subTitle"/>
          </p:nvPr>
        </p:nvSpPr>
        <p:spPr>
          <a:xfrm>
            <a:off x="5677112" y="1679025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4" name="Google Shape;334;p32"/>
          <p:cNvSpPr txBox="1"/>
          <p:nvPr>
            <p:ph idx="14" type="subTitle"/>
          </p:nvPr>
        </p:nvSpPr>
        <p:spPr>
          <a:xfrm>
            <a:off x="1966012" y="3158525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335" name="Google Shape;335;p32"/>
          <p:cNvSpPr txBox="1"/>
          <p:nvPr>
            <p:ph idx="15" type="subTitle"/>
          </p:nvPr>
        </p:nvSpPr>
        <p:spPr>
          <a:xfrm>
            <a:off x="5677112" y="3158525"/>
            <a:ext cx="2390700" cy="364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200"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2000"/>
              <a:buFont typeface="Montserrat"/>
              <a:buNone/>
              <a:defRPr sz="2000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cxnSp>
        <p:nvCxnSpPr>
          <p:cNvPr id="336" name="Google Shape;336;p32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">
  <p:cSld name="ONE_COLUMN_TEXT_1"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p33"/>
          <p:cNvSpPr txBox="1"/>
          <p:nvPr>
            <p:ph type="title"/>
          </p:nvPr>
        </p:nvSpPr>
        <p:spPr>
          <a:xfrm>
            <a:off x="1980150" y="1257775"/>
            <a:ext cx="5183700" cy="172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 sz="10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39" name="Google Shape;339;p33"/>
          <p:cNvSpPr txBox="1"/>
          <p:nvPr>
            <p:ph idx="1" type="subTitle"/>
          </p:nvPr>
        </p:nvSpPr>
        <p:spPr>
          <a:xfrm>
            <a:off x="1998150" y="3028075"/>
            <a:ext cx="5147700" cy="7332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40" name="Google Shape;340;p33"/>
          <p:cNvSpPr txBox="1"/>
          <p:nvPr>
            <p:ph idx="2" type="subTitle"/>
          </p:nvPr>
        </p:nvSpPr>
        <p:spPr>
          <a:xfrm>
            <a:off x="60879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341" name="Google Shape;341;p33"/>
          <p:cNvSpPr txBox="1"/>
          <p:nvPr>
            <p:ph idx="3" type="subTitle"/>
          </p:nvPr>
        </p:nvSpPr>
        <p:spPr>
          <a:xfrm>
            <a:off x="5604300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342" name="Google Shape;342;p33"/>
          <p:cNvGrpSpPr/>
          <p:nvPr/>
        </p:nvGrpSpPr>
        <p:grpSpPr>
          <a:xfrm>
            <a:off x="7037461" y="4513500"/>
            <a:ext cx="1368529" cy="300900"/>
            <a:chOff x="7055224" y="4513500"/>
            <a:chExt cx="1368529" cy="300900"/>
          </a:xfrm>
        </p:grpSpPr>
        <p:grpSp>
          <p:nvGrpSpPr>
            <p:cNvPr id="343" name="Google Shape;343;p33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344" name="Google Shape;344;p33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5" name="Google Shape;345;p33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6" name="Google Shape;346;p33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7" name="Google Shape;347;p33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8" name="Google Shape;348;p33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49" name="Google Shape;349;p33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0" name="Google Shape;350;p33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1" name="Google Shape;351;p33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2" name="Google Shape;352;p33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3" name="Google Shape;353;p33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4" name="Google Shape;354;p33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5" name="Google Shape;355;p33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6" name="Google Shape;356;p33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7" name="Google Shape;357;p33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8" name="Google Shape;358;p33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59" name="Google Shape;359;p33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0" name="Google Shape;360;p33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361" name="Google Shape;361;p33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362" name="Google Shape;362;p33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3" name="Google Shape;363;p33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4" name="Google Shape;364;p33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5" name="Google Shape;365;p33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6" name="Google Shape;366;p33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7" name="Google Shape;367;p33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8" name="Google Shape;368;p33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69" name="Google Shape;369;p33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0" name="Google Shape;370;p33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1" name="Google Shape;371;p33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2" name="Google Shape;372;p33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373" name="Google Shape;373;p33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374" name="Google Shape;374;p33"/>
          <p:cNvCxnSpPr/>
          <p:nvPr/>
        </p:nvCxnSpPr>
        <p:spPr>
          <a:xfrm rot="10800000">
            <a:off x="72000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">
    <p:spTree>
      <p:nvGrpSpPr>
        <p:cNvPr id="375" name="Shape 3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6" name="Google Shape;376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77" name="Google Shape;377;p34"/>
          <p:cNvSpPr txBox="1"/>
          <p:nvPr>
            <p:ph idx="1" type="body"/>
          </p:nvPr>
        </p:nvSpPr>
        <p:spPr>
          <a:xfrm>
            <a:off x="720000" y="1215750"/>
            <a:ext cx="7704000" cy="14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78" name="Google Shape;378;p34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ONE_COLUMN_TEXT_3"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p35"/>
          <p:cNvSpPr txBox="1"/>
          <p:nvPr>
            <p:ph type="title"/>
          </p:nvPr>
        </p:nvSpPr>
        <p:spPr>
          <a:xfrm>
            <a:off x="720000" y="1220250"/>
            <a:ext cx="4086900" cy="17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81" name="Google Shape;381;p35"/>
          <p:cNvSpPr txBox="1"/>
          <p:nvPr>
            <p:ph idx="1" type="subTitle"/>
          </p:nvPr>
        </p:nvSpPr>
        <p:spPr>
          <a:xfrm>
            <a:off x="720000" y="2991750"/>
            <a:ext cx="4086900" cy="93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82" name="Google Shape;382;p35"/>
          <p:cNvSpPr/>
          <p:nvPr>
            <p:ph idx="2" type="pic"/>
          </p:nvPr>
        </p:nvSpPr>
        <p:spPr>
          <a:xfrm>
            <a:off x="5245200" y="1020450"/>
            <a:ext cx="3102600" cy="3102600"/>
          </a:xfrm>
          <a:prstGeom prst="roundRect">
            <a:avLst>
              <a:gd fmla="val 16667" name="adj"/>
            </a:avLst>
          </a:prstGeom>
          <a:noFill/>
          <a:ln cap="flat" cmpd="sng" w="1143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sp>
      <p:cxnSp>
        <p:nvCxnSpPr>
          <p:cNvPr id="383" name="Google Shape;383;p35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84" name="Google Shape;384;p35"/>
          <p:cNvCxnSpPr/>
          <p:nvPr/>
        </p:nvCxnSpPr>
        <p:spPr>
          <a:xfrm rot="10800000">
            <a:off x="7760775" y="469548"/>
            <a:ext cx="6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6">
  <p:cSld name="TITLE_AND_BODY_1_1"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87" name="Google Shape;387;p36"/>
          <p:cNvSpPr txBox="1"/>
          <p:nvPr>
            <p:ph idx="1" type="body"/>
          </p:nvPr>
        </p:nvSpPr>
        <p:spPr>
          <a:xfrm>
            <a:off x="720000" y="1215750"/>
            <a:ext cx="7704000" cy="3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88" name="Google Shape;388;p36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11_1"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7"/>
          <p:cNvSpPr txBox="1"/>
          <p:nvPr>
            <p:ph idx="1" type="body"/>
          </p:nvPr>
        </p:nvSpPr>
        <p:spPr>
          <a:xfrm>
            <a:off x="3290680" y="1766725"/>
            <a:ext cx="51432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1" name="Google Shape;391;p37"/>
          <p:cNvSpPr txBox="1"/>
          <p:nvPr>
            <p:ph idx="2" type="body"/>
          </p:nvPr>
        </p:nvSpPr>
        <p:spPr>
          <a:xfrm>
            <a:off x="3290680" y="3203925"/>
            <a:ext cx="51432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92" name="Google Shape;392;p37"/>
          <p:cNvSpPr txBox="1"/>
          <p:nvPr>
            <p:ph idx="3" type="subTitle"/>
          </p:nvPr>
        </p:nvSpPr>
        <p:spPr>
          <a:xfrm>
            <a:off x="3290675" y="1369100"/>
            <a:ext cx="514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393" name="Google Shape;393;p37"/>
          <p:cNvSpPr txBox="1"/>
          <p:nvPr>
            <p:ph idx="4" type="subTitle"/>
          </p:nvPr>
        </p:nvSpPr>
        <p:spPr>
          <a:xfrm>
            <a:off x="3290675" y="2805148"/>
            <a:ext cx="5143200" cy="426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394" name="Google Shape;394;p37"/>
          <p:cNvSpPr txBox="1"/>
          <p:nvPr>
            <p:ph type="title"/>
          </p:nvPr>
        </p:nvSpPr>
        <p:spPr>
          <a:xfrm>
            <a:off x="720000" y="44522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395" name="Google Shape;395;p37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38"/>
          <p:cNvSpPr txBox="1"/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398" name="Google Shape;398;p38"/>
          <p:cNvSpPr txBox="1"/>
          <p:nvPr>
            <p:ph idx="1" type="subTitle"/>
          </p:nvPr>
        </p:nvSpPr>
        <p:spPr>
          <a:xfrm>
            <a:off x="751275" y="3195474"/>
            <a:ext cx="24075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399" name="Google Shape;399;p38"/>
          <p:cNvSpPr txBox="1"/>
          <p:nvPr>
            <p:ph idx="2" type="subTitle"/>
          </p:nvPr>
        </p:nvSpPr>
        <p:spPr>
          <a:xfrm>
            <a:off x="3368232" y="3195474"/>
            <a:ext cx="24075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0" name="Google Shape;400;p38"/>
          <p:cNvSpPr txBox="1"/>
          <p:nvPr>
            <p:ph idx="3" type="subTitle"/>
          </p:nvPr>
        </p:nvSpPr>
        <p:spPr>
          <a:xfrm>
            <a:off x="5985189" y="3195474"/>
            <a:ext cx="2407500" cy="8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01" name="Google Shape;401;p38"/>
          <p:cNvSpPr txBox="1"/>
          <p:nvPr>
            <p:ph idx="4" type="subTitle"/>
          </p:nvPr>
        </p:nvSpPr>
        <p:spPr>
          <a:xfrm>
            <a:off x="751275" y="2712804"/>
            <a:ext cx="2407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02" name="Google Shape;402;p38"/>
          <p:cNvSpPr txBox="1"/>
          <p:nvPr>
            <p:ph idx="5" type="subTitle"/>
          </p:nvPr>
        </p:nvSpPr>
        <p:spPr>
          <a:xfrm>
            <a:off x="3368232" y="2712804"/>
            <a:ext cx="2407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03" name="Google Shape;403;p38"/>
          <p:cNvSpPr txBox="1"/>
          <p:nvPr>
            <p:ph idx="6" type="subTitle"/>
          </p:nvPr>
        </p:nvSpPr>
        <p:spPr>
          <a:xfrm>
            <a:off x="5985189" y="2712804"/>
            <a:ext cx="2407500" cy="52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cxnSp>
        <p:nvCxnSpPr>
          <p:cNvPr id="404" name="Google Shape;404;p38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p39"/>
          <p:cNvSpPr txBox="1"/>
          <p:nvPr>
            <p:ph idx="1" type="subTitle"/>
          </p:nvPr>
        </p:nvSpPr>
        <p:spPr>
          <a:xfrm>
            <a:off x="1960625" y="1853663"/>
            <a:ext cx="2387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07" name="Google Shape;407;p39"/>
          <p:cNvSpPr txBox="1"/>
          <p:nvPr>
            <p:ph idx="2" type="subTitle"/>
          </p:nvPr>
        </p:nvSpPr>
        <p:spPr>
          <a:xfrm>
            <a:off x="1960625" y="3119882"/>
            <a:ext cx="2387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08" name="Google Shape;408;p39"/>
          <p:cNvSpPr txBox="1"/>
          <p:nvPr>
            <p:ph idx="3" type="subTitle"/>
          </p:nvPr>
        </p:nvSpPr>
        <p:spPr>
          <a:xfrm>
            <a:off x="5751765" y="1853663"/>
            <a:ext cx="2387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09" name="Google Shape;409;p39"/>
          <p:cNvSpPr txBox="1"/>
          <p:nvPr>
            <p:ph idx="4" type="subTitle"/>
          </p:nvPr>
        </p:nvSpPr>
        <p:spPr>
          <a:xfrm>
            <a:off x="5751765" y="3119882"/>
            <a:ext cx="23877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10" name="Google Shape;410;p39"/>
          <p:cNvSpPr txBox="1"/>
          <p:nvPr>
            <p:ph type="title"/>
          </p:nvPr>
        </p:nvSpPr>
        <p:spPr>
          <a:xfrm>
            <a:off x="720000" y="446600"/>
            <a:ext cx="4434300" cy="11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11" name="Google Shape;411;p39"/>
          <p:cNvSpPr txBox="1"/>
          <p:nvPr>
            <p:ph idx="5" type="subTitle"/>
          </p:nvPr>
        </p:nvSpPr>
        <p:spPr>
          <a:xfrm>
            <a:off x="1960625" y="2278711"/>
            <a:ext cx="238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2" name="Google Shape;412;p39"/>
          <p:cNvSpPr txBox="1"/>
          <p:nvPr>
            <p:ph idx="6" type="subTitle"/>
          </p:nvPr>
        </p:nvSpPr>
        <p:spPr>
          <a:xfrm>
            <a:off x="5751764" y="2278711"/>
            <a:ext cx="238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3" name="Google Shape;413;p39"/>
          <p:cNvSpPr txBox="1"/>
          <p:nvPr>
            <p:ph idx="7" type="subTitle"/>
          </p:nvPr>
        </p:nvSpPr>
        <p:spPr>
          <a:xfrm>
            <a:off x="1960625" y="3545072"/>
            <a:ext cx="238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14" name="Google Shape;414;p39"/>
          <p:cNvSpPr txBox="1"/>
          <p:nvPr>
            <p:ph idx="8" type="subTitle"/>
          </p:nvPr>
        </p:nvSpPr>
        <p:spPr>
          <a:xfrm>
            <a:off x="5751764" y="3545072"/>
            <a:ext cx="23877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415" name="Google Shape;415;p39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 1">
  <p:cSld name="CUSTOM_5_1_1"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p40"/>
          <p:cNvSpPr txBox="1"/>
          <p:nvPr>
            <p:ph type="title"/>
          </p:nvPr>
        </p:nvSpPr>
        <p:spPr>
          <a:xfrm>
            <a:off x="720000" y="44522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18" name="Google Shape;418;p40"/>
          <p:cNvSpPr txBox="1"/>
          <p:nvPr>
            <p:ph idx="1" type="subTitle"/>
          </p:nvPr>
        </p:nvSpPr>
        <p:spPr>
          <a:xfrm>
            <a:off x="3757400" y="1509913"/>
            <a:ext cx="22065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19" name="Google Shape;419;p40"/>
          <p:cNvSpPr txBox="1"/>
          <p:nvPr>
            <p:ph idx="2" type="subTitle"/>
          </p:nvPr>
        </p:nvSpPr>
        <p:spPr>
          <a:xfrm>
            <a:off x="3757400" y="2982063"/>
            <a:ext cx="22065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20" name="Google Shape;420;p40"/>
          <p:cNvSpPr txBox="1"/>
          <p:nvPr>
            <p:ph idx="3" type="subTitle"/>
          </p:nvPr>
        </p:nvSpPr>
        <p:spPr>
          <a:xfrm>
            <a:off x="6217488" y="1509913"/>
            <a:ext cx="22065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21" name="Google Shape;421;p40"/>
          <p:cNvSpPr txBox="1"/>
          <p:nvPr>
            <p:ph idx="4" type="subTitle"/>
          </p:nvPr>
        </p:nvSpPr>
        <p:spPr>
          <a:xfrm>
            <a:off x="6217488" y="2982063"/>
            <a:ext cx="2206500" cy="695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22" name="Google Shape;422;p40"/>
          <p:cNvSpPr txBox="1"/>
          <p:nvPr>
            <p:ph idx="5" type="body"/>
          </p:nvPr>
        </p:nvSpPr>
        <p:spPr>
          <a:xfrm>
            <a:off x="3757400" y="2146250"/>
            <a:ext cx="220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3" name="Google Shape;423;p40"/>
          <p:cNvSpPr txBox="1"/>
          <p:nvPr>
            <p:ph idx="6" type="body"/>
          </p:nvPr>
        </p:nvSpPr>
        <p:spPr>
          <a:xfrm>
            <a:off x="3757400" y="3600950"/>
            <a:ext cx="220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4" name="Google Shape;424;p40"/>
          <p:cNvSpPr txBox="1"/>
          <p:nvPr>
            <p:ph idx="7" type="body"/>
          </p:nvPr>
        </p:nvSpPr>
        <p:spPr>
          <a:xfrm>
            <a:off x="6217488" y="2146250"/>
            <a:ext cx="220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5" name="Google Shape;425;p40"/>
          <p:cNvSpPr txBox="1"/>
          <p:nvPr>
            <p:ph idx="8" type="body"/>
          </p:nvPr>
        </p:nvSpPr>
        <p:spPr>
          <a:xfrm>
            <a:off x="6217488" y="3600950"/>
            <a:ext cx="2206500" cy="6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6" name="Google Shape;426;p40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1"/>
          <p:cNvSpPr txBox="1"/>
          <p:nvPr>
            <p:ph type="title"/>
          </p:nvPr>
        </p:nvSpPr>
        <p:spPr>
          <a:xfrm>
            <a:off x="720000" y="44661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sp>
        <p:nvSpPr>
          <p:cNvPr id="429" name="Google Shape;429;p41"/>
          <p:cNvSpPr txBox="1"/>
          <p:nvPr>
            <p:ph idx="1" type="subTitle"/>
          </p:nvPr>
        </p:nvSpPr>
        <p:spPr>
          <a:xfrm>
            <a:off x="971200" y="2147275"/>
            <a:ext cx="217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0" name="Google Shape;430;p41"/>
          <p:cNvSpPr txBox="1"/>
          <p:nvPr>
            <p:ph idx="2" type="subTitle"/>
          </p:nvPr>
        </p:nvSpPr>
        <p:spPr>
          <a:xfrm>
            <a:off x="3482875" y="2147275"/>
            <a:ext cx="217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1" name="Google Shape;431;p41"/>
          <p:cNvSpPr txBox="1"/>
          <p:nvPr>
            <p:ph idx="3" type="subTitle"/>
          </p:nvPr>
        </p:nvSpPr>
        <p:spPr>
          <a:xfrm>
            <a:off x="971200" y="3859300"/>
            <a:ext cx="217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2" name="Google Shape;432;p41"/>
          <p:cNvSpPr txBox="1"/>
          <p:nvPr>
            <p:ph idx="4" type="subTitle"/>
          </p:nvPr>
        </p:nvSpPr>
        <p:spPr>
          <a:xfrm>
            <a:off x="3482875" y="3859300"/>
            <a:ext cx="217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3" name="Google Shape;433;p41"/>
          <p:cNvSpPr txBox="1"/>
          <p:nvPr>
            <p:ph idx="5" type="subTitle"/>
          </p:nvPr>
        </p:nvSpPr>
        <p:spPr>
          <a:xfrm>
            <a:off x="5994536" y="2147275"/>
            <a:ext cx="217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4" name="Google Shape;434;p41"/>
          <p:cNvSpPr txBox="1"/>
          <p:nvPr>
            <p:ph idx="6" type="subTitle"/>
          </p:nvPr>
        </p:nvSpPr>
        <p:spPr>
          <a:xfrm>
            <a:off x="5994536" y="3859300"/>
            <a:ext cx="21783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35" name="Google Shape;435;p41"/>
          <p:cNvSpPr txBox="1"/>
          <p:nvPr>
            <p:ph idx="7" type="subTitle"/>
          </p:nvPr>
        </p:nvSpPr>
        <p:spPr>
          <a:xfrm>
            <a:off x="971200" y="1861541"/>
            <a:ext cx="2178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36" name="Google Shape;436;p41"/>
          <p:cNvSpPr txBox="1"/>
          <p:nvPr>
            <p:ph idx="8" type="subTitle"/>
          </p:nvPr>
        </p:nvSpPr>
        <p:spPr>
          <a:xfrm>
            <a:off x="3482875" y="1861541"/>
            <a:ext cx="2178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37" name="Google Shape;437;p41"/>
          <p:cNvSpPr txBox="1"/>
          <p:nvPr>
            <p:ph idx="9" type="subTitle"/>
          </p:nvPr>
        </p:nvSpPr>
        <p:spPr>
          <a:xfrm>
            <a:off x="5994536" y="1861541"/>
            <a:ext cx="2178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38" name="Google Shape;438;p41"/>
          <p:cNvSpPr txBox="1"/>
          <p:nvPr>
            <p:ph idx="13" type="subTitle"/>
          </p:nvPr>
        </p:nvSpPr>
        <p:spPr>
          <a:xfrm>
            <a:off x="971200" y="3573566"/>
            <a:ext cx="2178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39" name="Google Shape;439;p41"/>
          <p:cNvSpPr txBox="1"/>
          <p:nvPr>
            <p:ph idx="14" type="subTitle"/>
          </p:nvPr>
        </p:nvSpPr>
        <p:spPr>
          <a:xfrm>
            <a:off x="3482875" y="3573566"/>
            <a:ext cx="2178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40" name="Google Shape;440;p41"/>
          <p:cNvSpPr txBox="1"/>
          <p:nvPr>
            <p:ph idx="15" type="subTitle"/>
          </p:nvPr>
        </p:nvSpPr>
        <p:spPr>
          <a:xfrm>
            <a:off x="5994536" y="3573566"/>
            <a:ext cx="2178300" cy="4008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2200"/>
              <a:buFont typeface="Alata"/>
              <a:buNone/>
              <a:defRPr b="1" sz="2200">
                <a:solidFill>
                  <a:schemeClr val="lt2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cxnSp>
        <p:nvCxnSpPr>
          <p:cNvPr id="441" name="Google Shape;441;p41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42"/>
          <p:cNvSpPr txBox="1"/>
          <p:nvPr>
            <p:ph type="title"/>
          </p:nvPr>
        </p:nvSpPr>
        <p:spPr>
          <a:xfrm>
            <a:off x="4025962" y="758300"/>
            <a:ext cx="4407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4" name="Google Shape;444;p42"/>
          <p:cNvSpPr txBox="1"/>
          <p:nvPr>
            <p:ph idx="1" type="subTitle"/>
          </p:nvPr>
        </p:nvSpPr>
        <p:spPr>
          <a:xfrm>
            <a:off x="4025950" y="1454175"/>
            <a:ext cx="44079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5" name="Google Shape;445;p42"/>
          <p:cNvSpPr txBox="1"/>
          <p:nvPr>
            <p:ph idx="2" type="title"/>
          </p:nvPr>
        </p:nvSpPr>
        <p:spPr>
          <a:xfrm>
            <a:off x="4025962" y="1948451"/>
            <a:ext cx="4407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6" name="Google Shape;446;p42"/>
          <p:cNvSpPr txBox="1"/>
          <p:nvPr>
            <p:ph idx="3" type="subTitle"/>
          </p:nvPr>
        </p:nvSpPr>
        <p:spPr>
          <a:xfrm>
            <a:off x="4025950" y="2644325"/>
            <a:ext cx="44079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447" name="Google Shape;447;p42"/>
          <p:cNvSpPr txBox="1"/>
          <p:nvPr>
            <p:ph idx="4" type="title"/>
          </p:nvPr>
        </p:nvSpPr>
        <p:spPr>
          <a:xfrm>
            <a:off x="4025962" y="3138602"/>
            <a:ext cx="4407900" cy="66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8" name="Google Shape;448;p42"/>
          <p:cNvSpPr txBox="1"/>
          <p:nvPr>
            <p:ph idx="5" type="subTitle"/>
          </p:nvPr>
        </p:nvSpPr>
        <p:spPr>
          <a:xfrm>
            <a:off x="4025950" y="3834476"/>
            <a:ext cx="4407900" cy="3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cxnSp>
        <p:nvCxnSpPr>
          <p:cNvPr id="449" name="Google Shape;449;p42"/>
          <p:cNvCxnSpPr/>
          <p:nvPr/>
        </p:nvCxnSpPr>
        <p:spPr>
          <a:xfrm rot="10800000">
            <a:off x="719677" y="4663910"/>
            <a:ext cx="771436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50" name="Google Shape;450;p42"/>
          <p:cNvCxnSpPr/>
          <p:nvPr/>
        </p:nvCxnSpPr>
        <p:spPr>
          <a:xfrm rot="10800000">
            <a:off x="7760775" y="469548"/>
            <a:ext cx="6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8_1"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3"/>
          <p:cNvSpPr txBox="1"/>
          <p:nvPr>
            <p:ph idx="1" type="subTitle"/>
          </p:nvPr>
        </p:nvSpPr>
        <p:spPr>
          <a:xfrm>
            <a:off x="1329775" y="3459975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53" name="Google Shape;453;p43"/>
          <p:cNvSpPr txBox="1"/>
          <p:nvPr>
            <p:ph idx="2" type="subTitle"/>
          </p:nvPr>
        </p:nvSpPr>
        <p:spPr>
          <a:xfrm>
            <a:off x="3579025" y="3459975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54" name="Google Shape;454;p43"/>
          <p:cNvSpPr txBox="1"/>
          <p:nvPr>
            <p:ph idx="3" type="subTitle"/>
          </p:nvPr>
        </p:nvSpPr>
        <p:spPr>
          <a:xfrm>
            <a:off x="5828225" y="3459975"/>
            <a:ext cx="19860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sz="2200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2200"/>
              <a:buFont typeface="Alata"/>
              <a:buNone/>
              <a:defRPr b="1" sz="2200">
                <a:solidFill>
                  <a:schemeClr val="dk1"/>
                </a:solidFill>
                <a:latin typeface="Alata"/>
                <a:ea typeface="Alata"/>
                <a:cs typeface="Alata"/>
                <a:sym typeface="Alata"/>
              </a:defRPr>
            </a:lvl9pPr>
          </a:lstStyle>
          <a:p/>
        </p:txBody>
      </p:sp>
      <p:sp>
        <p:nvSpPr>
          <p:cNvPr id="455" name="Google Shape;455;p43"/>
          <p:cNvSpPr txBox="1"/>
          <p:nvPr>
            <p:ph idx="4" type="subTitle"/>
          </p:nvPr>
        </p:nvSpPr>
        <p:spPr>
          <a:xfrm>
            <a:off x="1329825" y="3866163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6" name="Google Shape;456;p43"/>
          <p:cNvSpPr txBox="1"/>
          <p:nvPr>
            <p:ph idx="5" type="subTitle"/>
          </p:nvPr>
        </p:nvSpPr>
        <p:spPr>
          <a:xfrm>
            <a:off x="3578997" y="3866163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7" name="Google Shape;457;p43"/>
          <p:cNvSpPr txBox="1"/>
          <p:nvPr>
            <p:ph idx="6" type="subTitle"/>
          </p:nvPr>
        </p:nvSpPr>
        <p:spPr>
          <a:xfrm>
            <a:off x="5828225" y="3866163"/>
            <a:ext cx="19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58" name="Google Shape;458;p43"/>
          <p:cNvSpPr txBox="1"/>
          <p:nvPr>
            <p:ph type="title"/>
          </p:nvPr>
        </p:nvSpPr>
        <p:spPr>
          <a:xfrm>
            <a:off x="1677475" y="1307188"/>
            <a:ext cx="1290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59" name="Google Shape;459;p43"/>
          <p:cNvSpPr txBox="1"/>
          <p:nvPr>
            <p:ph idx="7" type="title"/>
          </p:nvPr>
        </p:nvSpPr>
        <p:spPr>
          <a:xfrm>
            <a:off x="3926700" y="1307188"/>
            <a:ext cx="1290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60" name="Google Shape;460;p43"/>
          <p:cNvSpPr txBox="1"/>
          <p:nvPr>
            <p:ph idx="8" type="title"/>
          </p:nvPr>
        </p:nvSpPr>
        <p:spPr>
          <a:xfrm>
            <a:off x="6175925" y="1307188"/>
            <a:ext cx="1290600" cy="40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61" name="Google Shape;461;p43"/>
          <p:cNvSpPr txBox="1"/>
          <p:nvPr>
            <p:ph idx="9" type="title"/>
          </p:nvPr>
        </p:nvSpPr>
        <p:spPr>
          <a:xfrm>
            <a:off x="720000" y="44522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  <a:defRPr/>
            </a:lvl9pPr>
          </a:lstStyle>
          <a:p/>
        </p:txBody>
      </p:sp>
      <p:cxnSp>
        <p:nvCxnSpPr>
          <p:cNvPr id="462" name="Google Shape;462;p43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SECTION_HEADER_1"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44"/>
          <p:cNvSpPr txBox="1"/>
          <p:nvPr>
            <p:ph type="title"/>
          </p:nvPr>
        </p:nvSpPr>
        <p:spPr>
          <a:xfrm>
            <a:off x="4684800" y="2184588"/>
            <a:ext cx="3739200" cy="14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465" name="Google Shape;465;p44"/>
          <p:cNvSpPr txBox="1"/>
          <p:nvPr>
            <p:ph idx="2" type="title"/>
          </p:nvPr>
        </p:nvSpPr>
        <p:spPr>
          <a:xfrm>
            <a:off x="7340200" y="975750"/>
            <a:ext cx="1007700" cy="9837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dk2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66" name="Google Shape;466;p44"/>
          <p:cNvSpPr txBox="1"/>
          <p:nvPr>
            <p:ph idx="1" type="subTitle"/>
          </p:nvPr>
        </p:nvSpPr>
        <p:spPr>
          <a:xfrm>
            <a:off x="5999100" y="3606538"/>
            <a:ext cx="2424900" cy="7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467" name="Google Shape;467;p44"/>
          <p:cNvSpPr txBox="1"/>
          <p:nvPr>
            <p:ph idx="3" type="subTitle"/>
          </p:nvPr>
        </p:nvSpPr>
        <p:spPr>
          <a:xfrm>
            <a:off x="60879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468" name="Google Shape;468;p44"/>
          <p:cNvSpPr txBox="1"/>
          <p:nvPr>
            <p:ph idx="4" type="subTitle"/>
          </p:nvPr>
        </p:nvSpPr>
        <p:spPr>
          <a:xfrm>
            <a:off x="5604300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>
                <a:solidFill>
                  <a:srgbClr val="000000"/>
                </a:solidFill>
              </a:defRPr>
            </a:lvl1pPr>
            <a:lvl2pPr lv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469" name="Google Shape;469;p44"/>
          <p:cNvGrpSpPr/>
          <p:nvPr/>
        </p:nvGrpSpPr>
        <p:grpSpPr>
          <a:xfrm>
            <a:off x="7037461" y="4513500"/>
            <a:ext cx="1368529" cy="300900"/>
            <a:chOff x="7055224" y="4513500"/>
            <a:chExt cx="1368529" cy="300900"/>
          </a:xfrm>
        </p:grpSpPr>
        <p:grpSp>
          <p:nvGrpSpPr>
            <p:cNvPr id="470" name="Google Shape;470;p44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471" name="Google Shape;471;p44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2" name="Google Shape;472;p44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3" name="Google Shape;473;p44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4" name="Google Shape;474;p44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5" name="Google Shape;475;p44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6" name="Google Shape;476;p44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7" name="Google Shape;477;p44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8" name="Google Shape;478;p44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79" name="Google Shape;479;p44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0" name="Google Shape;480;p44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1" name="Google Shape;481;p44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2" name="Google Shape;482;p44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3" name="Google Shape;483;p44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4" name="Google Shape;484;p44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5" name="Google Shape;485;p44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6" name="Google Shape;486;p44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7" name="Google Shape;487;p44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488" name="Google Shape;488;p44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489" name="Google Shape;489;p44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0" name="Google Shape;490;p44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1" name="Google Shape;491;p44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2" name="Google Shape;492;p44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3" name="Google Shape;493;p44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4" name="Google Shape;494;p44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5" name="Google Shape;495;p44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6" name="Google Shape;496;p44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7" name="Google Shape;497;p44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8" name="Google Shape;498;p44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499" name="Google Shape;499;p44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00" name="Google Shape;500;p44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01" name="Google Shape;501;p44"/>
          <p:cNvCxnSpPr/>
          <p:nvPr/>
        </p:nvCxnSpPr>
        <p:spPr>
          <a:xfrm rot="10800000">
            <a:off x="72000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"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5"/>
          <p:cNvSpPr txBox="1"/>
          <p:nvPr>
            <p:ph type="title"/>
          </p:nvPr>
        </p:nvSpPr>
        <p:spPr>
          <a:xfrm>
            <a:off x="720000" y="678237"/>
            <a:ext cx="4213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 sz="6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04" name="Google Shape;504;p45"/>
          <p:cNvSpPr txBox="1"/>
          <p:nvPr>
            <p:ph idx="1" type="subTitle"/>
          </p:nvPr>
        </p:nvSpPr>
        <p:spPr>
          <a:xfrm>
            <a:off x="720000" y="1630913"/>
            <a:ext cx="4213200" cy="8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/>
        </p:txBody>
      </p:sp>
      <p:sp>
        <p:nvSpPr>
          <p:cNvPr id="505" name="Google Shape;505;p45"/>
          <p:cNvSpPr txBox="1"/>
          <p:nvPr/>
        </p:nvSpPr>
        <p:spPr>
          <a:xfrm>
            <a:off x="720000" y="3243000"/>
            <a:ext cx="3566400" cy="71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b="0" i="0" lang="en" sz="12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rPr>
              <a:t>, and infographics &amp; images by </a:t>
            </a:r>
            <a:r>
              <a:rPr b="1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b="0" i="0" lang="en" sz="1200" u="none" cap="none" strike="noStrike">
                <a:solidFill>
                  <a:schemeClr val="dk1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 </a:t>
            </a:r>
            <a:endParaRPr b="0" i="0" sz="12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06" name="Google Shape;506;p45"/>
          <p:cNvSpPr txBox="1"/>
          <p:nvPr>
            <p:ph idx="2" type="subTitle"/>
          </p:nvPr>
        </p:nvSpPr>
        <p:spPr>
          <a:xfrm>
            <a:off x="7200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507" name="Google Shape;507;p45"/>
          <p:cNvSpPr txBox="1"/>
          <p:nvPr>
            <p:ph idx="3" type="subTitle"/>
          </p:nvPr>
        </p:nvSpPr>
        <p:spPr>
          <a:xfrm>
            <a:off x="2147925" y="4697325"/>
            <a:ext cx="1368600" cy="1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grpSp>
        <p:nvGrpSpPr>
          <p:cNvPr id="508" name="Google Shape;508;p45"/>
          <p:cNvGrpSpPr/>
          <p:nvPr/>
        </p:nvGrpSpPr>
        <p:grpSpPr>
          <a:xfrm>
            <a:off x="720011" y="4513500"/>
            <a:ext cx="1368529" cy="300900"/>
            <a:chOff x="7055224" y="4513500"/>
            <a:chExt cx="1368529" cy="300900"/>
          </a:xfrm>
        </p:grpSpPr>
        <p:grpSp>
          <p:nvGrpSpPr>
            <p:cNvPr id="509" name="Google Shape;509;p45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510" name="Google Shape;510;p45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1" name="Google Shape;511;p45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2" name="Google Shape;512;p45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3" name="Google Shape;513;p45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4" name="Google Shape;514;p45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5" name="Google Shape;515;p45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6" name="Google Shape;516;p45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7" name="Google Shape;517;p45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8" name="Google Shape;518;p45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19" name="Google Shape;519;p45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0" name="Google Shape;520;p45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1" name="Google Shape;521;p45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2" name="Google Shape;522;p45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3" name="Google Shape;523;p45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4" name="Google Shape;524;p45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5" name="Google Shape;525;p45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6" name="Google Shape;526;p45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27" name="Google Shape;527;p45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528" name="Google Shape;528;p45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29" name="Google Shape;529;p45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0" name="Google Shape;530;p45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1" name="Google Shape;531;p45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2" name="Google Shape;532;p45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3" name="Google Shape;533;p45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4" name="Google Shape;534;p45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5" name="Google Shape;535;p45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6" name="Google Shape;536;p45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7" name="Google Shape;537;p45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8" name="Google Shape;538;p45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39" name="Google Shape;539;p45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40" name="Google Shape;540;p45"/>
          <p:cNvCxnSpPr/>
          <p:nvPr/>
        </p:nvCxnSpPr>
        <p:spPr>
          <a:xfrm rot="10800000">
            <a:off x="776075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TITLE_ONLY_2">
    <p:spTree>
      <p:nvGrpSpPr>
        <p:cNvPr id="541" name="Shape 5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2" name="Google Shape;542;p46"/>
          <p:cNvCxnSpPr/>
          <p:nvPr/>
        </p:nvCxnSpPr>
        <p:spPr>
          <a:xfrm rot="10800000">
            <a:off x="730384" y="4663910"/>
            <a:ext cx="7703498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TITLE_ONLY_2_1"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4" name="Google Shape;544;p47"/>
          <p:cNvGrpSpPr/>
          <p:nvPr/>
        </p:nvGrpSpPr>
        <p:grpSpPr>
          <a:xfrm>
            <a:off x="7037461" y="4513500"/>
            <a:ext cx="1368529" cy="300900"/>
            <a:chOff x="7055224" y="4513500"/>
            <a:chExt cx="1368529" cy="300900"/>
          </a:xfrm>
        </p:grpSpPr>
        <p:grpSp>
          <p:nvGrpSpPr>
            <p:cNvPr id="545" name="Google Shape;545;p47"/>
            <p:cNvGrpSpPr/>
            <p:nvPr/>
          </p:nvGrpSpPr>
          <p:grpSpPr>
            <a:xfrm>
              <a:off x="7629309" y="4513500"/>
              <a:ext cx="794444" cy="300900"/>
              <a:chOff x="7310856" y="4513500"/>
              <a:chExt cx="1113133" cy="300900"/>
            </a:xfrm>
          </p:grpSpPr>
          <p:cxnSp>
            <p:nvCxnSpPr>
              <p:cNvPr id="546" name="Google Shape;546;p47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7" name="Google Shape;547;p47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8" name="Google Shape;548;p47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49" name="Google Shape;549;p47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0" name="Google Shape;550;p47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1" name="Google Shape;551;p47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2" name="Google Shape;552;p47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3" name="Google Shape;553;p47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4" name="Google Shape;554;p47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5" name="Google Shape;555;p47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6" name="Google Shape;556;p47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7" name="Google Shape;557;p47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8" name="Google Shape;558;p47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59" name="Google Shape;559;p47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0" name="Google Shape;560;p47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1" name="Google Shape;561;p47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2" name="Google Shape;562;p47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563" name="Google Shape;563;p47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564" name="Google Shape;564;p47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5" name="Google Shape;565;p47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6" name="Google Shape;566;p47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7" name="Google Shape;567;p47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8" name="Google Shape;568;p47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69" name="Google Shape;569;p47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0" name="Google Shape;570;p47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1" name="Google Shape;571;p47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2" name="Google Shape;572;p47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3" name="Google Shape;573;p47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4" name="Google Shape;574;p47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575" name="Google Shape;575;p47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576" name="Google Shape;576;p47"/>
          <p:cNvCxnSpPr/>
          <p:nvPr/>
        </p:nvCxnSpPr>
        <p:spPr>
          <a:xfrm rot="10800000">
            <a:off x="720009" y="4663948"/>
            <a:ext cx="673217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2">
  <p:cSld name="CUSTOM_8_2"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g2c46d4357d6_0_2120"/>
          <p:cNvSpPr txBox="1"/>
          <p:nvPr>
            <p:ph hasCustomPrompt="1" type="title"/>
          </p:nvPr>
        </p:nvSpPr>
        <p:spPr>
          <a:xfrm>
            <a:off x="4025962" y="758300"/>
            <a:ext cx="44079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79" name="Google Shape;579;g2c46d4357d6_0_2120"/>
          <p:cNvSpPr txBox="1"/>
          <p:nvPr>
            <p:ph idx="1" type="subTitle"/>
          </p:nvPr>
        </p:nvSpPr>
        <p:spPr>
          <a:xfrm>
            <a:off x="4025950" y="1454175"/>
            <a:ext cx="4407900" cy="3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0" name="Google Shape;580;g2c46d4357d6_0_2120"/>
          <p:cNvSpPr txBox="1"/>
          <p:nvPr>
            <p:ph hasCustomPrompt="1" idx="2" type="title"/>
          </p:nvPr>
        </p:nvSpPr>
        <p:spPr>
          <a:xfrm>
            <a:off x="4025962" y="1948451"/>
            <a:ext cx="44079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81" name="Google Shape;581;g2c46d4357d6_0_2120"/>
          <p:cNvSpPr txBox="1"/>
          <p:nvPr>
            <p:ph idx="3" type="subTitle"/>
          </p:nvPr>
        </p:nvSpPr>
        <p:spPr>
          <a:xfrm>
            <a:off x="4025950" y="2644325"/>
            <a:ext cx="4407900" cy="3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sp>
        <p:nvSpPr>
          <p:cNvPr id="582" name="Google Shape;582;g2c46d4357d6_0_2120"/>
          <p:cNvSpPr txBox="1"/>
          <p:nvPr>
            <p:ph hasCustomPrompt="1" idx="4" type="title"/>
          </p:nvPr>
        </p:nvSpPr>
        <p:spPr>
          <a:xfrm>
            <a:off x="4025962" y="3138602"/>
            <a:ext cx="44079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60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583" name="Google Shape;583;g2c46d4357d6_0_2120"/>
          <p:cNvSpPr txBox="1"/>
          <p:nvPr>
            <p:ph idx="5" type="subTitle"/>
          </p:nvPr>
        </p:nvSpPr>
        <p:spPr>
          <a:xfrm>
            <a:off x="4025950" y="3834476"/>
            <a:ext cx="4407900" cy="31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T Sans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4pPr>
            <a:lvl5pPr lvl="4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5pPr>
            <a:lvl6pPr lvl="5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6pPr>
            <a:lvl7pPr lvl="6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7pPr>
            <a:lvl8pPr lvl="7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8pPr>
            <a:lvl9pPr lvl="8" rtl="0" algn="ctr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PT Sans"/>
              <a:buNone/>
              <a:defRPr sz="2100">
                <a:solidFill>
                  <a:schemeClr val="dk1"/>
                </a:solidFill>
                <a:latin typeface="PT Sans"/>
                <a:ea typeface="PT Sans"/>
                <a:cs typeface="PT Sans"/>
                <a:sym typeface="PT Sans"/>
              </a:defRPr>
            </a:lvl9pPr>
          </a:lstStyle>
          <a:p/>
        </p:txBody>
      </p:sp>
      <p:cxnSp>
        <p:nvCxnSpPr>
          <p:cNvPr id="584" name="Google Shape;584;g2c46d4357d6_0_2120"/>
          <p:cNvCxnSpPr/>
          <p:nvPr/>
        </p:nvCxnSpPr>
        <p:spPr>
          <a:xfrm rot="10800000">
            <a:off x="719545" y="4663910"/>
            <a:ext cx="77145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85" name="Google Shape;585;g2c46d4357d6_0_2120"/>
          <p:cNvCxnSpPr/>
          <p:nvPr/>
        </p:nvCxnSpPr>
        <p:spPr>
          <a:xfrm rot="10800000">
            <a:off x="7760775" y="469548"/>
            <a:ext cx="673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36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720000" y="445025"/>
            <a:ext cx="7704000" cy="5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Lexend ExtraBold"/>
              <a:buNone/>
              <a:defRPr b="0" i="0" sz="3400" u="none" cap="none" strike="noStrike">
                <a:solidFill>
                  <a:schemeClr val="dk1"/>
                </a:solidFill>
                <a:latin typeface="Lexend ExtraBold"/>
                <a:ea typeface="Lexend ExtraBold"/>
                <a:cs typeface="Lexend ExtraBold"/>
                <a:sym typeface="Lexend ExtraBold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720000" y="1142975"/>
            <a:ext cx="7704000" cy="33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●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DM Sans"/>
              <a:buChar char="○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DM Sans"/>
              <a:buChar char="■"/>
              <a:defRPr b="0" i="0" sz="1400" u="none" cap="none" strike="noStrike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  <p:sldLayoutId id="2147483680" r:id="rId32"/>
    <p:sldLayoutId id="2147483681" r:id="rId33"/>
    <p:sldLayoutId id="2147483682" r:id="rId34"/>
    <p:sldLayoutId id="2147483683" r:id="rId35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drive.google.com/drive/folders/1ohvrrcq5w-E8hHzFpSDGq2y3dxI4Je56?hl=ru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3pKr0pjMYyxcTjOYf7PbQrg8XTFsd_V9/view" TargetMode="External"/><Relationship Id="rId4" Type="http://schemas.openxmlformats.org/officeDocument/2006/relationships/image" Target="../media/image7.jpg"/><Relationship Id="rId5" Type="http://schemas.openxmlformats.org/officeDocument/2006/relationships/hyperlink" Target="http://drive.google.com/file/d/1iTcFW8TqjTNrRUrL-3A8WGEHctYiR7pM/view" TargetMode="External"/><Relationship Id="rId6" Type="http://schemas.openxmlformats.org/officeDocument/2006/relationships/image" Target="../media/image6.jpg"/><Relationship Id="rId7" Type="http://schemas.openxmlformats.org/officeDocument/2006/relationships/hyperlink" Target="http://drive.google.com/file/d/1roUbP5OO4sDLSRz8DywK6UzENFjRyImX/view" TargetMode="External"/><Relationship Id="rId8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9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0" name="Google Shape;590;p1"/>
          <p:cNvSpPr txBox="1"/>
          <p:nvPr>
            <p:ph idx="2" type="subTitle"/>
          </p:nvPr>
        </p:nvSpPr>
        <p:spPr>
          <a:xfrm>
            <a:off x="720000" y="471975"/>
            <a:ext cx="2336100" cy="218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lang="en">
                <a:latin typeface="Roboto Serif"/>
                <a:ea typeface="Roboto Serif"/>
                <a:cs typeface="Roboto Serif"/>
                <a:sym typeface="Roboto Serif"/>
              </a:rPr>
              <a:t>SHOPPING TAXI  | 2023-2024</a:t>
            </a:r>
            <a:endParaRPr>
              <a:latin typeface="Roboto Serif"/>
              <a:ea typeface="Roboto Serif"/>
              <a:cs typeface="Roboto Serif"/>
              <a:sym typeface="Roboto Serif"/>
            </a:endParaRPr>
          </a:p>
        </p:txBody>
      </p:sp>
      <p:sp>
        <p:nvSpPr>
          <p:cNvPr id="591" name="Google Shape;591;p1"/>
          <p:cNvSpPr txBox="1"/>
          <p:nvPr>
            <p:ph type="ctrTitle"/>
          </p:nvPr>
        </p:nvSpPr>
        <p:spPr>
          <a:xfrm>
            <a:off x="551975" y="932150"/>
            <a:ext cx="5901300" cy="21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6100">
                <a:latin typeface="Roboto Serif Black"/>
                <a:ea typeface="Roboto Serif Black"/>
                <a:cs typeface="Roboto Serif Black"/>
                <a:sym typeface="Roboto Serif Black"/>
              </a:rPr>
              <a:t>Shopping </a:t>
            </a:r>
            <a:endParaRPr sz="6100">
              <a:latin typeface="Roboto Serif Black"/>
              <a:ea typeface="Roboto Serif Black"/>
              <a:cs typeface="Roboto Serif Black"/>
              <a:sym typeface="Roboto Serif Black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rPr lang="en" sz="6100">
                <a:latin typeface="Roboto Serif Black"/>
                <a:ea typeface="Roboto Serif Black"/>
                <a:cs typeface="Roboto Serif Black"/>
                <a:sym typeface="Roboto Serif Black"/>
              </a:rPr>
              <a:t>Taxi</a:t>
            </a:r>
            <a:endParaRPr sz="6100">
              <a:latin typeface="Roboto Serif Black"/>
              <a:ea typeface="Roboto Serif Black"/>
              <a:cs typeface="Roboto Serif Black"/>
              <a:sym typeface="Roboto Serif Black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</a:pPr>
            <a:r>
              <a:t/>
            </a:r>
            <a:endParaRPr/>
          </a:p>
        </p:txBody>
      </p:sp>
      <p:sp>
        <p:nvSpPr>
          <p:cNvPr id="592" name="Google Shape;592;p1"/>
          <p:cNvSpPr txBox="1"/>
          <p:nvPr>
            <p:ph idx="1" type="subTitle"/>
          </p:nvPr>
        </p:nvSpPr>
        <p:spPr>
          <a:xfrm>
            <a:off x="720000" y="2652700"/>
            <a:ext cx="4450200" cy="1241400"/>
          </a:xfrm>
          <a:prstGeom prst="rect">
            <a:avLst/>
          </a:prstGeom>
          <a:solidFill>
            <a:schemeClr val="dk1"/>
          </a:solidFill>
          <a:ln cap="flat" cmpd="sng" w="762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2200">
                <a:solidFill>
                  <a:schemeClr val="accent6"/>
                </a:solidFill>
                <a:latin typeface="Roboto Serif Black"/>
                <a:ea typeface="Roboto Serif Black"/>
                <a:cs typeface="Roboto Serif Black"/>
                <a:sym typeface="Roboto Serif Black"/>
              </a:rPr>
              <a:t>Приложение для быстрого поиска товаров в торговом центре</a:t>
            </a:r>
            <a:endParaRPr sz="2200"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grpSp>
        <p:nvGrpSpPr>
          <p:cNvPr id="593" name="Google Shape;593;p1"/>
          <p:cNvGrpSpPr/>
          <p:nvPr/>
        </p:nvGrpSpPr>
        <p:grpSpPr>
          <a:xfrm>
            <a:off x="7889456" y="2235328"/>
            <a:ext cx="673157" cy="753988"/>
            <a:chOff x="1784625" y="2271900"/>
            <a:chExt cx="387875" cy="434450"/>
          </a:xfrm>
        </p:grpSpPr>
        <p:sp>
          <p:nvSpPr>
            <p:cNvPr id="594" name="Google Shape;594;p1"/>
            <p:cNvSpPr/>
            <p:nvPr/>
          </p:nvSpPr>
          <p:spPr>
            <a:xfrm>
              <a:off x="1787250" y="2271900"/>
              <a:ext cx="357775" cy="414950"/>
            </a:xfrm>
            <a:custGeom>
              <a:rect b="b" l="l" r="r" t="t"/>
              <a:pathLst>
                <a:path extrusionOk="0" h="16598" w="14311">
                  <a:moveTo>
                    <a:pt x="9769" y="1"/>
                  </a:moveTo>
                  <a:cubicBezTo>
                    <a:pt x="9670" y="1"/>
                    <a:pt x="9570" y="34"/>
                    <a:pt x="9492" y="100"/>
                  </a:cubicBezTo>
                  <a:lnTo>
                    <a:pt x="7908" y="1527"/>
                  </a:lnTo>
                  <a:cubicBezTo>
                    <a:pt x="6717" y="2600"/>
                    <a:pt x="5538" y="3687"/>
                    <a:pt x="4321" y="4734"/>
                  </a:cubicBezTo>
                  <a:cubicBezTo>
                    <a:pt x="3902" y="5101"/>
                    <a:pt x="3863" y="5311"/>
                    <a:pt x="3732" y="5873"/>
                  </a:cubicBezTo>
                  <a:cubicBezTo>
                    <a:pt x="3313" y="7733"/>
                    <a:pt x="2488" y="9487"/>
                    <a:pt x="1310" y="11006"/>
                  </a:cubicBezTo>
                  <a:cubicBezTo>
                    <a:pt x="603" y="11922"/>
                    <a:pt x="0" y="12708"/>
                    <a:pt x="92" y="13912"/>
                  </a:cubicBezTo>
                  <a:cubicBezTo>
                    <a:pt x="118" y="14436"/>
                    <a:pt x="249" y="14959"/>
                    <a:pt x="459" y="15431"/>
                  </a:cubicBezTo>
                  <a:cubicBezTo>
                    <a:pt x="510" y="15546"/>
                    <a:pt x="1135" y="16598"/>
                    <a:pt x="1225" y="16598"/>
                  </a:cubicBezTo>
                  <a:cubicBezTo>
                    <a:pt x="1228" y="16598"/>
                    <a:pt x="1229" y="16597"/>
                    <a:pt x="1231" y="16596"/>
                  </a:cubicBezTo>
                  <a:lnTo>
                    <a:pt x="14310" y="4813"/>
                  </a:lnTo>
                  <a:lnTo>
                    <a:pt x="10081" y="139"/>
                  </a:lnTo>
                  <a:cubicBezTo>
                    <a:pt x="10003" y="47"/>
                    <a:pt x="9887" y="1"/>
                    <a:pt x="97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5" name="Google Shape;595;p1"/>
            <p:cNvSpPr/>
            <p:nvPr/>
          </p:nvSpPr>
          <p:spPr>
            <a:xfrm>
              <a:off x="1818350" y="2391550"/>
              <a:ext cx="354150" cy="314800"/>
            </a:xfrm>
            <a:custGeom>
              <a:rect b="b" l="l" r="r" t="t"/>
              <a:pathLst>
                <a:path extrusionOk="0" h="12592" w="14166">
                  <a:moveTo>
                    <a:pt x="13079" y="1"/>
                  </a:moveTo>
                  <a:lnTo>
                    <a:pt x="7777" y="4766"/>
                  </a:lnTo>
                  <a:cubicBezTo>
                    <a:pt x="6599" y="5840"/>
                    <a:pt x="5394" y="6940"/>
                    <a:pt x="4294" y="7908"/>
                  </a:cubicBezTo>
                  <a:lnTo>
                    <a:pt x="236" y="11574"/>
                  </a:lnTo>
                  <a:cubicBezTo>
                    <a:pt x="13" y="11771"/>
                    <a:pt x="0" y="12111"/>
                    <a:pt x="196" y="12334"/>
                  </a:cubicBezTo>
                  <a:lnTo>
                    <a:pt x="275" y="12412"/>
                  </a:lnTo>
                  <a:cubicBezTo>
                    <a:pt x="381" y="12532"/>
                    <a:pt x="525" y="12592"/>
                    <a:pt x="671" y="12592"/>
                  </a:cubicBezTo>
                  <a:cubicBezTo>
                    <a:pt x="795" y="12592"/>
                    <a:pt x="919" y="12549"/>
                    <a:pt x="1021" y="12465"/>
                  </a:cubicBezTo>
                  <a:cubicBezTo>
                    <a:pt x="1283" y="12242"/>
                    <a:pt x="1571" y="11993"/>
                    <a:pt x="1610" y="11954"/>
                  </a:cubicBezTo>
                  <a:cubicBezTo>
                    <a:pt x="4124" y="9715"/>
                    <a:pt x="11456" y="3208"/>
                    <a:pt x="13852" y="1074"/>
                  </a:cubicBezTo>
                  <a:cubicBezTo>
                    <a:pt x="14166" y="786"/>
                    <a:pt x="14048" y="263"/>
                    <a:pt x="13629" y="145"/>
                  </a:cubicBezTo>
                  <a:lnTo>
                    <a:pt x="130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6" name="Google Shape;596;p1"/>
            <p:cNvSpPr/>
            <p:nvPr/>
          </p:nvSpPr>
          <p:spPr>
            <a:xfrm>
              <a:off x="1879550" y="2272050"/>
              <a:ext cx="166950" cy="139750"/>
            </a:xfrm>
            <a:custGeom>
              <a:rect b="b" l="l" r="r" t="t"/>
              <a:pathLst>
                <a:path extrusionOk="0" h="5590" w="6678">
                  <a:moveTo>
                    <a:pt x="6125" y="1"/>
                  </a:moveTo>
                  <a:cubicBezTo>
                    <a:pt x="5547" y="1"/>
                    <a:pt x="4167" y="866"/>
                    <a:pt x="2750" y="2149"/>
                  </a:cubicBezTo>
                  <a:cubicBezTo>
                    <a:pt x="1087" y="3642"/>
                    <a:pt x="0" y="5147"/>
                    <a:pt x="315" y="5514"/>
                  </a:cubicBezTo>
                  <a:cubicBezTo>
                    <a:pt x="361" y="5565"/>
                    <a:pt x="435" y="5589"/>
                    <a:pt x="531" y="5589"/>
                  </a:cubicBezTo>
                  <a:cubicBezTo>
                    <a:pt x="1105" y="5589"/>
                    <a:pt x="2491" y="4724"/>
                    <a:pt x="3915" y="3445"/>
                  </a:cubicBezTo>
                  <a:cubicBezTo>
                    <a:pt x="5591" y="1940"/>
                    <a:pt x="6677" y="434"/>
                    <a:pt x="6350" y="81"/>
                  </a:cubicBezTo>
                  <a:cubicBezTo>
                    <a:pt x="6302" y="27"/>
                    <a:pt x="6226" y="1"/>
                    <a:pt x="6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7" name="Google Shape;597;p1"/>
            <p:cNvSpPr/>
            <p:nvPr/>
          </p:nvSpPr>
          <p:spPr>
            <a:xfrm>
              <a:off x="1784625" y="2592200"/>
              <a:ext cx="84475" cy="45525"/>
            </a:xfrm>
            <a:custGeom>
              <a:rect b="b" l="l" r="r" t="t"/>
              <a:pathLst>
                <a:path extrusionOk="0" h="1821" w="3379">
                  <a:moveTo>
                    <a:pt x="1" y="0"/>
                  </a:moveTo>
                  <a:lnTo>
                    <a:pt x="1" y="171"/>
                  </a:lnTo>
                  <a:cubicBezTo>
                    <a:pt x="1271" y="210"/>
                    <a:pt x="2462" y="812"/>
                    <a:pt x="3261" y="1820"/>
                  </a:cubicBezTo>
                  <a:lnTo>
                    <a:pt x="3378" y="1715"/>
                  </a:lnTo>
                  <a:cubicBezTo>
                    <a:pt x="2567" y="681"/>
                    <a:pt x="1323" y="5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8" name="Google Shape;598;p1"/>
            <p:cNvSpPr/>
            <p:nvPr/>
          </p:nvSpPr>
          <p:spPr>
            <a:xfrm>
              <a:off x="1840925" y="2388125"/>
              <a:ext cx="62550" cy="132425"/>
            </a:xfrm>
            <a:custGeom>
              <a:rect b="b" l="l" r="r" t="t"/>
              <a:pathLst>
                <a:path extrusionOk="0" h="5297" w="2502">
                  <a:moveTo>
                    <a:pt x="1537" y="1"/>
                  </a:moveTo>
                  <a:cubicBezTo>
                    <a:pt x="1505" y="1"/>
                    <a:pt x="1473" y="3"/>
                    <a:pt x="1441" y="7"/>
                  </a:cubicBezTo>
                  <a:cubicBezTo>
                    <a:pt x="668" y="151"/>
                    <a:pt x="747" y="989"/>
                    <a:pt x="747" y="1604"/>
                  </a:cubicBezTo>
                  <a:cubicBezTo>
                    <a:pt x="747" y="2782"/>
                    <a:pt x="498" y="4223"/>
                    <a:pt x="0" y="5296"/>
                  </a:cubicBezTo>
                  <a:lnTo>
                    <a:pt x="2331" y="2599"/>
                  </a:lnTo>
                  <a:cubicBezTo>
                    <a:pt x="2449" y="2167"/>
                    <a:pt x="2501" y="1722"/>
                    <a:pt x="2475" y="1277"/>
                  </a:cubicBezTo>
                  <a:cubicBezTo>
                    <a:pt x="2475" y="963"/>
                    <a:pt x="2383" y="662"/>
                    <a:pt x="2226" y="387"/>
                  </a:cubicBezTo>
                  <a:cubicBezTo>
                    <a:pt x="2073" y="152"/>
                    <a:pt x="1815" y="1"/>
                    <a:pt x="15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99" name="Google Shape;599;p1"/>
            <p:cNvSpPr/>
            <p:nvPr/>
          </p:nvSpPr>
          <p:spPr>
            <a:xfrm>
              <a:off x="1840600" y="2466175"/>
              <a:ext cx="62525" cy="20000"/>
            </a:xfrm>
            <a:custGeom>
              <a:rect b="b" l="l" r="r" t="t"/>
              <a:pathLst>
                <a:path extrusionOk="0" h="800" w="2501">
                  <a:moveTo>
                    <a:pt x="40" y="1"/>
                  </a:moveTo>
                  <a:lnTo>
                    <a:pt x="0" y="158"/>
                  </a:lnTo>
                  <a:lnTo>
                    <a:pt x="2462" y="799"/>
                  </a:lnTo>
                  <a:lnTo>
                    <a:pt x="2501" y="642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0" name="Google Shape;600;p1"/>
            <p:cNvSpPr/>
            <p:nvPr/>
          </p:nvSpPr>
          <p:spPr>
            <a:xfrm>
              <a:off x="1841900" y="2444900"/>
              <a:ext cx="62550" cy="20000"/>
            </a:xfrm>
            <a:custGeom>
              <a:rect b="b" l="l" r="r" t="t"/>
              <a:pathLst>
                <a:path extrusionOk="0" h="800" w="2502">
                  <a:moveTo>
                    <a:pt x="40" y="1"/>
                  </a:moveTo>
                  <a:lnTo>
                    <a:pt x="1" y="158"/>
                  </a:lnTo>
                  <a:lnTo>
                    <a:pt x="2462" y="799"/>
                  </a:lnTo>
                  <a:lnTo>
                    <a:pt x="2501" y="655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1" name="Google Shape;601;p1"/>
            <p:cNvSpPr/>
            <p:nvPr/>
          </p:nvSpPr>
          <p:spPr>
            <a:xfrm>
              <a:off x="1832425" y="2487775"/>
              <a:ext cx="61550" cy="20000"/>
            </a:xfrm>
            <a:custGeom>
              <a:rect b="b" l="l" r="r" t="t"/>
              <a:pathLst>
                <a:path extrusionOk="0" h="800" w="2462">
                  <a:moveTo>
                    <a:pt x="26" y="1"/>
                  </a:moveTo>
                  <a:lnTo>
                    <a:pt x="0" y="158"/>
                  </a:lnTo>
                  <a:cubicBezTo>
                    <a:pt x="812" y="315"/>
                    <a:pt x="1623" y="525"/>
                    <a:pt x="2409" y="800"/>
                  </a:cubicBezTo>
                  <a:lnTo>
                    <a:pt x="2461" y="642"/>
                  </a:lnTo>
                  <a:cubicBezTo>
                    <a:pt x="1663" y="368"/>
                    <a:pt x="851" y="145"/>
                    <a:pt x="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2" name="Google Shape;602;p1"/>
          <p:cNvGrpSpPr/>
          <p:nvPr/>
        </p:nvGrpSpPr>
        <p:grpSpPr>
          <a:xfrm>
            <a:off x="7755691" y="3399036"/>
            <a:ext cx="683353" cy="694764"/>
            <a:chOff x="2247775" y="1520925"/>
            <a:chExt cx="393750" cy="400325"/>
          </a:xfrm>
        </p:grpSpPr>
        <p:sp>
          <p:nvSpPr>
            <p:cNvPr id="603" name="Google Shape;603;p1"/>
            <p:cNvSpPr/>
            <p:nvPr/>
          </p:nvSpPr>
          <p:spPr>
            <a:xfrm>
              <a:off x="2248425" y="1521250"/>
              <a:ext cx="393100" cy="400000"/>
            </a:xfrm>
            <a:custGeom>
              <a:rect b="b" l="l" r="r" t="t"/>
              <a:pathLst>
                <a:path extrusionOk="0" h="16000" w="15724">
                  <a:moveTo>
                    <a:pt x="9361" y="1"/>
                  </a:moveTo>
                  <a:lnTo>
                    <a:pt x="0" y="10108"/>
                  </a:lnTo>
                  <a:lnTo>
                    <a:pt x="6363" y="15999"/>
                  </a:lnTo>
                  <a:lnTo>
                    <a:pt x="15724" y="5905"/>
                  </a:lnTo>
                  <a:lnTo>
                    <a:pt x="93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4" name="Google Shape;604;p1"/>
            <p:cNvSpPr/>
            <p:nvPr/>
          </p:nvSpPr>
          <p:spPr>
            <a:xfrm>
              <a:off x="2247775" y="1520925"/>
              <a:ext cx="236650" cy="255000"/>
            </a:xfrm>
            <a:custGeom>
              <a:rect b="b" l="l" r="r" t="t"/>
              <a:pathLst>
                <a:path extrusionOk="0" h="10200" w="9466">
                  <a:moveTo>
                    <a:pt x="9309" y="1"/>
                  </a:moveTo>
                  <a:cubicBezTo>
                    <a:pt x="9243" y="289"/>
                    <a:pt x="7908" y="7031"/>
                    <a:pt x="7803" y="7948"/>
                  </a:cubicBezTo>
                  <a:lnTo>
                    <a:pt x="0" y="10042"/>
                  </a:lnTo>
                  <a:lnTo>
                    <a:pt x="39" y="10200"/>
                  </a:lnTo>
                  <a:lnTo>
                    <a:pt x="7973" y="8079"/>
                  </a:lnTo>
                  <a:lnTo>
                    <a:pt x="7973" y="8013"/>
                  </a:lnTo>
                  <a:cubicBezTo>
                    <a:pt x="8012" y="7385"/>
                    <a:pt x="9453" y="105"/>
                    <a:pt x="9466" y="27"/>
                  </a:cubicBezTo>
                  <a:lnTo>
                    <a:pt x="930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5" name="Google Shape;605;p1"/>
          <p:cNvGrpSpPr/>
          <p:nvPr/>
        </p:nvGrpSpPr>
        <p:grpSpPr>
          <a:xfrm>
            <a:off x="4572014" y="756188"/>
            <a:ext cx="673180" cy="673180"/>
            <a:chOff x="2429425" y="1984725"/>
            <a:chExt cx="239600" cy="239600"/>
          </a:xfrm>
        </p:grpSpPr>
        <p:sp>
          <p:nvSpPr>
            <p:cNvPr id="606" name="Google Shape;606;p1"/>
            <p:cNvSpPr/>
            <p:nvPr/>
          </p:nvSpPr>
          <p:spPr>
            <a:xfrm>
              <a:off x="2429425" y="1984725"/>
              <a:ext cx="239600" cy="239600"/>
            </a:xfrm>
            <a:custGeom>
              <a:rect b="b" l="l" r="r" t="t"/>
              <a:pathLst>
                <a:path extrusionOk="0" h="9584" w="9584">
                  <a:moveTo>
                    <a:pt x="3771" y="0"/>
                  </a:moveTo>
                  <a:lnTo>
                    <a:pt x="3679" y="2606"/>
                  </a:lnTo>
                  <a:lnTo>
                    <a:pt x="1519" y="1152"/>
                  </a:lnTo>
                  <a:lnTo>
                    <a:pt x="2736" y="3457"/>
                  </a:lnTo>
                  <a:lnTo>
                    <a:pt x="131" y="3273"/>
                  </a:lnTo>
                  <a:lnTo>
                    <a:pt x="2344" y="4661"/>
                  </a:lnTo>
                  <a:lnTo>
                    <a:pt x="0" y="5813"/>
                  </a:lnTo>
                  <a:lnTo>
                    <a:pt x="2606" y="5905"/>
                  </a:lnTo>
                  <a:lnTo>
                    <a:pt x="1152" y="8065"/>
                  </a:lnTo>
                  <a:lnTo>
                    <a:pt x="1152" y="8065"/>
                  </a:lnTo>
                  <a:lnTo>
                    <a:pt x="3457" y="6847"/>
                  </a:lnTo>
                  <a:lnTo>
                    <a:pt x="3273" y="9453"/>
                  </a:lnTo>
                  <a:lnTo>
                    <a:pt x="4661" y="7240"/>
                  </a:lnTo>
                  <a:lnTo>
                    <a:pt x="5813" y="9584"/>
                  </a:lnTo>
                  <a:lnTo>
                    <a:pt x="5905" y="6978"/>
                  </a:lnTo>
                  <a:lnTo>
                    <a:pt x="8065" y="8432"/>
                  </a:lnTo>
                  <a:lnTo>
                    <a:pt x="6847" y="6127"/>
                  </a:lnTo>
                  <a:lnTo>
                    <a:pt x="9453" y="6311"/>
                  </a:lnTo>
                  <a:lnTo>
                    <a:pt x="7240" y="4923"/>
                  </a:lnTo>
                  <a:lnTo>
                    <a:pt x="9584" y="3771"/>
                  </a:lnTo>
                  <a:lnTo>
                    <a:pt x="6978" y="3679"/>
                  </a:lnTo>
                  <a:lnTo>
                    <a:pt x="8432" y="1519"/>
                  </a:lnTo>
                  <a:lnTo>
                    <a:pt x="6127" y="2737"/>
                  </a:lnTo>
                  <a:lnTo>
                    <a:pt x="6127" y="2737"/>
                  </a:lnTo>
                  <a:lnTo>
                    <a:pt x="6311" y="131"/>
                  </a:lnTo>
                  <a:lnTo>
                    <a:pt x="4923" y="2344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07" name="Google Shape;607;p1"/>
            <p:cNvSpPr/>
            <p:nvPr/>
          </p:nvSpPr>
          <p:spPr>
            <a:xfrm>
              <a:off x="2543993" y="2064079"/>
              <a:ext cx="17050" cy="80875"/>
            </a:xfrm>
            <a:custGeom>
              <a:rect b="b" l="l" r="r" t="t"/>
              <a:pathLst>
                <a:path extrusionOk="0" h="3235" w="682">
                  <a:moveTo>
                    <a:pt x="66" y="1"/>
                  </a:moveTo>
                  <a:lnTo>
                    <a:pt x="131" y="2266"/>
                  </a:lnTo>
                  <a:lnTo>
                    <a:pt x="459" y="2266"/>
                  </a:lnTo>
                  <a:lnTo>
                    <a:pt x="524" y="1"/>
                  </a:lnTo>
                  <a:close/>
                  <a:moveTo>
                    <a:pt x="288" y="2645"/>
                  </a:moveTo>
                  <a:cubicBezTo>
                    <a:pt x="131" y="2645"/>
                    <a:pt x="0" y="2789"/>
                    <a:pt x="13" y="2946"/>
                  </a:cubicBezTo>
                  <a:cubicBezTo>
                    <a:pt x="0" y="3103"/>
                    <a:pt x="131" y="3234"/>
                    <a:pt x="288" y="3234"/>
                  </a:cubicBezTo>
                  <a:cubicBezTo>
                    <a:pt x="681" y="3234"/>
                    <a:pt x="681" y="2645"/>
                    <a:pt x="288" y="26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08" name="Google Shape;608;p1"/>
          <p:cNvGrpSpPr/>
          <p:nvPr/>
        </p:nvGrpSpPr>
        <p:grpSpPr>
          <a:xfrm rot="1101690">
            <a:off x="7564815" y="522802"/>
            <a:ext cx="907472" cy="839084"/>
            <a:chOff x="1774150" y="1280375"/>
            <a:chExt cx="443200" cy="409800"/>
          </a:xfrm>
        </p:grpSpPr>
        <p:sp>
          <p:nvSpPr>
            <p:cNvPr id="609" name="Google Shape;609;p1"/>
            <p:cNvSpPr/>
            <p:nvPr/>
          </p:nvSpPr>
          <p:spPr>
            <a:xfrm>
              <a:off x="1774150" y="1280375"/>
              <a:ext cx="443200" cy="409800"/>
            </a:xfrm>
            <a:custGeom>
              <a:rect b="b" l="l" r="r" t="t"/>
              <a:pathLst>
                <a:path extrusionOk="0" h="16392" w="17728">
                  <a:moveTo>
                    <a:pt x="6625" y="0"/>
                  </a:moveTo>
                  <a:lnTo>
                    <a:pt x="6625" y="0"/>
                  </a:lnTo>
                  <a:cubicBezTo>
                    <a:pt x="4661" y="26"/>
                    <a:pt x="2986" y="406"/>
                    <a:pt x="1716" y="2566"/>
                  </a:cubicBezTo>
                  <a:cubicBezTo>
                    <a:pt x="956" y="3823"/>
                    <a:pt x="485" y="5237"/>
                    <a:pt x="1" y="6625"/>
                  </a:cubicBezTo>
                  <a:cubicBezTo>
                    <a:pt x="1166" y="6913"/>
                    <a:pt x="2370" y="7057"/>
                    <a:pt x="3562" y="7096"/>
                  </a:cubicBezTo>
                  <a:cubicBezTo>
                    <a:pt x="3405" y="7096"/>
                    <a:pt x="3444" y="15802"/>
                    <a:pt x="3444" y="16391"/>
                  </a:cubicBezTo>
                  <a:lnTo>
                    <a:pt x="14297" y="16391"/>
                  </a:lnTo>
                  <a:cubicBezTo>
                    <a:pt x="14297" y="15789"/>
                    <a:pt x="14337" y="7096"/>
                    <a:pt x="14179" y="7096"/>
                  </a:cubicBezTo>
                  <a:cubicBezTo>
                    <a:pt x="15371" y="7057"/>
                    <a:pt x="16562" y="6913"/>
                    <a:pt x="17727" y="6625"/>
                  </a:cubicBezTo>
                  <a:cubicBezTo>
                    <a:pt x="17256" y="5237"/>
                    <a:pt x="16772" y="3823"/>
                    <a:pt x="16012" y="2566"/>
                  </a:cubicBezTo>
                  <a:cubicBezTo>
                    <a:pt x="14742" y="406"/>
                    <a:pt x="13067" y="26"/>
                    <a:pt x="11103" y="0"/>
                  </a:cubicBezTo>
                  <a:lnTo>
                    <a:pt x="11103" y="0"/>
                  </a:lnTo>
                  <a:cubicBezTo>
                    <a:pt x="11142" y="157"/>
                    <a:pt x="11155" y="314"/>
                    <a:pt x="11155" y="471"/>
                  </a:cubicBezTo>
                  <a:cubicBezTo>
                    <a:pt x="11155" y="1741"/>
                    <a:pt x="10134" y="2762"/>
                    <a:pt x="8864" y="2762"/>
                  </a:cubicBezTo>
                  <a:cubicBezTo>
                    <a:pt x="7594" y="2762"/>
                    <a:pt x="6573" y="1741"/>
                    <a:pt x="6573" y="471"/>
                  </a:cubicBezTo>
                  <a:cubicBezTo>
                    <a:pt x="6573" y="314"/>
                    <a:pt x="6586" y="157"/>
                    <a:pt x="6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0" name="Google Shape;610;p1"/>
            <p:cNvSpPr/>
            <p:nvPr/>
          </p:nvSpPr>
          <p:spPr>
            <a:xfrm>
              <a:off x="1859900" y="1386975"/>
              <a:ext cx="22300" cy="73425"/>
            </a:xfrm>
            <a:custGeom>
              <a:rect b="b" l="l" r="r" t="t"/>
              <a:pathLst>
                <a:path extrusionOk="0" h="2937" w="892">
                  <a:moveTo>
                    <a:pt x="804" y="1"/>
                  </a:moveTo>
                  <a:cubicBezTo>
                    <a:pt x="769" y="1"/>
                    <a:pt x="734" y="24"/>
                    <a:pt x="734" y="56"/>
                  </a:cubicBezTo>
                  <a:lnTo>
                    <a:pt x="1" y="2845"/>
                  </a:lnTo>
                  <a:cubicBezTo>
                    <a:pt x="1" y="2884"/>
                    <a:pt x="14" y="2924"/>
                    <a:pt x="66" y="2937"/>
                  </a:cubicBezTo>
                  <a:lnTo>
                    <a:pt x="79" y="2937"/>
                  </a:lnTo>
                  <a:cubicBezTo>
                    <a:pt x="119" y="2937"/>
                    <a:pt x="158" y="2910"/>
                    <a:pt x="158" y="2884"/>
                  </a:cubicBezTo>
                  <a:lnTo>
                    <a:pt x="891" y="96"/>
                  </a:lnTo>
                  <a:cubicBezTo>
                    <a:pt x="891" y="56"/>
                    <a:pt x="865" y="4"/>
                    <a:pt x="826" y="4"/>
                  </a:cubicBezTo>
                  <a:cubicBezTo>
                    <a:pt x="819" y="2"/>
                    <a:pt x="811" y="1"/>
                    <a:pt x="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1" name="Google Shape;611;p1"/>
            <p:cNvSpPr/>
            <p:nvPr/>
          </p:nvSpPr>
          <p:spPr>
            <a:xfrm>
              <a:off x="2101125" y="1392925"/>
              <a:ext cx="31125" cy="66175"/>
            </a:xfrm>
            <a:custGeom>
              <a:rect b="b" l="l" r="r" t="t"/>
              <a:pathLst>
                <a:path extrusionOk="0" h="2647" w="1245">
                  <a:moveTo>
                    <a:pt x="101" y="1"/>
                  </a:moveTo>
                  <a:cubicBezTo>
                    <a:pt x="85" y="1"/>
                    <a:pt x="68" y="5"/>
                    <a:pt x="53" y="15"/>
                  </a:cubicBezTo>
                  <a:cubicBezTo>
                    <a:pt x="14" y="41"/>
                    <a:pt x="1" y="93"/>
                    <a:pt x="27" y="120"/>
                  </a:cubicBezTo>
                  <a:cubicBezTo>
                    <a:pt x="551" y="866"/>
                    <a:pt x="904" y="1704"/>
                    <a:pt x="1074" y="2581"/>
                  </a:cubicBezTo>
                  <a:cubicBezTo>
                    <a:pt x="1087" y="2620"/>
                    <a:pt x="1127" y="2646"/>
                    <a:pt x="1153" y="2646"/>
                  </a:cubicBezTo>
                  <a:lnTo>
                    <a:pt x="1179" y="2646"/>
                  </a:lnTo>
                  <a:cubicBezTo>
                    <a:pt x="1218" y="2633"/>
                    <a:pt x="1244" y="2594"/>
                    <a:pt x="1231" y="2555"/>
                  </a:cubicBezTo>
                  <a:cubicBezTo>
                    <a:pt x="1048" y="1651"/>
                    <a:pt x="695" y="787"/>
                    <a:pt x="158" y="28"/>
                  </a:cubicBezTo>
                  <a:cubicBezTo>
                    <a:pt x="150" y="12"/>
                    <a:pt x="127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2" name="Google Shape;612;p1"/>
          <p:cNvGrpSpPr/>
          <p:nvPr/>
        </p:nvGrpSpPr>
        <p:grpSpPr>
          <a:xfrm rot="598253">
            <a:off x="5650541" y="1511484"/>
            <a:ext cx="802718" cy="723883"/>
            <a:chOff x="1078950" y="1619675"/>
            <a:chExt cx="462525" cy="417100"/>
          </a:xfrm>
        </p:grpSpPr>
        <p:sp>
          <p:nvSpPr>
            <p:cNvPr id="613" name="Google Shape;613;p1"/>
            <p:cNvSpPr/>
            <p:nvPr/>
          </p:nvSpPr>
          <p:spPr>
            <a:xfrm>
              <a:off x="1078950" y="1619675"/>
              <a:ext cx="462525" cy="417100"/>
            </a:xfrm>
            <a:custGeom>
              <a:rect b="b" l="l" r="r" t="t"/>
              <a:pathLst>
                <a:path extrusionOk="0" h="16684" w="18501">
                  <a:moveTo>
                    <a:pt x="8236" y="0"/>
                  </a:moveTo>
                  <a:cubicBezTo>
                    <a:pt x="7952" y="0"/>
                    <a:pt x="7668" y="10"/>
                    <a:pt x="7385" y="31"/>
                  </a:cubicBezTo>
                  <a:cubicBezTo>
                    <a:pt x="5002" y="214"/>
                    <a:pt x="3968" y="1484"/>
                    <a:pt x="3104" y="3147"/>
                  </a:cubicBezTo>
                  <a:cubicBezTo>
                    <a:pt x="4361" y="3474"/>
                    <a:pt x="5054" y="4822"/>
                    <a:pt x="4609" y="6040"/>
                  </a:cubicBezTo>
                  <a:cubicBezTo>
                    <a:pt x="4275" y="6928"/>
                    <a:pt x="3440" y="7461"/>
                    <a:pt x="2560" y="7461"/>
                  </a:cubicBezTo>
                  <a:cubicBezTo>
                    <a:pt x="2233" y="7461"/>
                    <a:pt x="1900" y="7387"/>
                    <a:pt x="1585" y="7231"/>
                  </a:cubicBezTo>
                  <a:cubicBezTo>
                    <a:pt x="1454" y="7166"/>
                    <a:pt x="1323" y="7087"/>
                    <a:pt x="1205" y="6996"/>
                  </a:cubicBezTo>
                  <a:lnTo>
                    <a:pt x="1205" y="6996"/>
                  </a:lnTo>
                  <a:cubicBezTo>
                    <a:pt x="394" y="8685"/>
                    <a:pt x="1" y="10282"/>
                    <a:pt x="1310" y="12285"/>
                  </a:cubicBezTo>
                  <a:cubicBezTo>
                    <a:pt x="2069" y="13476"/>
                    <a:pt x="3077" y="14471"/>
                    <a:pt x="4072" y="15479"/>
                  </a:cubicBezTo>
                  <a:cubicBezTo>
                    <a:pt x="4806" y="14602"/>
                    <a:pt x="5447" y="13633"/>
                    <a:pt x="5971" y="12625"/>
                  </a:cubicBezTo>
                  <a:lnTo>
                    <a:pt x="5971" y="12625"/>
                  </a:lnTo>
                  <a:cubicBezTo>
                    <a:pt x="5905" y="12769"/>
                    <a:pt x="13381" y="16422"/>
                    <a:pt x="13892" y="16684"/>
                  </a:cubicBezTo>
                  <a:lnTo>
                    <a:pt x="18500" y="7389"/>
                  </a:lnTo>
                  <a:cubicBezTo>
                    <a:pt x="17985" y="7131"/>
                    <a:pt x="10795" y="3536"/>
                    <a:pt x="10485" y="3536"/>
                  </a:cubicBezTo>
                  <a:cubicBezTo>
                    <a:pt x="10479" y="3536"/>
                    <a:pt x="10476" y="3537"/>
                    <a:pt x="10475" y="3539"/>
                  </a:cubicBezTo>
                  <a:cubicBezTo>
                    <a:pt x="10959" y="2505"/>
                    <a:pt x="11339" y="1419"/>
                    <a:pt x="11600" y="293"/>
                  </a:cubicBezTo>
                  <a:cubicBezTo>
                    <a:pt x="10483" y="146"/>
                    <a:pt x="9357" y="0"/>
                    <a:pt x="8236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4" name="Google Shape;614;p1"/>
            <p:cNvSpPr/>
            <p:nvPr/>
          </p:nvSpPr>
          <p:spPr>
            <a:xfrm>
              <a:off x="1173625" y="1889650"/>
              <a:ext cx="56900" cy="48950"/>
            </a:xfrm>
            <a:custGeom>
              <a:rect b="b" l="l" r="r" t="t"/>
              <a:pathLst>
                <a:path extrusionOk="0" h="1958" w="2276">
                  <a:moveTo>
                    <a:pt x="118" y="0"/>
                  </a:moveTo>
                  <a:cubicBezTo>
                    <a:pt x="54" y="0"/>
                    <a:pt x="1" y="86"/>
                    <a:pt x="63" y="137"/>
                  </a:cubicBezTo>
                  <a:lnTo>
                    <a:pt x="2145" y="1944"/>
                  </a:lnTo>
                  <a:cubicBezTo>
                    <a:pt x="2158" y="1957"/>
                    <a:pt x="2171" y="1957"/>
                    <a:pt x="2197" y="1957"/>
                  </a:cubicBezTo>
                  <a:cubicBezTo>
                    <a:pt x="2210" y="1957"/>
                    <a:pt x="2236" y="1957"/>
                    <a:pt x="2249" y="1931"/>
                  </a:cubicBezTo>
                  <a:cubicBezTo>
                    <a:pt x="2276" y="1905"/>
                    <a:pt x="2276" y="1853"/>
                    <a:pt x="2249" y="1813"/>
                  </a:cubicBezTo>
                  <a:lnTo>
                    <a:pt x="168" y="20"/>
                  </a:lnTo>
                  <a:cubicBezTo>
                    <a:pt x="151" y="6"/>
                    <a:pt x="134" y="0"/>
                    <a:pt x="11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5" name="Google Shape;615;p1"/>
            <p:cNvSpPr/>
            <p:nvPr/>
          </p:nvSpPr>
          <p:spPr>
            <a:xfrm>
              <a:off x="1274350" y="1699100"/>
              <a:ext cx="69100" cy="9400"/>
            </a:xfrm>
            <a:custGeom>
              <a:rect b="b" l="l" r="r" t="t"/>
              <a:pathLst>
                <a:path extrusionOk="0" h="376" w="2764">
                  <a:moveTo>
                    <a:pt x="1063" y="0"/>
                  </a:moveTo>
                  <a:cubicBezTo>
                    <a:pt x="735" y="0"/>
                    <a:pt x="407" y="25"/>
                    <a:pt x="79" y="74"/>
                  </a:cubicBezTo>
                  <a:cubicBezTo>
                    <a:pt x="40" y="74"/>
                    <a:pt x="1" y="114"/>
                    <a:pt x="14" y="153"/>
                  </a:cubicBezTo>
                  <a:cubicBezTo>
                    <a:pt x="27" y="205"/>
                    <a:pt x="66" y="232"/>
                    <a:pt x="106" y="232"/>
                  </a:cubicBezTo>
                  <a:cubicBezTo>
                    <a:pt x="413" y="184"/>
                    <a:pt x="723" y="161"/>
                    <a:pt x="1032" y="161"/>
                  </a:cubicBezTo>
                  <a:cubicBezTo>
                    <a:pt x="1577" y="161"/>
                    <a:pt x="2119" y="233"/>
                    <a:pt x="2645" y="376"/>
                  </a:cubicBezTo>
                  <a:lnTo>
                    <a:pt x="2672" y="376"/>
                  </a:lnTo>
                  <a:cubicBezTo>
                    <a:pt x="2711" y="376"/>
                    <a:pt x="2737" y="349"/>
                    <a:pt x="2750" y="310"/>
                  </a:cubicBezTo>
                  <a:cubicBezTo>
                    <a:pt x="2763" y="271"/>
                    <a:pt x="2737" y="232"/>
                    <a:pt x="2698" y="218"/>
                  </a:cubicBezTo>
                  <a:cubicBezTo>
                    <a:pt x="2157" y="71"/>
                    <a:pt x="1611" y="0"/>
                    <a:pt x="10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16" name="Google Shape;616;p1"/>
          <p:cNvGrpSpPr/>
          <p:nvPr/>
        </p:nvGrpSpPr>
        <p:grpSpPr>
          <a:xfrm>
            <a:off x="6897640" y="1843809"/>
            <a:ext cx="714071" cy="538612"/>
            <a:chOff x="1056050" y="2184175"/>
            <a:chExt cx="411450" cy="310350"/>
          </a:xfrm>
        </p:grpSpPr>
        <p:sp>
          <p:nvSpPr>
            <p:cNvPr id="617" name="Google Shape;617;p1"/>
            <p:cNvSpPr/>
            <p:nvPr/>
          </p:nvSpPr>
          <p:spPr>
            <a:xfrm>
              <a:off x="1056050" y="2184175"/>
              <a:ext cx="411450" cy="310350"/>
            </a:xfrm>
            <a:custGeom>
              <a:rect b="b" l="l" r="r" t="t"/>
              <a:pathLst>
                <a:path extrusionOk="0" h="12414" w="16458">
                  <a:moveTo>
                    <a:pt x="13881" y="0"/>
                  </a:moveTo>
                  <a:cubicBezTo>
                    <a:pt x="13867" y="0"/>
                    <a:pt x="13852" y="3"/>
                    <a:pt x="13839" y="9"/>
                  </a:cubicBezTo>
                  <a:lnTo>
                    <a:pt x="118" y="4211"/>
                  </a:lnTo>
                  <a:cubicBezTo>
                    <a:pt x="40" y="4237"/>
                    <a:pt x="0" y="4316"/>
                    <a:pt x="27" y="4381"/>
                  </a:cubicBezTo>
                  <a:lnTo>
                    <a:pt x="2449" y="12315"/>
                  </a:lnTo>
                  <a:cubicBezTo>
                    <a:pt x="2470" y="12369"/>
                    <a:pt x="2527" y="12414"/>
                    <a:pt x="2590" y="12414"/>
                  </a:cubicBezTo>
                  <a:cubicBezTo>
                    <a:pt x="2604" y="12414"/>
                    <a:pt x="2618" y="12411"/>
                    <a:pt x="2632" y="12407"/>
                  </a:cubicBezTo>
                  <a:lnTo>
                    <a:pt x="16353" y="8191"/>
                  </a:lnTo>
                  <a:cubicBezTo>
                    <a:pt x="16418" y="8178"/>
                    <a:pt x="16457" y="8099"/>
                    <a:pt x="16444" y="8021"/>
                  </a:cubicBezTo>
                  <a:lnTo>
                    <a:pt x="14009" y="100"/>
                  </a:lnTo>
                  <a:cubicBezTo>
                    <a:pt x="13988" y="38"/>
                    <a:pt x="13935" y="0"/>
                    <a:pt x="13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8" name="Google Shape;618;p1"/>
            <p:cNvSpPr/>
            <p:nvPr/>
          </p:nvSpPr>
          <p:spPr>
            <a:xfrm>
              <a:off x="1102525" y="2336900"/>
              <a:ext cx="357125" cy="131275"/>
            </a:xfrm>
            <a:custGeom>
              <a:rect b="b" l="l" r="r" t="t"/>
              <a:pathLst>
                <a:path extrusionOk="0" h="5251" w="14285">
                  <a:moveTo>
                    <a:pt x="13996" y="0"/>
                  </a:moveTo>
                  <a:lnTo>
                    <a:pt x="0" y="4282"/>
                  </a:lnTo>
                  <a:lnTo>
                    <a:pt x="302" y="5250"/>
                  </a:lnTo>
                  <a:lnTo>
                    <a:pt x="14284" y="956"/>
                  </a:lnTo>
                  <a:lnTo>
                    <a:pt x="139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19" name="Google Shape;619;p1"/>
            <p:cNvSpPr/>
            <p:nvPr/>
          </p:nvSpPr>
          <p:spPr>
            <a:xfrm>
              <a:off x="1085175" y="2281175"/>
              <a:ext cx="92975" cy="67950"/>
            </a:xfrm>
            <a:custGeom>
              <a:rect b="b" l="l" r="r" t="t"/>
              <a:pathLst>
                <a:path extrusionOk="0" h="2718" w="3719">
                  <a:moveTo>
                    <a:pt x="3117" y="0"/>
                  </a:moveTo>
                  <a:cubicBezTo>
                    <a:pt x="3108" y="0"/>
                    <a:pt x="3099" y="2"/>
                    <a:pt x="3090" y="4"/>
                  </a:cubicBezTo>
                  <a:lnTo>
                    <a:pt x="79" y="933"/>
                  </a:lnTo>
                  <a:cubicBezTo>
                    <a:pt x="27" y="946"/>
                    <a:pt x="1" y="999"/>
                    <a:pt x="14" y="1051"/>
                  </a:cubicBezTo>
                  <a:lnTo>
                    <a:pt x="498" y="2648"/>
                  </a:lnTo>
                  <a:cubicBezTo>
                    <a:pt x="509" y="2692"/>
                    <a:pt x="556" y="2717"/>
                    <a:pt x="601" y="2717"/>
                  </a:cubicBezTo>
                  <a:cubicBezTo>
                    <a:pt x="611" y="2717"/>
                    <a:pt x="620" y="2716"/>
                    <a:pt x="629" y="2714"/>
                  </a:cubicBezTo>
                  <a:lnTo>
                    <a:pt x="3640" y="1784"/>
                  </a:lnTo>
                  <a:cubicBezTo>
                    <a:pt x="3693" y="1771"/>
                    <a:pt x="3719" y="1719"/>
                    <a:pt x="3706" y="1666"/>
                  </a:cubicBezTo>
                  <a:lnTo>
                    <a:pt x="3208" y="69"/>
                  </a:lnTo>
                  <a:cubicBezTo>
                    <a:pt x="3197" y="26"/>
                    <a:pt x="3160" y="0"/>
                    <a:pt x="3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0" name="Google Shape;620;p1"/>
            <p:cNvSpPr/>
            <p:nvPr/>
          </p:nvSpPr>
          <p:spPr>
            <a:xfrm>
              <a:off x="1115950" y="2370600"/>
              <a:ext cx="124400" cy="55025"/>
            </a:xfrm>
            <a:custGeom>
              <a:rect b="b" l="l" r="r" t="t"/>
              <a:pathLst>
                <a:path extrusionOk="0" h="2201" w="4976">
                  <a:moveTo>
                    <a:pt x="4753" y="1"/>
                  </a:moveTo>
                  <a:lnTo>
                    <a:pt x="0" y="1454"/>
                  </a:lnTo>
                  <a:lnTo>
                    <a:pt x="236" y="2200"/>
                  </a:lnTo>
                  <a:lnTo>
                    <a:pt x="4975" y="747"/>
                  </a:lnTo>
                  <a:lnTo>
                    <a:pt x="47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1" name="Google Shape;621;p1"/>
          <p:cNvSpPr/>
          <p:nvPr/>
        </p:nvSpPr>
        <p:spPr>
          <a:xfrm>
            <a:off x="5769822" y="515687"/>
            <a:ext cx="302237" cy="568376"/>
          </a:xfrm>
          <a:custGeom>
            <a:rect b="b" l="l" r="r" t="t"/>
            <a:pathLst>
              <a:path extrusionOk="0" h="13100" w="6966">
                <a:moveTo>
                  <a:pt x="5945" y="0"/>
                </a:moveTo>
                <a:cubicBezTo>
                  <a:pt x="5682" y="0"/>
                  <a:pt x="5397" y="64"/>
                  <a:pt x="5133" y="138"/>
                </a:cubicBezTo>
                <a:cubicBezTo>
                  <a:pt x="3313" y="623"/>
                  <a:pt x="1624" y="2181"/>
                  <a:pt x="1" y="3150"/>
                </a:cubicBezTo>
                <a:lnTo>
                  <a:pt x="407" y="3974"/>
                </a:lnTo>
                <a:cubicBezTo>
                  <a:pt x="564" y="3909"/>
                  <a:pt x="708" y="3830"/>
                  <a:pt x="839" y="3752"/>
                </a:cubicBezTo>
                <a:cubicBezTo>
                  <a:pt x="1559" y="3320"/>
                  <a:pt x="2331" y="3006"/>
                  <a:pt x="3156" y="2835"/>
                </a:cubicBezTo>
                <a:lnTo>
                  <a:pt x="3156" y="2835"/>
                </a:lnTo>
                <a:cubicBezTo>
                  <a:pt x="3392" y="3726"/>
                  <a:pt x="2842" y="4655"/>
                  <a:pt x="2527" y="5467"/>
                </a:cubicBezTo>
                <a:cubicBezTo>
                  <a:pt x="2357" y="5860"/>
                  <a:pt x="2108" y="6370"/>
                  <a:pt x="2082" y="6815"/>
                </a:cubicBezTo>
                <a:cubicBezTo>
                  <a:pt x="2056" y="7680"/>
                  <a:pt x="2593" y="8491"/>
                  <a:pt x="2999" y="9211"/>
                </a:cubicBezTo>
                <a:cubicBezTo>
                  <a:pt x="3405" y="9944"/>
                  <a:pt x="3797" y="10665"/>
                  <a:pt x="4203" y="11385"/>
                </a:cubicBezTo>
                <a:cubicBezTo>
                  <a:pt x="4531" y="11974"/>
                  <a:pt x="4884" y="12615"/>
                  <a:pt x="5447" y="12995"/>
                </a:cubicBezTo>
                <a:cubicBezTo>
                  <a:pt x="5539" y="13073"/>
                  <a:pt x="5643" y="13100"/>
                  <a:pt x="5761" y="13100"/>
                </a:cubicBezTo>
                <a:cubicBezTo>
                  <a:pt x="5879" y="13073"/>
                  <a:pt x="5971" y="12982"/>
                  <a:pt x="6010" y="12864"/>
                </a:cubicBezTo>
                <a:cubicBezTo>
                  <a:pt x="6036" y="12746"/>
                  <a:pt x="6049" y="12628"/>
                  <a:pt x="6036" y="12511"/>
                </a:cubicBezTo>
                <a:cubicBezTo>
                  <a:pt x="6023" y="11817"/>
                  <a:pt x="6036" y="11136"/>
                  <a:pt x="6036" y="10442"/>
                </a:cubicBezTo>
                <a:cubicBezTo>
                  <a:pt x="6023" y="10102"/>
                  <a:pt x="5984" y="9761"/>
                  <a:pt x="5918" y="9421"/>
                </a:cubicBezTo>
                <a:lnTo>
                  <a:pt x="5866" y="9421"/>
                </a:lnTo>
                <a:lnTo>
                  <a:pt x="5054" y="9355"/>
                </a:lnTo>
                <a:cubicBezTo>
                  <a:pt x="5044" y="9359"/>
                  <a:pt x="5033" y="9360"/>
                  <a:pt x="5023" y="9360"/>
                </a:cubicBezTo>
                <a:cubicBezTo>
                  <a:pt x="4994" y="9360"/>
                  <a:pt x="4965" y="9348"/>
                  <a:pt x="4936" y="9329"/>
                </a:cubicBezTo>
                <a:cubicBezTo>
                  <a:pt x="4910" y="9290"/>
                  <a:pt x="4897" y="9251"/>
                  <a:pt x="4897" y="9211"/>
                </a:cubicBezTo>
                <a:cubicBezTo>
                  <a:pt x="4701" y="7837"/>
                  <a:pt x="4714" y="6331"/>
                  <a:pt x="5133" y="4996"/>
                </a:cubicBezTo>
                <a:cubicBezTo>
                  <a:pt x="5460" y="3935"/>
                  <a:pt x="6311" y="3150"/>
                  <a:pt x="6717" y="2128"/>
                </a:cubicBezTo>
                <a:cubicBezTo>
                  <a:pt x="6913" y="1696"/>
                  <a:pt x="6966" y="1199"/>
                  <a:pt x="6874" y="728"/>
                </a:cubicBezTo>
                <a:cubicBezTo>
                  <a:pt x="6744" y="168"/>
                  <a:pt x="6374" y="0"/>
                  <a:pt x="5945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22" name="Google Shape;622;p1"/>
          <p:cNvGrpSpPr/>
          <p:nvPr/>
        </p:nvGrpSpPr>
        <p:grpSpPr>
          <a:xfrm>
            <a:off x="8056086" y="1286892"/>
            <a:ext cx="673174" cy="862229"/>
            <a:chOff x="423050" y="2039550"/>
            <a:chExt cx="318150" cy="407500"/>
          </a:xfrm>
        </p:grpSpPr>
        <p:sp>
          <p:nvSpPr>
            <p:cNvPr id="623" name="Google Shape;623;p1"/>
            <p:cNvSpPr/>
            <p:nvPr/>
          </p:nvSpPr>
          <p:spPr>
            <a:xfrm>
              <a:off x="423050" y="2039550"/>
              <a:ext cx="318150" cy="407500"/>
            </a:xfrm>
            <a:custGeom>
              <a:rect b="b" l="l" r="r" t="t"/>
              <a:pathLst>
                <a:path extrusionOk="0" h="16300" w="12726">
                  <a:moveTo>
                    <a:pt x="11315" y="0"/>
                  </a:moveTo>
                  <a:cubicBezTo>
                    <a:pt x="11239" y="0"/>
                    <a:pt x="11163" y="35"/>
                    <a:pt x="11115" y="98"/>
                  </a:cubicBezTo>
                  <a:lnTo>
                    <a:pt x="79" y="15076"/>
                  </a:lnTo>
                  <a:cubicBezTo>
                    <a:pt x="0" y="15181"/>
                    <a:pt x="26" y="15338"/>
                    <a:pt x="131" y="15416"/>
                  </a:cubicBezTo>
                  <a:lnTo>
                    <a:pt x="1270" y="16254"/>
                  </a:lnTo>
                  <a:cubicBezTo>
                    <a:pt x="1311" y="16285"/>
                    <a:pt x="1361" y="16300"/>
                    <a:pt x="1410" y="16300"/>
                  </a:cubicBezTo>
                  <a:cubicBezTo>
                    <a:pt x="1486" y="16300"/>
                    <a:pt x="1563" y="16265"/>
                    <a:pt x="1610" y="16202"/>
                  </a:cubicBezTo>
                  <a:lnTo>
                    <a:pt x="12647" y="1224"/>
                  </a:lnTo>
                  <a:cubicBezTo>
                    <a:pt x="12726" y="1120"/>
                    <a:pt x="12700" y="963"/>
                    <a:pt x="12595" y="884"/>
                  </a:cubicBezTo>
                  <a:lnTo>
                    <a:pt x="11456" y="46"/>
                  </a:lnTo>
                  <a:cubicBezTo>
                    <a:pt x="11414" y="15"/>
                    <a:pt x="11365" y="0"/>
                    <a:pt x="1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"/>
            <p:cNvSpPr/>
            <p:nvPr/>
          </p:nvSpPr>
          <p:spPr>
            <a:xfrm>
              <a:off x="529150" y="2194150"/>
              <a:ext cx="108300" cy="97850"/>
            </a:xfrm>
            <a:custGeom>
              <a:rect b="b" l="l" r="r" t="t"/>
              <a:pathLst>
                <a:path extrusionOk="0" h="3914" w="4332">
                  <a:moveTo>
                    <a:pt x="2136" y="0"/>
                  </a:moveTo>
                  <a:cubicBezTo>
                    <a:pt x="1023" y="0"/>
                    <a:pt x="0" y="972"/>
                    <a:pt x="194" y="2254"/>
                  </a:cubicBezTo>
                  <a:cubicBezTo>
                    <a:pt x="354" y="3301"/>
                    <a:pt x="1236" y="3914"/>
                    <a:pt x="2134" y="3914"/>
                  </a:cubicBezTo>
                  <a:cubicBezTo>
                    <a:pt x="2707" y="3914"/>
                    <a:pt x="3287" y="3664"/>
                    <a:pt x="3690" y="3118"/>
                  </a:cubicBezTo>
                  <a:cubicBezTo>
                    <a:pt x="4331" y="2254"/>
                    <a:pt x="4148" y="1023"/>
                    <a:pt x="3284" y="382"/>
                  </a:cubicBezTo>
                  <a:cubicBezTo>
                    <a:pt x="2922" y="118"/>
                    <a:pt x="2524" y="0"/>
                    <a:pt x="2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"/>
            <p:cNvSpPr/>
            <p:nvPr/>
          </p:nvSpPr>
          <p:spPr>
            <a:xfrm>
              <a:off x="576875" y="2211900"/>
              <a:ext cx="34050" cy="52700"/>
            </a:xfrm>
            <a:custGeom>
              <a:rect b="b" l="l" r="r" t="t"/>
              <a:pathLst>
                <a:path extrusionOk="0" h="2108" w="1362">
                  <a:moveTo>
                    <a:pt x="1076" y="1"/>
                  </a:moveTo>
                  <a:cubicBezTo>
                    <a:pt x="1052" y="1"/>
                    <a:pt x="1028" y="12"/>
                    <a:pt x="1009" y="39"/>
                  </a:cubicBezTo>
                  <a:lnTo>
                    <a:pt x="0" y="1400"/>
                  </a:lnTo>
                  <a:lnTo>
                    <a:pt x="1218" y="2094"/>
                  </a:lnTo>
                  <a:cubicBezTo>
                    <a:pt x="1231" y="2094"/>
                    <a:pt x="1244" y="2107"/>
                    <a:pt x="1257" y="2107"/>
                  </a:cubicBezTo>
                  <a:cubicBezTo>
                    <a:pt x="1336" y="2107"/>
                    <a:pt x="1362" y="1989"/>
                    <a:pt x="1297" y="1950"/>
                  </a:cubicBezTo>
                  <a:lnTo>
                    <a:pt x="236" y="1348"/>
                  </a:lnTo>
                  <a:lnTo>
                    <a:pt x="1139" y="130"/>
                  </a:lnTo>
                  <a:cubicBezTo>
                    <a:pt x="1186" y="65"/>
                    <a:pt x="1134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"/>
            <p:cNvSpPr/>
            <p:nvPr/>
          </p:nvSpPr>
          <p:spPr>
            <a:xfrm>
              <a:off x="620100" y="2171075"/>
              <a:ext cx="19650" cy="17700"/>
            </a:xfrm>
            <a:custGeom>
              <a:rect b="b" l="l" r="r" t="t"/>
              <a:pathLst>
                <a:path extrusionOk="0" h="708" w="786">
                  <a:moveTo>
                    <a:pt x="386" y="0"/>
                  </a:moveTo>
                  <a:cubicBezTo>
                    <a:pt x="182" y="0"/>
                    <a:pt x="0" y="179"/>
                    <a:pt x="39" y="402"/>
                  </a:cubicBezTo>
                  <a:cubicBezTo>
                    <a:pt x="63" y="593"/>
                    <a:pt x="223" y="707"/>
                    <a:pt x="386" y="707"/>
                  </a:cubicBezTo>
                  <a:cubicBezTo>
                    <a:pt x="491" y="707"/>
                    <a:pt x="596" y="661"/>
                    <a:pt x="667" y="559"/>
                  </a:cubicBezTo>
                  <a:cubicBezTo>
                    <a:pt x="785" y="402"/>
                    <a:pt x="746" y="192"/>
                    <a:pt x="602" y="74"/>
                  </a:cubicBezTo>
                  <a:cubicBezTo>
                    <a:pt x="533" y="23"/>
                    <a:pt x="458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"/>
            <p:cNvSpPr/>
            <p:nvPr/>
          </p:nvSpPr>
          <p:spPr>
            <a:xfrm>
              <a:off x="641050" y="2142550"/>
              <a:ext cx="19650" cy="17750"/>
            </a:xfrm>
            <a:custGeom>
              <a:rect b="b" l="l" r="r" t="t"/>
              <a:pathLst>
                <a:path extrusionOk="0" h="710" w="786">
                  <a:moveTo>
                    <a:pt x="386" y="0"/>
                  </a:moveTo>
                  <a:cubicBezTo>
                    <a:pt x="186" y="0"/>
                    <a:pt x="0" y="174"/>
                    <a:pt x="39" y="404"/>
                  </a:cubicBezTo>
                  <a:cubicBezTo>
                    <a:pt x="71" y="595"/>
                    <a:pt x="229" y="709"/>
                    <a:pt x="393" y="709"/>
                  </a:cubicBezTo>
                  <a:cubicBezTo>
                    <a:pt x="497" y="709"/>
                    <a:pt x="604" y="663"/>
                    <a:pt x="680" y="561"/>
                  </a:cubicBezTo>
                  <a:cubicBezTo>
                    <a:pt x="785" y="404"/>
                    <a:pt x="759" y="194"/>
                    <a:pt x="602" y="76"/>
                  </a:cubicBezTo>
                  <a:cubicBezTo>
                    <a:pt x="535" y="23"/>
                    <a:pt x="460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"/>
            <p:cNvSpPr/>
            <p:nvPr/>
          </p:nvSpPr>
          <p:spPr>
            <a:xfrm>
              <a:off x="662225" y="2113925"/>
              <a:ext cx="19750" cy="17750"/>
            </a:xfrm>
            <a:custGeom>
              <a:rect b="b" l="l" r="r" t="t"/>
              <a:pathLst>
                <a:path extrusionOk="0" h="710" w="790">
                  <a:moveTo>
                    <a:pt x="388" y="1"/>
                  </a:moveTo>
                  <a:cubicBezTo>
                    <a:pt x="188" y="1"/>
                    <a:pt x="0" y="176"/>
                    <a:pt x="30" y="410"/>
                  </a:cubicBezTo>
                  <a:cubicBezTo>
                    <a:pt x="61" y="601"/>
                    <a:pt x="224" y="709"/>
                    <a:pt x="388" y="709"/>
                  </a:cubicBezTo>
                  <a:cubicBezTo>
                    <a:pt x="493" y="709"/>
                    <a:pt x="599" y="664"/>
                    <a:pt x="671" y="567"/>
                  </a:cubicBezTo>
                  <a:cubicBezTo>
                    <a:pt x="789" y="410"/>
                    <a:pt x="750" y="187"/>
                    <a:pt x="593" y="69"/>
                  </a:cubicBezTo>
                  <a:cubicBezTo>
                    <a:pt x="529" y="22"/>
                    <a:pt x="457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29" name="Google Shape;629;p1"/>
          <p:cNvSpPr/>
          <p:nvPr/>
        </p:nvSpPr>
        <p:spPr>
          <a:xfrm>
            <a:off x="8439262" y="2579253"/>
            <a:ext cx="171034" cy="294297"/>
          </a:xfrm>
          <a:custGeom>
            <a:rect b="b" l="l" r="r" t="t"/>
            <a:pathLst>
              <a:path extrusionOk="0" h="6783" w="3942">
                <a:moveTo>
                  <a:pt x="2161" y="1"/>
                </a:moveTo>
                <a:lnTo>
                  <a:pt x="2082" y="577"/>
                </a:lnTo>
                <a:cubicBezTo>
                  <a:pt x="2059" y="576"/>
                  <a:pt x="2035" y="576"/>
                  <a:pt x="2012" y="576"/>
                </a:cubicBezTo>
                <a:cubicBezTo>
                  <a:pt x="1198" y="576"/>
                  <a:pt x="626" y="1017"/>
                  <a:pt x="511" y="1755"/>
                </a:cubicBezTo>
                <a:cubicBezTo>
                  <a:pt x="407" y="2554"/>
                  <a:pt x="865" y="3038"/>
                  <a:pt x="1952" y="3523"/>
                </a:cubicBezTo>
                <a:cubicBezTo>
                  <a:pt x="2829" y="3916"/>
                  <a:pt x="3038" y="4295"/>
                  <a:pt x="2973" y="4793"/>
                </a:cubicBezTo>
                <a:cubicBezTo>
                  <a:pt x="2906" y="5274"/>
                  <a:pt x="2570" y="5535"/>
                  <a:pt x="2040" y="5535"/>
                </a:cubicBezTo>
                <a:cubicBezTo>
                  <a:pt x="1951" y="5535"/>
                  <a:pt x="1856" y="5528"/>
                  <a:pt x="1755" y="5513"/>
                </a:cubicBezTo>
                <a:cubicBezTo>
                  <a:pt x="1127" y="5434"/>
                  <a:pt x="760" y="5068"/>
                  <a:pt x="708" y="4426"/>
                </a:cubicBezTo>
                <a:lnTo>
                  <a:pt x="14" y="4334"/>
                </a:lnTo>
                <a:lnTo>
                  <a:pt x="14" y="4334"/>
                </a:lnTo>
                <a:cubicBezTo>
                  <a:pt x="1" y="5120"/>
                  <a:pt x="420" y="5748"/>
                  <a:pt x="1336" y="5997"/>
                </a:cubicBezTo>
                <a:lnTo>
                  <a:pt x="1231" y="6691"/>
                </a:lnTo>
                <a:lnTo>
                  <a:pt x="1847" y="6783"/>
                </a:lnTo>
                <a:lnTo>
                  <a:pt x="1952" y="6089"/>
                </a:lnTo>
                <a:cubicBezTo>
                  <a:pt x="2000" y="6091"/>
                  <a:pt x="2047" y="6093"/>
                  <a:pt x="2094" y="6093"/>
                </a:cubicBezTo>
                <a:cubicBezTo>
                  <a:pt x="2973" y="6093"/>
                  <a:pt x="3581" y="5628"/>
                  <a:pt x="3693" y="4832"/>
                </a:cubicBezTo>
                <a:cubicBezTo>
                  <a:pt x="3798" y="4073"/>
                  <a:pt x="3510" y="3470"/>
                  <a:pt x="2253" y="2907"/>
                </a:cubicBezTo>
                <a:cubicBezTo>
                  <a:pt x="1428" y="2528"/>
                  <a:pt x="1166" y="2305"/>
                  <a:pt x="1231" y="1795"/>
                </a:cubicBezTo>
                <a:cubicBezTo>
                  <a:pt x="1290" y="1444"/>
                  <a:pt x="1525" y="1125"/>
                  <a:pt x="2067" y="1125"/>
                </a:cubicBezTo>
                <a:cubicBezTo>
                  <a:pt x="2133" y="1125"/>
                  <a:pt x="2204" y="1130"/>
                  <a:pt x="2279" y="1140"/>
                </a:cubicBezTo>
                <a:cubicBezTo>
                  <a:pt x="3038" y="1258"/>
                  <a:pt x="3195" y="1677"/>
                  <a:pt x="3221" y="2030"/>
                </a:cubicBezTo>
                <a:lnTo>
                  <a:pt x="3942" y="2135"/>
                </a:lnTo>
                <a:cubicBezTo>
                  <a:pt x="3942" y="1611"/>
                  <a:pt x="3732" y="917"/>
                  <a:pt x="2698" y="656"/>
                </a:cubicBezTo>
                <a:lnTo>
                  <a:pt x="2776" y="93"/>
                </a:lnTo>
                <a:lnTo>
                  <a:pt x="2161" y="1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0" name="Google Shape;630;p1"/>
          <p:cNvSpPr/>
          <p:nvPr/>
        </p:nvSpPr>
        <p:spPr>
          <a:xfrm>
            <a:off x="8260898" y="2558253"/>
            <a:ext cx="171034" cy="294297"/>
          </a:xfrm>
          <a:custGeom>
            <a:rect b="b" l="l" r="r" t="t"/>
            <a:pathLst>
              <a:path extrusionOk="0" h="6783" w="3942">
                <a:moveTo>
                  <a:pt x="2174" y="1"/>
                </a:moveTo>
                <a:lnTo>
                  <a:pt x="2083" y="577"/>
                </a:lnTo>
                <a:cubicBezTo>
                  <a:pt x="2059" y="576"/>
                  <a:pt x="2036" y="576"/>
                  <a:pt x="2013" y="576"/>
                </a:cubicBezTo>
                <a:cubicBezTo>
                  <a:pt x="1211" y="576"/>
                  <a:pt x="626" y="1017"/>
                  <a:pt x="525" y="1755"/>
                </a:cubicBezTo>
                <a:cubicBezTo>
                  <a:pt x="407" y="2554"/>
                  <a:pt x="865" y="3038"/>
                  <a:pt x="1952" y="3522"/>
                </a:cubicBezTo>
                <a:cubicBezTo>
                  <a:pt x="2829" y="3902"/>
                  <a:pt x="3051" y="4295"/>
                  <a:pt x="2973" y="4792"/>
                </a:cubicBezTo>
                <a:cubicBezTo>
                  <a:pt x="2906" y="5274"/>
                  <a:pt x="2580" y="5535"/>
                  <a:pt x="2045" y="5535"/>
                </a:cubicBezTo>
                <a:cubicBezTo>
                  <a:pt x="1954" y="5535"/>
                  <a:pt x="1858" y="5527"/>
                  <a:pt x="1755" y="5512"/>
                </a:cubicBezTo>
                <a:cubicBezTo>
                  <a:pt x="1127" y="5421"/>
                  <a:pt x="760" y="5067"/>
                  <a:pt x="721" y="4426"/>
                </a:cubicBezTo>
                <a:lnTo>
                  <a:pt x="14" y="4321"/>
                </a:lnTo>
                <a:lnTo>
                  <a:pt x="14" y="4321"/>
                </a:lnTo>
                <a:cubicBezTo>
                  <a:pt x="1" y="5120"/>
                  <a:pt x="420" y="5748"/>
                  <a:pt x="1336" y="5984"/>
                </a:cubicBezTo>
                <a:lnTo>
                  <a:pt x="1232" y="6691"/>
                </a:lnTo>
                <a:lnTo>
                  <a:pt x="1847" y="6782"/>
                </a:lnTo>
                <a:lnTo>
                  <a:pt x="1952" y="6088"/>
                </a:lnTo>
                <a:cubicBezTo>
                  <a:pt x="1989" y="6090"/>
                  <a:pt x="2027" y="6091"/>
                  <a:pt x="2064" y="6091"/>
                </a:cubicBezTo>
                <a:cubicBezTo>
                  <a:pt x="2959" y="6091"/>
                  <a:pt x="3580" y="5636"/>
                  <a:pt x="3693" y="4832"/>
                </a:cubicBezTo>
                <a:cubicBezTo>
                  <a:pt x="3811" y="4072"/>
                  <a:pt x="3510" y="3470"/>
                  <a:pt x="2253" y="2894"/>
                </a:cubicBezTo>
                <a:cubicBezTo>
                  <a:pt x="1441" y="2514"/>
                  <a:pt x="1166" y="2292"/>
                  <a:pt x="1245" y="1794"/>
                </a:cubicBezTo>
                <a:cubicBezTo>
                  <a:pt x="1291" y="1444"/>
                  <a:pt x="1536" y="1125"/>
                  <a:pt x="2071" y="1125"/>
                </a:cubicBezTo>
                <a:cubicBezTo>
                  <a:pt x="2136" y="1125"/>
                  <a:pt x="2205" y="1130"/>
                  <a:pt x="2279" y="1140"/>
                </a:cubicBezTo>
                <a:cubicBezTo>
                  <a:pt x="3038" y="1257"/>
                  <a:pt x="3208" y="1676"/>
                  <a:pt x="3222" y="2030"/>
                </a:cubicBezTo>
                <a:lnTo>
                  <a:pt x="3942" y="2135"/>
                </a:lnTo>
                <a:cubicBezTo>
                  <a:pt x="3942" y="1598"/>
                  <a:pt x="3732" y="917"/>
                  <a:pt x="2698" y="655"/>
                </a:cubicBezTo>
                <a:lnTo>
                  <a:pt x="2789" y="79"/>
                </a:lnTo>
                <a:lnTo>
                  <a:pt x="2174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631" name="Google Shape;631;p1"/>
          <p:cNvGrpSpPr/>
          <p:nvPr/>
        </p:nvGrpSpPr>
        <p:grpSpPr>
          <a:xfrm>
            <a:off x="6727648" y="932156"/>
            <a:ext cx="456740" cy="497221"/>
            <a:chOff x="1340800" y="1348775"/>
            <a:chExt cx="263175" cy="286500"/>
          </a:xfrm>
        </p:grpSpPr>
        <p:sp>
          <p:nvSpPr>
            <p:cNvPr id="632" name="Google Shape;632;p1"/>
            <p:cNvSpPr/>
            <p:nvPr/>
          </p:nvSpPr>
          <p:spPr>
            <a:xfrm>
              <a:off x="1494950" y="1348775"/>
              <a:ext cx="109025" cy="185275"/>
            </a:xfrm>
            <a:custGeom>
              <a:rect b="b" l="l" r="r" t="t"/>
              <a:pathLst>
                <a:path extrusionOk="0" h="7411" w="4361">
                  <a:moveTo>
                    <a:pt x="66" y="0"/>
                  </a:moveTo>
                  <a:lnTo>
                    <a:pt x="1" y="144"/>
                  </a:lnTo>
                  <a:cubicBezTo>
                    <a:pt x="2816" y="1309"/>
                    <a:pt x="4164" y="4530"/>
                    <a:pt x="3025" y="7345"/>
                  </a:cubicBezTo>
                  <a:lnTo>
                    <a:pt x="3169" y="7410"/>
                  </a:lnTo>
                  <a:cubicBezTo>
                    <a:pt x="4361" y="4504"/>
                    <a:pt x="2960" y="1192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"/>
            <p:cNvSpPr/>
            <p:nvPr/>
          </p:nvSpPr>
          <p:spPr>
            <a:xfrm>
              <a:off x="1479250" y="1387400"/>
              <a:ext cx="77275" cy="130925"/>
            </a:xfrm>
            <a:custGeom>
              <a:rect b="b" l="l" r="r" t="t"/>
              <a:pathLst>
                <a:path extrusionOk="0" h="5237" w="3091">
                  <a:moveTo>
                    <a:pt x="53" y="0"/>
                  </a:moveTo>
                  <a:lnTo>
                    <a:pt x="1" y="157"/>
                  </a:lnTo>
                  <a:cubicBezTo>
                    <a:pt x="1964" y="956"/>
                    <a:pt x="2907" y="3208"/>
                    <a:pt x="2095" y="5172"/>
                  </a:cubicBezTo>
                  <a:lnTo>
                    <a:pt x="2252" y="5237"/>
                  </a:lnTo>
                  <a:cubicBezTo>
                    <a:pt x="3090" y="3195"/>
                    <a:pt x="2108" y="851"/>
                    <a:pt x="5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"/>
            <p:cNvSpPr/>
            <p:nvPr/>
          </p:nvSpPr>
          <p:spPr>
            <a:xfrm>
              <a:off x="1467150" y="1416525"/>
              <a:ext cx="53700" cy="90025"/>
            </a:xfrm>
            <a:custGeom>
              <a:rect b="b" l="l" r="r" t="t"/>
              <a:pathLst>
                <a:path extrusionOk="0" h="3601" w="2148">
                  <a:moveTo>
                    <a:pt x="66" y="0"/>
                  </a:moveTo>
                  <a:lnTo>
                    <a:pt x="0" y="144"/>
                  </a:lnTo>
                  <a:cubicBezTo>
                    <a:pt x="1336" y="694"/>
                    <a:pt x="1964" y="2213"/>
                    <a:pt x="1427" y="3535"/>
                  </a:cubicBezTo>
                  <a:lnTo>
                    <a:pt x="1571" y="3601"/>
                  </a:lnTo>
                  <a:cubicBezTo>
                    <a:pt x="2147" y="2200"/>
                    <a:pt x="1480" y="576"/>
                    <a:pt x="6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"/>
            <p:cNvSpPr/>
            <p:nvPr/>
          </p:nvSpPr>
          <p:spPr>
            <a:xfrm>
              <a:off x="1453725" y="1449575"/>
              <a:ext cx="26850" cy="43550"/>
            </a:xfrm>
            <a:custGeom>
              <a:rect b="b" l="l" r="r" t="t"/>
              <a:pathLst>
                <a:path extrusionOk="0" h="1742" w="1074">
                  <a:moveTo>
                    <a:pt x="66" y="1"/>
                  </a:moveTo>
                  <a:lnTo>
                    <a:pt x="0" y="145"/>
                  </a:lnTo>
                  <a:cubicBezTo>
                    <a:pt x="603" y="393"/>
                    <a:pt x="891" y="1087"/>
                    <a:pt x="642" y="1676"/>
                  </a:cubicBezTo>
                  <a:lnTo>
                    <a:pt x="799" y="1742"/>
                  </a:lnTo>
                  <a:cubicBezTo>
                    <a:pt x="1074" y="1061"/>
                    <a:pt x="747" y="276"/>
                    <a:pt x="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"/>
            <p:cNvSpPr/>
            <p:nvPr/>
          </p:nvSpPr>
          <p:spPr>
            <a:xfrm>
              <a:off x="1340800" y="1392275"/>
              <a:ext cx="87100" cy="195450"/>
            </a:xfrm>
            <a:custGeom>
              <a:rect b="b" l="l" r="r" t="t"/>
              <a:pathLst>
                <a:path extrusionOk="0" h="7818" w="3484">
                  <a:moveTo>
                    <a:pt x="2159" y="1"/>
                  </a:moveTo>
                  <a:cubicBezTo>
                    <a:pt x="2151" y="1"/>
                    <a:pt x="2143" y="1"/>
                    <a:pt x="2135" y="2"/>
                  </a:cubicBezTo>
                  <a:cubicBezTo>
                    <a:pt x="1441" y="54"/>
                    <a:pt x="629" y="263"/>
                    <a:pt x="210" y="813"/>
                  </a:cubicBezTo>
                  <a:cubicBezTo>
                    <a:pt x="53" y="997"/>
                    <a:pt x="1" y="1232"/>
                    <a:pt x="66" y="1455"/>
                  </a:cubicBezTo>
                  <a:cubicBezTo>
                    <a:pt x="184" y="2005"/>
                    <a:pt x="341" y="2541"/>
                    <a:pt x="511" y="3078"/>
                  </a:cubicBezTo>
                  <a:cubicBezTo>
                    <a:pt x="721" y="3707"/>
                    <a:pt x="969" y="4322"/>
                    <a:pt x="1244" y="4924"/>
                  </a:cubicBezTo>
                  <a:cubicBezTo>
                    <a:pt x="1689" y="5958"/>
                    <a:pt x="2266" y="6927"/>
                    <a:pt x="2920" y="7818"/>
                  </a:cubicBezTo>
                  <a:lnTo>
                    <a:pt x="3483" y="7399"/>
                  </a:lnTo>
                  <a:cubicBezTo>
                    <a:pt x="2698" y="6338"/>
                    <a:pt x="2056" y="5160"/>
                    <a:pt x="1572" y="3929"/>
                  </a:cubicBezTo>
                  <a:cubicBezTo>
                    <a:pt x="1506" y="3772"/>
                    <a:pt x="1611" y="3602"/>
                    <a:pt x="1768" y="3576"/>
                  </a:cubicBezTo>
                  <a:cubicBezTo>
                    <a:pt x="2174" y="3510"/>
                    <a:pt x="2567" y="3379"/>
                    <a:pt x="2920" y="3183"/>
                  </a:cubicBezTo>
                  <a:cubicBezTo>
                    <a:pt x="3051" y="3117"/>
                    <a:pt x="3117" y="2973"/>
                    <a:pt x="3090" y="2843"/>
                  </a:cubicBezTo>
                  <a:cubicBezTo>
                    <a:pt x="3038" y="2607"/>
                    <a:pt x="2972" y="2371"/>
                    <a:pt x="2907" y="2136"/>
                  </a:cubicBezTo>
                  <a:cubicBezTo>
                    <a:pt x="2750" y="1520"/>
                    <a:pt x="2580" y="892"/>
                    <a:pt x="2462" y="250"/>
                  </a:cubicBezTo>
                  <a:cubicBezTo>
                    <a:pt x="2437" y="114"/>
                    <a:pt x="2306" y="1"/>
                    <a:pt x="215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"/>
            <p:cNvSpPr/>
            <p:nvPr/>
          </p:nvSpPr>
          <p:spPr>
            <a:xfrm>
              <a:off x="1357175" y="1472825"/>
              <a:ext cx="149925" cy="162450"/>
            </a:xfrm>
            <a:custGeom>
              <a:rect b="b" l="l" r="r" t="t"/>
              <a:pathLst>
                <a:path extrusionOk="0" h="6498" w="5997">
                  <a:moveTo>
                    <a:pt x="668" y="0"/>
                  </a:moveTo>
                  <a:lnTo>
                    <a:pt x="0" y="210"/>
                  </a:lnTo>
                  <a:cubicBezTo>
                    <a:pt x="341" y="1270"/>
                    <a:pt x="812" y="2304"/>
                    <a:pt x="1375" y="3273"/>
                  </a:cubicBezTo>
                  <a:cubicBezTo>
                    <a:pt x="1702" y="3836"/>
                    <a:pt x="2056" y="4386"/>
                    <a:pt x="2448" y="4923"/>
                  </a:cubicBezTo>
                  <a:cubicBezTo>
                    <a:pt x="2776" y="5381"/>
                    <a:pt x="3129" y="5813"/>
                    <a:pt x="3496" y="6232"/>
                  </a:cubicBezTo>
                  <a:cubicBezTo>
                    <a:pt x="3625" y="6397"/>
                    <a:pt x="3818" y="6498"/>
                    <a:pt x="4026" y="6498"/>
                  </a:cubicBezTo>
                  <a:cubicBezTo>
                    <a:pt x="4050" y="6498"/>
                    <a:pt x="4074" y="6497"/>
                    <a:pt x="4098" y="6494"/>
                  </a:cubicBezTo>
                  <a:cubicBezTo>
                    <a:pt x="4805" y="6481"/>
                    <a:pt x="5460" y="5944"/>
                    <a:pt x="5905" y="5407"/>
                  </a:cubicBezTo>
                  <a:cubicBezTo>
                    <a:pt x="5996" y="5276"/>
                    <a:pt x="5996" y="5106"/>
                    <a:pt x="5892" y="4988"/>
                  </a:cubicBezTo>
                  <a:cubicBezTo>
                    <a:pt x="5447" y="4517"/>
                    <a:pt x="5028" y="4019"/>
                    <a:pt x="4609" y="3522"/>
                  </a:cubicBezTo>
                  <a:cubicBezTo>
                    <a:pt x="4465" y="3339"/>
                    <a:pt x="4308" y="3155"/>
                    <a:pt x="4150" y="2972"/>
                  </a:cubicBezTo>
                  <a:cubicBezTo>
                    <a:pt x="4089" y="2902"/>
                    <a:pt x="3999" y="2867"/>
                    <a:pt x="3907" y="2867"/>
                  </a:cubicBezTo>
                  <a:cubicBezTo>
                    <a:pt x="3861" y="2867"/>
                    <a:pt x="3814" y="2876"/>
                    <a:pt x="3771" y="2894"/>
                  </a:cubicBezTo>
                  <a:cubicBezTo>
                    <a:pt x="3404" y="3077"/>
                    <a:pt x="3077" y="3326"/>
                    <a:pt x="2789" y="3614"/>
                  </a:cubicBezTo>
                  <a:cubicBezTo>
                    <a:pt x="2736" y="3667"/>
                    <a:pt x="2667" y="3693"/>
                    <a:pt x="2599" y="3693"/>
                  </a:cubicBezTo>
                  <a:cubicBezTo>
                    <a:pt x="2515" y="3693"/>
                    <a:pt x="2433" y="3654"/>
                    <a:pt x="2383" y="3574"/>
                  </a:cubicBezTo>
                  <a:cubicBezTo>
                    <a:pt x="1663" y="2462"/>
                    <a:pt x="1087" y="1257"/>
                    <a:pt x="668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38" name="Google Shape;638;p1"/>
          <p:cNvGrpSpPr/>
          <p:nvPr/>
        </p:nvGrpSpPr>
        <p:grpSpPr>
          <a:xfrm>
            <a:off x="5545061" y="2796854"/>
            <a:ext cx="2158642" cy="1865532"/>
            <a:chOff x="452825" y="2798300"/>
            <a:chExt cx="1105975" cy="955850"/>
          </a:xfrm>
        </p:grpSpPr>
        <p:sp>
          <p:nvSpPr>
            <p:cNvPr id="639" name="Google Shape;639;p1"/>
            <p:cNvSpPr/>
            <p:nvPr/>
          </p:nvSpPr>
          <p:spPr>
            <a:xfrm>
              <a:off x="605350" y="2893325"/>
              <a:ext cx="237000" cy="187550"/>
            </a:xfrm>
            <a:custGeom>
              <a:rect b="b" l="l" r="r" t="t"/>
              <a:pathLst>
                <a:path extrusionOk="0" h="7502" w="9480">
                  <a:moveTo>
                    <a:pt x="5093" y="0"/>
                  </a:moveTo>
                  <a:lnTo>
                    <a:pt x="0" y="26"/>
                  </a:lnTo>
                  <a:lnTo>
                    <a:pt x="0" y="262"/>
                  </a:lnTo>
                  <a:lnTo>
                    <a:pt x="5093" y="236"/>
                  </a:lnTo>
                  <a:lnTo>
                    <a:pt x="5119" y="236"/>
                  </a:lnTo>
                  <a:cubicBezTo>
                    <a:pt x="6874" y="236"/>
                    <a:pt x="8275" y="1453"/>
                    <a:pt x="8484" y="3155"/>
                  </a:cubicBezTo>
                  <a:lnTo>
                    <a:pt x="9244" y="7502"/>
                  </a:lnTo>
                  <a:lnTo>
                    <a:pt x="9479" y="7463"/>
                  </a:lnTo>
                  <a:lnTo>
                    <a:pt x="8720" y="3116"/>
                  </a:lnTo>
                  <a:cubicBezTo>
                    <a:pt x="8510" y="1309"/>
                    <a:pt x="6992" y="0"/>
                    <a:pt x="5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"/>
            <p:cNvSpPr/>
            <p:nvPr/>
          </p:nvSpPr>
          <p:spPr>
            <a:xfrm>
              <a:off x="1285150" y="2817050"/>
              <a:ext cx="273650" cy="273650"/>
            </a:xfrm>
            <a:custGeom>
              <a:rect b="b" l="l" r="r" t="t"/>
              <a:pathLst>
                <a:path extrusionOk="0" h="10946" w="10946">
                  <a:moveTo>
                    <a:pt x="4308" y="1"/>
                  </a:moveTo>
                  <a:lnTo>
                    <a:pt x="4203" y="2973"/>
                  </a:lnTo>
                  <a:lnTo>
                    <a:pt x="1729" y="1310"/>
                  </a:lnTo>
                  <a:lnTo>
                    <a:pt x="3130" y="3941"/>
                  </a:lnTo>
                  <a:lnTo>
                    <a:pt x="3130" y="3941"/>
                  </a:lnTo>
                  <a:lnTo>
                    <a:pt x="158" y="3732"/>
                  </a:lnTo>
                  <a:lnTo>
                    <a:pt x="158" y="3732"/>
                  </a:lnTo>
                  <a:lnTo>
                    <a:pt x="2685" y="5316"/>
                  </a:lnTo>
                  <a:lnTo>
                    <a:pt x="1" y="6625"/>
                  </a:lnTo>
                  <a:lnTo>
                    <a:pt x="2986" y="6743"/>
                  </a:lnTo>
                  <a:lnTo>
                    <a:pt x="1323" y="9217"/>
                  </a:lnTo>
                  <a:lnTo>
                    <a:pt x="3955" y="7817"/>
                  </a:lnTo>
                  <a:lnTo>
                    <a:pt x="3745" y="10789"/>
                  </a:lnTo>
                  <a:lnTo>
                    <a:pt x="5329" y="8262"/>
                  </a:lnTo>
                  <a:lnTo>
                    <a:pt x="6639" y="10946"/>
                  </a:lnTo>
                  <a:lnTo>
                    <a:pt x="6743" y="7961"/>
                  </a:lnTo>
                  <a:lnTo>
                    <a:pt x="9218" y="9623"/>
                  </a:lnTo>
                  <a:lnTo>
                    <a:pt x="9218" y="9623"/>
                  </a:lnTo>
                  <a:lnTo>
                    <a:pt x="7817" y="6992"/>
                  </a:lnTo>
                  <a:lnTo>
                    <a:pt x="10802" y="7201"/>
                  </a:lnTo>
                  <a:lnTo>
                    <a:pt x="8275" y="5617"/>
                  </a:lnTo>
                  <a:lnTo>
                    <a:pt x="10946" y="4308"/>
                  </a:lnTo>
                  <a:lnTo>
                    <a:pt x="7974" y="4203"/>
                  </a:lnTo>
                  <a:lnTo>
                    <a:pt x="9637" y="1729"/>
                  </a:lnTo>
                  <a:lnTo>
                    <a:pt x="9637" y="1729"/>
                  </a:lnTo>
                  <a:lnTo>
                    <a:pt x="7005" y="3117"/>
                  </a:lnTo>
                  <a:lnTo>
                    <a:pt x="7005" y="3117"/>
                  </a:lnTo>
                  <a:lnTo>
                    <a:pt x="7202" y="145"/>
                  </a:lnTo>
                  <a:lnTo>
                    <a:pt x="5617" y="2671"/>
                  </a:lnTo>
                  <a:lnTo>
                    <a:pt x="4308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"/>
            <p:cNvSpPr/>
            <p:nvPr/>
          </p:nvSpPr>
          <p:spPr>
            <a:xfrm>
              <a:off x="1390824" y="2910151"/>
              <a:ext cx="73325" cy="83425"/>
            </a:xfrm>
            <a:custGeom>
              <a:rect b="b" l="l" r="r" t="t"/>
              <a:pathLst>
                <a:path extrusionOk="0" h="3337" w="2933">
                  <a:moveTo>
                    <a:pt x="1682" y="1"/>
                  </a:moveTo>
                  <a:cubicBezTo>
                    <a:pt x="1511" y="1"/>
                    <a:pt x="1337" y="33"/>
                    <a:pt x="1178" y="102"/>
                  </a:cubicBezTo>
                  <a:cubicBezTo>
                    <a:pt x="825" y="220"/>
                    <a:pt x="537" y="482"/>
                    <a:pt x="393" y="835"/>
                  </a:cubicBezTo>
                  <a:cubicBezTo>
                    <a:pt x="275" y="1123"/>
                    <a:pt x="249" y="1451"/>
                    <a:pt x="314" y="1765"/>
                  </a:cubicBezTo>
                  <a:lnTo>
                    <a:pt x="0" y="1883"/>
                  </a:lnTo>
                  <a:lnTo>
                    <a:pt x="92" y="2105"/>
                  </a:lnTo>
                  <a:lnTo>
                    <a:pt x="367" y="2000"/>
                  </a:lnTo>
                  <a:cubicBezTo>
                    <a:pt x="380" y="2079"/>
                    <a:pt x="406" y="2144"/>
                    <a:pt x="432" y="2223"/>
                  </a:cubicBezTo>
                  <a:cubicBezTo>
                    <a:pt x="445" y="2236"/>
                    <a:pt x="458" y="2262"/>
                    <a:pt x="458" y="2288"/>
                  </a:cubicBezTo>
                  <a:lnTo>
                    <a:pt x="197" y="2393"/>
                  </a:lnTo>
                  <a:lnTo>
                    <a:pt x="288" y="2616"/>
                  </a:lnTo>
                  <a:lnTo>
                    <a:pt x="576" y="2511"/>
                  </a:lnTo>
                  <a:cubicBezTo>
                    <a:pt x="707" y="2799"/>
                    <a:pt x="930" y="3035"/>
                    <a:pt x="1205" y="3179"/>
                  </a:cubicBezTo>
                  <a:cubicBezTo>
                    <a:pt x="1399" y="3283"/>
                    <a:pt x="1614" y="3337"/>
                    <a:pt x="1829" y="3337"/>
                  </a:cubicBezTo>
                  <a:cubicBezTo>
                    <a:pt x="1991" y="3337"/>
                    <a:pt x="2152" y="3306"/>
                    <a:pt x="2304" y="3244"/>
                  </a:cubicBezTo>
                  <a:cubicBezTo>
                    <a:pt x="2553" y="3152"/>
                    <a:pt x="2776" y="2995"/>
                    <a:pt x="2933" y="2786"/>
                  </a:cubicBezTo>
                  <a:lnTo>
                    <a:pt x="2750" y="2524"/>
                  </a:lnTo>
                  <a:cubicBezTo>
                    <a:pt x="2606" y="2681"/>
                    <a:pt x="2435" y="2812"/>
                    <a:pt x="2239" y="2891"/>
                  </a:cubicBezTo>
                  <a:cubicBezTo>
                    <a:pt x="2122" y="2934"/>
                    <a:pt x="2000" y="2956"/>
                    <a:pt x="1879" y="2956"/>
                  </a:cubicBezTo>
                  <a:cubicBezTo>
                    <a:pt x="1741" y="2956"/>
                    <a:pt x="1605" y="2927"/>
                    <a:pt x="1480" y="2864"/>
                  </a:cubicBezTo>
                  <a:cubicBezTo>
                    <a:pt x="1270" y="2747"/>
                    <a:pt x="1100" y="2563"/>
                    <a:pt x="982" y="2354"/>
                  </a:cubicBezTo>
                  <a:lnTo>
                    <a:pt x="2304" y="1856"/>
                  </a:lnTo>
                  <a:lnTo>
                    <a:pt x="2213" y="1634"/>
                  </a:lnTo>
                  <a:lnTo>
                    <a:pt x="864" y="2144"/>
                  </a:lnTo>
                  <a:lnTo>
                    <a:pt x="838" y="2053"/>
                  </a:lnTo>
                  <a:cubicBezTo>
                    <a:pt x="812" y="1987"/>
                    <a:pt x="786" y="1922"/>
                    <a:pt x="773" y="1856"/>
                  </a:cubicBezTo>
                  <a:lnTo>
                    <a:pt x="2108" y="1346"/>
                  </a:lnTo>
                  <a:lnTo>
                    <a:pt x="2029" y="1123"/>
                  </a:lnTo>
                  <a:lnTo>
                    <a:pt x="720" y="1608"/>
                  </a:lnTo>
                  <a:cubicBezTo>
                    <a:pt x="681" y="1372"/>
                    <a:pt x="694" y="1136"/>
                    <a:pt x="786" y="914"/>
                  </a:cubicBezTo>
                  <a:cubicBezTo>
                    <a:pt x="877" y="678"/>
                    <a:pt x="1074" y="508"/>
                    <a:pt x="1309" y="416"/>
                  </a:cubicBezTo>
                  <a:cubicBezTo>
                    <a:pt x="1434" y="372"/>
                    <a:pt x="1565" y="345"/>
                    <a:pt x="1693" y="345"/>
                  </a:cubicBezTo>
                  <a:cubicBezTo>
                    <a:pt x="1754" y="345"/>
                    <a:pt x="1814" y="351"/>
                    <a:pt x="1872" y="364"/>
                  </a:cubicBezTo>
                  <a:lnTo>
                    <a:pt x="1846" y="10"/>
                  </a:lnTo>
                  <a:cubicBezTo>
                    <a:pt x="1792" y="4"/>
                    <a:pt x="1737" y="1"/>
                    <a:pt x="16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"/>
            <p:cNvSpPr/>
            <p:nvPr/>
          </p:nvSpPr>
          <p:spPr>
            <a:xfrm>
              <a:off x="761475" y="3154175"/>
              <a:ext cx="539750" cy="271700"/>
            </a:xfrm>
            <a:custGeom>
              <a:rect b="b" l="l" r="r" t="t"/>
              <a:pathLst>
                <a:path extrusionOk="0" h="10868" w="21590">
                  <a:moveTo>
                    <a:pt x="0" y="1"/>
                  </a:moveTo>
                  <a:lnTo>
                    <a:pt x="1074" y="10867"/>
                  </a:lnTo>
                  <a:lnTo>
                    <a:pt x="21472" y="9558"/>
                  </a:lnTo>
                  <a:lnTo>
                    <a:pt x="2158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"/>
            <p:cNvSpPr/>
            <p:nvPr/>
          </p:nvSpPr>
          <p:spPr>
            <a:xfrm>
              <a:off x="849525" y="2817050"/>
              <a:ext cx="420275" cy="450075"/>
            </a:xfrm>
            <a:custGeom>
              <a:rect b="b" l="l" r="r" t="t"/>
              <a:pathLst>
                <a:path extrusionOk="0" h="18003" w="16811">
                  <a:moveTo>
                    <a:pt x="8864" y="1"/>
                  </a:moveTo>
                  <a:lnTo>
                    <a:pt x="0" y="3850"/>
                  </a:lnTo>
                  <a:lnTo>
                    <a:pt x="5001" y="18002"/>
                  </a:lnTo>
                  <a:lnTo>
                    <a:pt x="14847" y="13721"/>
                  </a:lnTo>
                  <a:lnTo>
                    <a:pt x="16811" y="12857"/>
                  </a:lnTo>
                  <a:lnTo>
                    <a:pt x="8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"/>
            <p:cNvSpPr/>
            <p:nvPr/>
          </p:nvSpPr>
          <p:spPr>
            <a:xfrm>
              <a:off x="800425" y="2820975"/>
              <a:ext cx="420275" cy="467750"/>
            </a:xfrm>
            <a:custGeom>
              <a:rect b="b" l="l" r="r" t="t"/>
              <a:pathLst>
                <a:path extrusionOk="0" h="18710" w="16811">
                  <a:moveTo>
                    <a:pt x="10461" y="1"/>
                  </a:moveTo>
                  <a:lnTo>
                    <a:pt x="0" y="4557"/>
                  </a:lnTo>
                  <a:lnTo>
                    <a:pt x="4988" y="18709"/>
                  </a:lnTo>
                  <a:lnTo>
                    <a:pt x="16811" y="13564"/>
                  </a:lnTo>
                  <a:lnTo>
                    <a:pt x="1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"/>
            <p:cNvSpPr/>
            <p:nvPr/>
          </p:nvSpPr>
          <p:spPr>
            <a:xfrm>
              <a:off x="832825" y="2798300"/>
              <a:ext cx="200000" cy="133650"/>
            </a:xfrm>
            <a:custGeom>
              <a:rect b="b" l="l" r="r" t="t"/>
              <a:pathLst>
                <a:path extrusionOk="0" h="5346" w="8000">
                  <a:moveTo>
                    <a:pt x="4537" y="0"/>
                  </a:moveTo>
                  <a:cubicBezTo>
                    <a:pt x="3986" y="0"/>
                    <a:pt x="3435" y="116"/>
                    <a:pt x="2920" y="345"/>
                  </a:cubicBezTo>
                  <a:cubicBezTo>
                    <a:pt x="930" y="1209"/>
                    <a:pt x="0" y="3448"/>
                    <a:pt x="812" y="5346"/>
                  </a:cubicBezTo>
                  <a:lnTo>
                    <a:pt x="1113" y="5215"/>
                  </a:lnTo>
                  <a:cubicBezTo>
                    <a:pt x="367" y="3474"/>
                    <a:pt x="1231" y="1418"/>
                    <a:pt x="3051" y="633"/>
                  </a:cubicBezTo>
                  <a:cubicBezTo>
                    <a:pt x="3523" y="418"/>
                    <a:pt x="4030" y="313"/>
                    <a:pt x="4539" y="313"/>
                  </a:cubicBezTo>
                  <a:cubicBezTo>
                    <a:pt x="4961" y="313"/>
                    <a:pt x="5383" y="386"/>
                    <a:pt x="5787" y="528"/>
                  </a:cubicBezTo>
                  <a:cubicBezTo>
                    <a:pt x="6638" y="842"/>
                    <a:pt x="7345" y="1497"/>
                    <a:pt x="7712" y="2335"/>
                  </a:cubicBezTo>
                  <a:lnTo>
                    <a:pt x="8000" y="2204"/>
                  </a:lnTo>
                  <a:cubicBezTo>
                    <a:pt x="7607" y="1287"/>
                    <a:pt x="6835" y="580"/>
                    <a:pt x="5892" y="240"/>
                  </a:cubicBezTo>
                  <a:cubicBezTo>
                    <a:pt x="5453" y="80"/>
                    <a:pt x="4995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"/>
            <p:cNvSpPr/>
            <p:nvPr/>
          </p:nvSpPr>
          <p:spPr>
            <a:xfrm>
              <a:off x="1022650" y="2958050"/>
              <a:ext cx="393125" cy="430825"/>
            </a:xfrm>
            <a:custGeom>
              <a:rect b="b" l="l" r="r" t="t"/>
              <a:pathLst>
                <a:path extrusionOk="0" h="17233" w="15725">
                  <a:moveTo>
                    <a:pt x="7692" y="0"/>
                  </a:moveTo>
                  <a:cubicBezTo>
                    <a:pt x="7019" y="0"/>
                    <a:pt x="6339" y="91"/>
                    <a:pt x="5670" y="278"/>
                  </a:cubicBezTo>
                  <a:cubicBezTo>
                    <a:pt x="2724" y="1090"/>
                    <a:pt x="577" y="3617"/>
                    <a:pt x="224" y="6654"/>
                  </a:cubicBezTo>
                  <a:lnTo>
                    <a:pt x="224" y="6667"/>
                  </a:lnTo>
                  <a:cubicBezTo>
                    <a:pt x="80" y="7806"/>
                    <a:pt x="106" y="8985"/>
                    <a:pt x="66" y="10097"/>
                  </a:cubicBezTo>
                  <a:cubicBezTo>
                    <a:pt x="1" y="12480"/>
                    <a:pt x="53" y="14863"/>
                    <a:pt x="237" y="17233"/>
                  </a:cubicBezTo>
                  <a:cubicBezTo>
                    <a:pt x="1035" y="16146"/>
                    <a:pt x="2004" y="15190"/>
                    <a:pt x="3091" y="14392"/>
                  </a:cubicBezTo>
                  <a:cubicBezTo>
                    <a:pt x="3300" y="14208"/>
                    <a:pt x="3549" y="14090"/>
                    <a:pt x="3824" y="14064"/>
                  </a:cubicBezTo>
                  <a:cubicBezTo>
                    <a:pt x="3831" y="14064"/>
                    <a:pt x="3838" y="14064"/>
                    <a:pt x="3845" y="14064"/>
                  </a:cubicBezTo>
                  <a:cubicBezTo>
                    <a:pt x="4667" y="14064"/>
                    <a:pt x="5730" y="14825"/>
                    <a:pt x="6626" y="14941"/>
                  </a:cubicBezTo>
                  <a:cubicBezTo>
                    <a:pt x="6982" y="14992"/>
                    <a:pt x="7338" y="15017"/>
                    <a:pt x="7691" y="15017"/>
                  </a:cubicBezTo>
                  <a:cubicBezTo>
                    <a:pt x="10334" y="15017"/>
                    <a:pt x="12817" y="13622"/>
                    <a:pt x="14180" y="11289"/>
                  </a:cubicBezTo>
                  <a:cubicBezTo>
                    <a:pt x="15725" y="8657"/>
                    <a:pt x="15502" y="5345"/>
                    <a:pt x="13630" y="2923"/>
                  </a:cubicBezTo>
                  <a:cubicBezTo>
                    <a:pt x="12193" y="1051"/>
                    <a:pt x="9982" y="0"/>
                    <a:pt x="76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"/>
            <p:cNvSpPr/>
            <p:nvPr/>
          </p:nvSpPr>
          <p:spPr>
            <a:xfrm>
              <a:off x="1132300" y="3095600"/>
              <a:ext cx="205575" cy="26200"/>
            </a:xfrm>
            <a:custGeom>
              <a:rect b="b" l="l" r="r" t="t"/>
              <a:pathLst>
                <a:path extrusionOk="0" h="1048" w="8223">
                  <a:moveTo>
                    <a:pt x="8223" y="1047"/>
                  </a:moveTo>
                  <a:lnTo>
                    <a:pt x="1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"/>
            <p:cNvSpPr/>
            <p:nvPr/>
          </p:nvSpPr>
          <p:spPr>
            <a:xfrm>
              <a:off x="1132975" y="3106050"/>
              <a:ext cx="205900" cy="30800"/>
            </a:xfrm>
            <a:custGeom>
              <a:rect b="b" l="l" r="r" t="t"/>
              <a:pathLst>
                <a:path extrusionOk="0" h="1232" w="8236">
                  <a:moveTo>
                    <a:pt x="13" y="1"/>
                  </a:moveTo>
                  <a:lnTo>
                    <a:pt x="0" y="158"/>
                  </a:lnTo>
                  <a:lnTo>
                    <a:pt x="8209" y="1232"/>
                  </a:lnTo>
                  <a:lnTo>
                    <a:pt x="8235" y="1075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"/>
            <p:cNvSpPr/>
            <p:nvPr/>
          </p:nvSpPr>
          <p:spPr>
            <a:xfrm>
              <a:off x="1125775" y="3146000"/>
              <a:ext cx="205875" cy="26200"/>
            </a:xfrm>
            <a:custGeom>
              <a:rect b="b" l="l" r="r" t="t"/>
              <a:pathLst>
                <a:path extrusionOk="0" h="1048" w="8235">
                  <a:moveTo>
                    <a:pt x="8235" y="1048"/>
                  </a:moveTo>
                  <a:lnTo>
                    <a:pt x="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"/>
            <p:cNvSpPr/>
            <p:nvPr/>
          </p:nvSpPr>
          <p:spPr>
            <a:xfrm>
              <a:off x="1125775" y="3144350"/>
              <a:ext cx="206225" cy="30150"/>
            </a:xfrm>
            <a:custGeom>
              <a:rect b="b" l="l" r="r" t="t"/>
              <a:pathLst>
                <a:path extrusionOk="0" h="1206" w="8249">
                  <a:moveTo>
                    <a:pt x="13" y="1"/>
                  </a:moveTo>
                  <a:lnTo>
                    <a:pt x="0" y="158"/>
                  </a:lnTo>
                  <a:lnTo>
                    <a:pt x="8222" y="1205"/>
                  </a:lnTo>
                  <a:lnTo>
                    <a:pt x="8248" y="1035"/>
                  </a:lnTo>
                  <a:lnTo>
                    <a:pt x="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"/>
            <p:cNvSpPr/>
            <p:nvPr/>
          </p:nvSpPr>
          <p:spPr>
            <a:xfrm>
              <a:off x="1260950" y="3078250"/>
              <a:ext cx="71050" cy="317825"/>
            </a:xfrm>
            <a:custGeom>
              <a:rect b="b" l="l" r="r" t="t"/>
              <a:pathLst>
                <a:path extrusionOk="0" h="12713" w="2842">
                  <a:moveTo>
                    <a:pt x="2684" y="0"/>
                  </a:moveTo>
                  <a:lnTo>
                    <a:pt x="0" y="12673"/>
                  </a:lnTo>
                  <a:lnTo>
                    <a:pt x="157" y="12713"/>
                  </a:lnTo>
                  <a:lnTo>
                    <a:pt x="2841" y="26"/>
                  </a:lnTo>
                  <a:lnTo>
                    <a:pt x="26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2" name="Google Shape;652;p1"/>
            <p:cNvSpPr/>
            <p:nvPr/>
          </p:nvSpPr>
          <p:spPr>
            <a:xfrm>
              <a:off x="481300" y="2933575"/>
              <a:ext cx="1013350" cy="500800"/>
            </a:xfrm>
            <a:custGeom>
              <a:rect b="b" l="l" r="r" t="t"/>
              <a:pathLst>
                <a:path extrusionOk="0" h="20032" w="40534">
                  <a:moveTo>
                    <a:pt x="5106" y="0"/>
                  </a:moveTo>
                  <a:lnTo>
                    <a:pt x="0" y="27"/>
                  </a:lnTo>
                  <a:lnTo>
                    <a:pt x="0" y="275"/>
                  </a:lnTo>
                  <a:lnTo>
                    <a:pt x="5106" y="236"/>
                  </a:lnTo>
                  <a:lnTo>
                    <a:pt x="5120" y="236"/>
                  </a:lnTo>
                  <a:cubicBezTo>
                    <a:pt x="6874" y="236"/>
                    <a:pt x="8288" y="1467"/>
                    <a:pt x="8484" y="3156"/>
                  </a:cubicBezTo>
                  <a:lnTo>
                    <a:pt x="8825" y="6062"/>
                  </a:lnTo>
                  <a:lnTo>
                    <a:pt x="38793" y="5879"/>
                  </a:lnTo>
                  <a:cubicBezTo>
                    <a:pt x="38806" y="5878"/>
                    <a:pt x="38819" y="5878"/>
                    <a:pt x="38832" y="5878"/>
                  </a:cubicBezTo>
                  <a:cubicBezTo>
                    <a:pt x="39288" y="5878"/>
                    <a:pt x="39703" y="6099"/>
                    <a:pt x="39958" y="6468"/>
                  </a:cubicBezTo>
                  <a:cubicBezTo>
                    <a:pt x="40233" y="6874"/>
                    <a:pt x="40285" y="7384"/>
                    <a:pt x="40102" y="7830"/>
                  </a:cubicBezTo>
                  <a:lnTo>
                    <a:pt x="36528" y="16994"/>
                  </a:lnTo>
                  <a:cubicBezTo>
                    <a:pt x="36266" y="17649"/>
                    <a:pt x="35637" y="18081"/>
                    <a:pt x="34930" y="18094"/>
                  </a:cubicBezTo>
                  <a:lnTo>
                    <a:pt x="10658" y="19770"/>
                  </a:lnTo>
                  <a:lnTo>
                    <a:pt x="9152" y="6808"/>
                  </a:lnTo>
                  <a:lnTo>
                    <a:pt x="8916" y="6835"/>
                  </a:lnTo>
                  <a:lnTo>
                    <a:pt x="10448" y="20031"/>
                  </a:lnTo>
                  <a:lnTo>
                    <a:pt x="34930" y="18343"/>
                  </a:lnTo>
                  <a:cubicBezTo>
                    <a:pt x="35742" y="18329"/>
                    <a:pt x="36462" y="17832"/>
                    <a:pt x="36750" y="17073"/>
                  </a:cubicBezTo>
                  <a:lnTo>
                    <a:pt x="40324" y="7908"/>
                  </a:lnTo>
                  <a:cubicBezTo>
                    <a:pt x="40534" y="7397"/>
                    <a:pt x="40482" y="6795"/>
                    <a:pt x="40167" y="6337"/>
                  </a:cubicBezTo>
                  <a:cubicBezTo>
                    <a:pt x="39853" y="5892"/>
                    <a:pt x="39343" y="5630"/>
                    <a:pt x="38793" y="5630"/>
                  </a:cubicBezTo>
                  <a:lnTo>
                    <a:pt x="38780" y="5630"/>
                  </a:lnTo>
                  <a:lnTo>
                    <a:pt x="9034" y="5813"/>
                  </a:lnTo>
                  <a:lnTo>
                    <a:pt x="8720" y="3116"/>
                  </a:lnTo>
                  <a:cubicBezTo>
                    <a:pt x="8510" y="1310"/>
                    <a:pt x="6992" y="0"/>
                    <a:pt x="5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3" name="Google Shape;653;p1"/>
            <p:cNvSpPr/>
            <p:nvPr/>
          </p:nvSpPr>
          <p:spPr>
            <a:xfrm>
              <a:off x="745425" y="3440900"/>
              <a:ext cx="574125" cy="235025"/>
            </a:xfrm>
            <a:custGeom>
              <a:rect b="b" l="l" r="r" t="t"/>
              <a:pathLst>
                <a:path extrusionOk="0" h="9401" w="22965">
                  <a:moveTo>
                    <a:pt x="237" y="0"/>
                  </a:moveTo>
                  <a:lnTo>
                    <a:pt x="1" y="40"/>
                  </a:lnTo>
                  <a:lnTo>
                    <a:pt x="1114" y="7397"/>
                  </a:lnTo>
                  <a:cubicBezTo>
                    <a:pt x="1296" y="8554"/>
                    <a:pt x="2277" y="9401"/>
                    <a:pt x="3431" y="9401"/>
                  </a:cubicBezTo>
                  <a:cubicBezTo>
                    <a:pt x="3440" y="9401"/>
                    <a:pt x="3448" y="9401"/>
                    <a:pt x="3457" y="9400"/>
                  </a:cubicBezTo>
                  <a:lnTo>
                    <a:pt x="3536" y="9400"/>
                  </a:lnTo>
                  <a:cubicBezTo>
                    <a:pt x="6794" y="9295"/>
                    <a:pt x="13408" y="9275"/>
                    <a:pt x="18009" y="9275"/>
                  </a:cubicBezTo>
                  <a:cubicBezTo>
                    <a:pt x="20841" y="9275"/>
                    <a:pt x="22910" y="9283"/>
                    <a:pt x="22965" y="9283"/>
                  </a:cubicBezTo>
                  <a:lnTo>
                    <a:pt x="22965" y="9047"/>
                  </a:lnTo>
                  <a:cubicBezTo>
                    <a:pt x="22910" y="9047"/>
                    <a:pt x="20841" y="9039"/>
                    <a:pt x="18009" y="9039"/>
                  </a:cubicBezTo>
                  <a:cubicBezTo>
                    <a:pt x="13408" y="9039"/>
                    <a:pt x="6794" y="9059"/>
                    <a:pt x="3536" y="9165"/>
                  </a:cubicBezTo>
                  <a:cubicBezTo>
                    <a:pt x="3509" y="9166"/>
                    <a:pt x="3483" y="9166"/>
                    <a:pt x="3457" y="9166"/>
                  </a:cubicBezTo>
                  <a:cubicBezTo>
                    <a:pt x="2404" y="9166"/>
                    <a:pt x="1516" y="8406"/>
                    <a:pt x="1362" y="7371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4" name="Google Shape;654;p1"/>
            <p:cNvSpPr/>
            <p:nvPr/>
          </p:nvSpPr>
          <p:spPr>
            <a:xfrm>
              <a:off x="845925" y="3624825"/>
              <a:ext cx="125375" cy="129325"/>
            </a:xfrm>
            <a:custGeom>
              <a:rect b="b" l="l" r="r" t="t"/>
              <a:pathLst>
                <a:path extrusionOk="0" h="5173" w="5015">
                  <a:moveTo>
                    <a:pt x="2440" y="1"/>
                  </a:moveTo>
                  <a:cubicBezTo>
                    <a:pt x="2426" y="1"/>
                    <a:pt x="2411" y="1"/>
                    <a:pt x="2396" y="1"/>
                  </a:cubicBezTo>
                  <a:cubicBezTo>
                    <a:pt x="1048" y="27"/>
                    <a:pt x="0" y="1192"/>
                    <a:pt x="66" y="2619"/>
                  </a:cubicBezTo>
                  <a:cubicBezTo>
                    <a:pt x="130" y="4031"/>
                    <a:pt x="1258" y="5173"/>
                    <a:pt x="2587" y="5173"/>
                  </a:cubicBezTo>
                  <a:cubicBezTo>
                    <a:pt x="2602" y="5173"/>
                    <a:pt x="2617" y="5173"/>
                    <a:pt x="2632" y="5172"/>
                  </a:cubicBezTo>
                  <a:cubicBezTo>
                    <a:pt x="3967" y="5146"/>
                    <a:pt x="5014" y="3981"/>
                    <a:pt x="4949" y="2554"/>
                  </a:cubicBezTo>
                  <a:cubicBezTo>
                    <a:pt x="4884" y="1156"/>
                    <a:pt x="3757" y="1"/>
                    <a:pt x="244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5" name="Google Shape;655;p1"/>
            <p:cNvSpPr/>
            <p:nvPr/>
          </p:nvSpPr>
          <p:spPr>
            <a:xfrm>
              <a:off x="891750" y="3672300"/>
              <a:ext cx="34050" cy="34400"/>
            </a:xfrm>
            <a:custGeom>
              <a:rect b="b" l="l" r="r" t="t"/>
              <a:pathLst>
                <a:path extrusionOk="0" h="1376" w="1362">
                  <a:moveTo>
                    <a:pt x="655" y="0"/>
                  </a:moveTo>
                  <a:cubicBezTo>
                    <a:pt x="288" y="13"/>
                    <a:pt x="0" y="328"/>
                    <a:pt x="26" y="694"/>
                  </a:cubicBezTo>
                  <a:cubicBezTo>
                    <a:pt x="39" y="1061"/>
                    <a:pt x="340" y="1362"/>
                    <a:pt x="720" y="1375"/>
                  </a:cubicBezTo>
                  <a:cubicBezTo>
                    <a:pt x="1087" y="1362"/>
                    <a:pt x="1362" y="1048"/>
                    <a:pt x="1335" y="681"/>
                  </a:cubicBezTo>
                  <a:cubicBezTo>
                    <a:pt x="1322" y="302"/>
                    <a:pt x="1021" y="0"/>
                    <a:pt x="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6" name="Google Shape;656;p1"/>
            <p:cNvSpPr/>
            <p:nvPr/>
          </p:nvSpPr>
          <p:spPr>
            <a:xfrm>
              <a:off x="1131000" y="3621550"/>
              <a:ext cx="125375" cy="129325"/>
            </a:xfrm>
            <a:custGeom>
              <a:rect b="b" l="l" r="r" t="t"/>
              <a:pathLst>
                <a:path extrusionOk="0" h="5173" w="5015">
                  <a:moveTo>
                    <a:pt x="2428" y="1"/>
                  </a:moveTo>
                  <a:cubicBezTo>
                    <a:pt x="2413" y="1"/>
                    <a:pt x="2398" y="1"/>
                    <a:pt x="2383" y="1"/>
                  </a:cubicBezTo>
                  <a:cubicBezTo>
                    <a:pt x="1048" y="27"/>
                    <a:pt x="0" y="1193"/>
                    <a:pt x="66" y="2620"/>
                  </a:cubicBezTo>
                  <a:cubicBezTo>
                    <a:pt x="131" y="4038"/>
                    <a:pt x="1270" y="5173"/>
                    <a:pt x="2609" y="5173"/>
                  </a:cubicBezTo>
                  <a:cubicBezTo>
                    <a:pt x="2617" y="5173"/>
                    <a:pt x="2624" y="5173"/>
                    <a:pt x="2632" y="5173"/>
                  </a:cubicBezTo>
                  <a:cubicBezTo>
                    <a:pt x="3967" y="5159"/>
                    <a:pt x="5015" y="3981"/>
                    <a:pt x="4949" y="2554"/>
                  </a:cubicBezTo>
                  <a:cubicBezTo>
                    <a:pt x="4885" y="1156"/>
                    <a:pt x="3757" y="1"/>
                    <a:pt x="24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7" name="Google Shape;657;p1"/>
            <p:cNvSpPr/>
            <p:nvPr/>
          </p:nvSpPr>
          <p:spPr>
            <a:xfrm>
              <a:off x="1176500" y="3669025"/>
              <a:ext cx="34375" cy="34400"/>
            </a:xfrm>
            <a:custGeom>
              <a:rect b="b" l="l" r="r" t="t"/>
              <a:pathLst>
                <a:path extrusionOk="0" h="1376" w="1375">
                  <a:moveTo>
                    <a:pt x="655" y="0"/>
                  </a:moveTo>
                  <a:cubicBezTo>
                    <a:pt x="288" y="14"/>
                    <a:pt x="0" y="328"/>
                    <a:pt x="40" y="694"/>
                  </a:cubicBezTo>
                  <a:cubicBezTo>
                    <a:pt x="40" y="1074"/>
                    <a:pt x="341" y="1375"/>
                    <a:pt x="720" y="1375"/>
                  </a:cubicBezTo>
                  <a:cubicBezTo>
                    <a:pt x="1087" y="1362"/>
                    <a:pt x="1375" y="1048"/>
                    <a:pt x="1336" y="681"/>
                  </a:cubicBezTo>
                  <a:cubicBezTo>
                    <a:pt x="1323" y="315"/>
                    <a:pt x="1021" y="14"/>
                    <a:pt x="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8" name="Google Shape;658;p1"/>
            <p:cNvSpPr/>
            <p:nvPr/>
          </p:nvSpPr>
          <p:spPr>
            <a:xfrm>
              <a:off x="1115950" y="3078900"/>
              <a:ext cx="34725" cy="326350"/>
            </a:xfrm>
            <a:custGeom>
              <a:rect b="b" l="l" r="r" t="t"/>
              <a:pathLst>
                <a:path extrusionOk="0" h="13054" w="1389">
                  <a:moveTo>
                    <a:pt x="1218" y="0"/>
                  </a:moveTo>
                  <a:lnTo>
                    <a:pt x="0" y="13040"/>
                  </a:lnTo>
                  <a:lnTo>
                    <a:pt x="157" y="13053"/>
                  </a:lnTo>
                  <a:lnTo>
                    <a:pt x="1388" y="13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9" name="Google Shape;659;p1"/>
            <p:cNvSpPr/>
            <p:nvPr/>
          </p:nvSpPr>
          <p:spPr>
            <a:xfrm>
              <a:off x="973900" y="3080525"/>
              <a:ext cx="3950" cy="334875"/>
            </a:xfrm>
            <a:custGeom>
              <a:rect b="b" l="l" r="r" t="t"/>
              <a:pathLst>
                <a:path extrusionOk="0" h="13395" w="158">
                  <a:moveTo>
                    <a:pt x="0" y="1"/>
                  </a:moveTo>
                  <a:lnTo>
                    <a:pt x="0" y="13394"/>
                  </a:lnTo>
                  <a:lnTo>
                    <a:pt x="157" y="13394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0" name="Google Shape;660;p1"/>
            <p:cNvSpPr/>
            <p:nvPr/>
          </p:nvSpPr>
          <p:spPr>
            <a:xfrm>
              <a:off x="802375" y="3081525"/>
              <a:ext cx="27850" cy="341400"/>
            </a:xfrm>
            <a:custGeom>
              <a:rect b="b" l="l" r="r" t="t"/>
              <a:pathLst>
                <a:path extrusionOk="0" h="13656" w="1114">
                  <a:moveTo>
                    <a:pt x="158" y="0"/>
                  </a:moveTo>
                  <a:lnTo>
                    <a:pt x="1" y="13"/>
                  </a:lnTo>
                  <a:lnTo>
                    <a:pt x="957" y="13655"/>
                  </a:lnTo>
                  <a:lnTo>
                    <a:pt x="1114" y="13642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1" name="Google Shape;661;p1"/>
            <p:cNvSpPr/>
            <p:nvPr/>
          </p:nvSpPr>
          <p:spPr>
            <a:xfrm>
              <a:off x="732350" y="3320125"/>
              <a:ext cx="679500" cy="8200"/>
            </a:xfrm>
            <a:custGeom>
              <a:rect b="b" l="l" r="r" t="t"/>
              <a:pathLst>
                <a:path extrusionOk="0" h="328" w="27180">
                  <a:moveTo>
                    <a:pt x="27180" y="0"/>
                  </a:moveTo>
                  <a:lnTo>
                    <a:pt x="0" y="157"/>
                  </a:lnTo>
                  <a:lnTo>
                    <a:pt x="0" y="328"/>
                  </a:lnTo>
                  <a:lnTo>
                    <a:pt x="27180" y="157"/>
                  </a:lnTo>
                  <a:lnTo>
                    <a:pt x="271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2" name="Google Shape;662;p1"/>
            <p:cNvSpPr/>
            <p:nvPr/>
          </p:nvSpPr>
          <p:spPr>
            <a:xfrm>
              <a:off x="716950" y="3198025"/>
              <a:ext cx="738750" cy="8550"/>
            </a:xfrm>
            <a:custGeom>
              <a:rect b="b" l="l" r="r" t="t"/>
              <a:pathLst>
                <a:path extrusionOk="0" h="342" w="29550">
                  <a:moveTo>
                    <a:pt x="29550" y="1"/>
                  </a:moveTo>
                  <a:lnTo>
                    <a:pt x="1" y="171"/>
                  </a:lnTo>
                  <a:lnTo>
                    <a:pt x="1" y="341"/>
                  </a:lnTo>
                  <a:lnTo>
                    <a:pt x="29550" y="158"/>
                  </a:lnTo>
                  <a:lnTo>
                    <a:pt x="29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3" name="Google Shape;663;p1"/>
            <p:cNvSpPr/>
            <p:nvPr/>
          </p:nvSpPr>
          <p:spPr>
            <a:xfrm>
              <a:off x="452825" y="2930300"/>
              <a:ext cx="124725" cy="32100"/>
            </a:xfrm>
            <a:custGeom>
              <a:rect b="b" l="l" r="r" t="t"/>
              <a:pathLst>
                <a:path extrusionOk="0" h="1284" w="4989">
                  <a:moveTo>
                    <a:pt x="642" y="1"/>
                  </a:moveTo>
                  <a:cubicBezTo>
                    <a:pt x="289" y="1"/>
                    <a:pt x="0" y="289"/>
                    <a:pt x="0" y="642"/>
                  </a:cubicBezTo>
                  <a:cubicBezTo>
                    <a:pt x="0" y="996"/>
                    <a:pt x="289" y="1284"/>
                    <a:pt x="642" y="1284"/>
                  </a:cubicBezTo>
                  <a:lnTo>
                    <a:pt x="4347" y="1284"/>
                  </a:lnTo>
                  <a:cubicBezTo>
                    <a:pt x="4701" y="1284"/>
                    <a:pt x="4989" y="996"/>
                    <a:pt x="4989" y="642"/>
                  </a:cubicBezTo>
                  <a:cubicBezTo>
                    <a:pt x="4989" y="289"/>
                    <a:pt x="4701" y="1"/>
                    <a:pt x="4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64" name="Google Shape;664;p1"/>
            <p:cNvSpPr/>
            <p:nvPr/>
          </p:nvSpPr>
          <p:spPr>
            <a:xfrm>
              <a:off x="552325" y="2888400"/>
              <a:ext cx="124725" cy="32100"/>
            </a:xfrm>
            <a:custGeom>
              <a:rect b="b" l="l" r="r" t="t"/>
              <a:pathLst>
                <a:path extrusionOk="0" h="1284" w="4989">
                  <a:moveTo>
                    <a:pt x="642" y="1"/>
                  </a:moveTo>
                  <a:cubicBezTo>
                    <a:pt x="289" y="1"/>
                    <a:pt x="0" y="289"/>
                    <a:pt x="0" y="655"/>
                  </a:cubicBezTo>
                  <a:cubicBezTo>
                    <a:pt x="0" y="996"/>
                    <a:pt x="289" y="1284"/>
                    <a:pt x="642" y="1284"/>
                  </a:cubicBezTo>
                  <a:lnTo>
                    <a:pt x="4347" y="1284"/>
                  </a:lnTo>
                  <a:cubicBezTo>
                    <a:pt x="4687" y="1284"/>
                    <a:pt x="4976" y="996"/>
                    <a:pt x="4989" y="655"/>
                  </a:cubicBezTo>
                  <a:cubicBezTo>
                    <a:pt x="4989" y="289"/>
                    <a:pt x="4701" y="1"/>
                    <a:pt x="4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65" name="Google Shape;665;p1"/>
          <p:cNvSpPr txBox="1"/>
          <p:nvPr>
            <p:ph idx="1" type="subTitle"/>
          </p:nvPr>
        </p:nvSpPr>
        <p:spPr>
          <a:xfrm>
            <a:off x="655346" y="4093810"/>
            <a:ext cx="5308200" cy="867300"/>
          </a:xfrm>
          <a:prstGeom prst="rect">
            <a:avLst/>
          </a:prstGeom>
          <a:solidFill>
            <a:srgbClr val="FFB554"/>
          </a:solidFill>
          <a:ln cap="flat" cmpd="sng" w="9525">
            <a:solidFill>
              <a:srgbClr val="FFB55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latin typeface="Roboto Serif Black"/>
                <a:ea typeface="Roboto Serif Black"/>
                <a:cs typeface="Roboto Serif Black"/>
                <a:sym typeface="Roboto Serif Black"/>
              </a:rPr>
              <a:t>Саакова Екатерина, ученица 10Б класса 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latin typeface="Roboto Serif Black"/>
                <a:ea typeface="Roboto Serif Black"/>
                <a:cs typeface="Roboto Serif Black"/>
                <a:sym typeface="Roboto Serif Black"/>
              </a:rPr>
              <a:t>ГБОУ Школа № 1535</a:t>
            </a:r>
            <a:endParaRPr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latin typeface="Roboto Serif Black"/>
                <a:ea typeface="Roboto Serif Black"/>
                <a:cs typeface="Roboto Serif Black"/>
                <a:sym typeface="Roboto Serif Black"/>
              </a:rPr>
              <a:t>Научный руководитель: Жемчужников Д.Г.</a:t>
            </a:r>
            <a:endParaRPr sz="1300"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9" name="Shape 6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0" name="Google Shape;670;p2"/>
          <p:cNvSpPr txBox="1"/>
          <p:nvPr>
            <p:ph idx="4" type="subTitle"/>
          </p:nvPr>
        </p:nvSpPr>
        <p:spPr>
          <a:xfrm>
            <a:off x="964975" y="1394013"/>
            <a:ext cx="24204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300"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Жемчужников Дмитрий Григорьевич</a:t>
            </a:r>
            <a:endParaRPr sz="1300">
              <a:highlight>
                <a:srgbClr val="F4CCCC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671" name="Google Shape;671;p2"/>
          <p:cNvSpPr txBox="1"/>
          <p:nvPr>
            <p:ph idx="5" type="subTitle"/>
          </p:nvPr>
        </p:nvSpPr>
        <p:spPr>
          <a:xfrm>
            <a:off x="3551913" y="1394030"/>
            <a:ext cx="2175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300"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Саакова Екатерина Константиновна </a:t>
            </a:r>
            <a:endParaRPr sz="1300">
              <a:highlight>
                <a:srgbClr val="F4CCCC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672" name="Google Shape;672;p2"/>
          <p:cNvSpPr txBox="1"/>
          <p:nvPr>
            <p:ph idx="6" type="subTitle"/>
          </p:nvPr>
        </p:nvSpPr>
        <p:spPr>
          <a:xfrm>
            <a:off x="6031138" y="1394030"/>
            <a:ext cx="2175300" cy="45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300"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Учащиеся </a:t>
            </a:r>
            <a:endParaRPr sz="1300">
              <a:highlight>
                <a:srgbClr val="F4CCCC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</a:pPr>
            <a:r>
              <a:rPr lang="en" sz="1300"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10-х классов </a:t>
            </a:r>
            <a:endParaRPr sz="1300">
              <a:highlight>
                <a:srgbClr val="F4CCCC"/>
              </a:highlight>
            </a:endParaRPr>
          </a:p>
        </p:txBody>
      </p:sp>
      <p:sp>
        <p:nvSpPr>
          <p:cNvPr id="673" name="Google Shape;673;p2"/>
          <p:cNvSpPr txBox="1"/>
          <p:nvPr>
            <p:ph type="title"/>
          </p:nvPr>
        </p:nvSpPr>
        <p:spPr>
          <a:xfrm>
            <a:off x="787575" y="174972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sz="3000">
                <a:latin typeface="Roboto Serif Black"/>
                <a:ea typeface="Roboto Serif Black"/>
                <a:cs typeface="Roboto Serif Black"/>
                <a:sym typeface="Roboto Serif Black"/>
              </a:rPr>
              <a:t>Команда проекта и </a:t>
            </a:r>
            <a:endParaRPr sz="3000">
              <a:latin typeface="Roboto Serif Black"/>
              <a:ea typeface="Roboto Serif Black"/>
              <a:cs typeface="Roboto Serif Black"/>
              <a:sym typeface="Roboto Serif Black"/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sz="3000">
                <a:latin typeface="Roboto Serif Black"/>
                <a:ea typeface="Roboto Serif Black"/>
                <a:cs typeface="Roboto Serif Black"/>
                <a:sym typeface="Roboto Serif Black"/>
              </a:rPr>
              <a:t>выполняемые функции</a:t>
            </a:r>
            <a:endParaRPr sz="2400">
              <a:solidFill>
                <a:schemeClr val="dk2"/>
              </a:solidFill>
              <a:latin typeface="Roboto Serif Black"/>
              <a:ea typeface="Roboto Serif Black"/>
              <a:cs typeface="Roboto Serif Black"/>
              <a:sym typeface="Roboto Serif Black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t/>
            </a:r>
            <a:endParaRPr sz="1200"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674" name="Google Shape;674;p2"/>
          <p:cNvSpPr txBox="1"/>
          <p:nvPr>
            <p:ph idx="1" type="subTitle"/>
          </p:nvPr>
        </p:nvSpPr>
        <p:spPr>
          <a:xfrm>
            <a:off x="1157600" y="1923300"/>
            <a:ext cx="21753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" sz="1300"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Функция:</a:t>
            </a:r>
            <a:r>
              <a:rPr i="1"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 </a:t>
            </a:r>
            <a:endParaRPr i="1"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Научный</a:t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Руководитель</a:t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" sz="1300"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Задача в проекте:</a:t>
            </a:r>
            <a:r>
              <a:rPr lang="en" sz="1300"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 </a:t>
            </a: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Организация работы проектной команды, обеспечение ресурсами, научное сопровождение </a:t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marR="183515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ИТ направления</a:t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675" name="Google Shape;675;p2"/>
          <p:cNvSpPr txBox="1"/>
          <p:nvPr>
            <p:ph idx="2" type="subTitle"/>
          </p:nvPr>
        </p:nvSpPr>
        <p:spPr>
          <a:xfrm>
            <a:off x="3704388" y="1923300"/>
            <a:ext cx="21753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" sz="1300"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Функция:</a:t>
            </a:r>
            <a:r>
              <a:rPr i="1"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 </a:t>
            </a: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Проектировщик, дизайнер</a:t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" sz="1300"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Задачи в проекте:</a:t>
            </a:r>
            <a:r>
              <a:rPr i="1"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 </a:t>
            </a: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Разработка интерфейса, подготовка текстового проекта и презентации</a:t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grpSp>
        <p:nvGrpSpPr>
          <p:cNvPr id="676" name="Google Shape;676;p2"/>
          <p:cNvGrpSpPr/>
          <p:nvPr/>
        </p:nvGrpSpPr>
        <p:grpSpPr>
          <a:xfrm>
            <a:off x="7575457" y="661706"/>
            <a:ext cx="916126" cy="957162"/>
            <a:chOff x="800425" y="2798300"/>
            <a:chExt cx="469375" cy="490425"/>
          </a:xfrm>
        </p:grpSpPr>
        <p:sp>
          <p:nvSpPr>
            <p:cNvPr id="677" name="Google Shape;677;p2"/>
            <p:cNvSpPr/>
            <p:nvPr/>
          </p:nvSpPr>
          <p:spPr>
            <a:xfrm>
              <a:off x="849525" y="2817050"/>
              <a:ext cx="420275" cy="450075"/>
            </a:xfrm>
            <a:custGeom>
              <a:rect b="b" l="l" r="r" t="t"/>
              <a:pathLst>
                <a:path extrusionOk="0" h="18003" w="16811">
                  <a:moveTo>
                    <a:pt x="8864" y="1"/>
                  </a:moveTo>
                  <a:lnTo>
                    <a:pt x="0" y="3850"/>
                  </a:lnTo>
                  <a:lnTo>
                    <a:pt x="5001" y="18002"/>
                  </a:lnTo>
                  <a:lnTo>
                    <a:pt x="14847" y="13721"/>
                  </a:lnTo>
                  <a:lnTo>
                    <a:pt x="16811" y="12857"/>
                  </a:lnTo>
                  <a:lnTo>
                    <a:pt x="8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8" name="Google Shape;678;p2"/>
            <p:cNvSpPr/>
            <p:nvPr/>
          </p:nvSpPr>
          <p:spPr>
            <a:xfrm>
              <a:off x="800425" y="2820975"/>
              <a:ext cx="420275" cy="467750"/>
            </a:xfrm>
            <a:custGeom>
              <a:rect b="b" l="l" r="r" t="t"/>
              <a:pathLst>
                <a:path extrusionOk="0" h="18710" w="16811">
                  <a:moveTo>
                    <a:pt x="10461" y="1"/>
                  </a:moveTo>
                  <a:lnTo>
                    <a:pt x="0" y="4557"/>
                  </a:lnTo>
                  <a:lnTo>
                    <a:pt x="4988" y="18709"/>
                  </a:lnTo>
                  <a:lnTo>
                    <a:pt x="16811" y="13564"/>
                  </a:lnTo>
                  <a:lnTo>
                    <a:pt x="1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79" name="Google Shape;679;p2"/>
            <p:cNvSpPr/>
            <p:nvPr/>
          </p:nvSpPr>
          <p:spPr>
            <a:xfrm>
              <a:off x="832825" y="2798300"/>
              <a:ext cx="200000" cy="133650"/>
            </a:xfrm>
            <a:custGeom>
              <a:rect b="b" l="l" r="r" t="t"/>
              <a:pathLst>
                <a:path extrusionOk="0" h="5346" w="8000">
                  <a:moveTo>
                    <a:pt x="4537" y="0"/>
                  </a:moveTo>
                  <a:cubicBezTo>
                    <a:pt x="3986" y="0"/>
                    <a:pt x="3435" y="116"/>
                    <a:pt x="2920" y="345"/>
                  </a:cubicBezTo>
                  <a:cubicBezTo>
                    <a:pt x="930" y="1209"/>
                    <a:pt x="0" y="3448"/>
                    <a:pt x="812" y="5346"/>
                  </a:cubicBezTo>
                  <a:lnTo>
                    <a:pt x="1113" y="5215"/>
                  </a:lnTo>
                  <a:cubicBezTo>
                    <a:pt x="367" y="3474"/>
                    <a:pt x="1231" y="1418"/>
                    <a:pt x="3051" y="633"/>
                  </a:cubicBezTo>
                  <a:cubicBezTo>
                    <a:pt x="3523" y="418"/>
                    <a:pt x="4030" y="313"/>
                    <a:pt x="4539" y="313"/>
                  </a:cubicBezTo>
                  <a:cubicBezTo>
                    <a:pt x="4961" y="313"/>
                    <a:pt x="5383" y="386"/>
                    <a:pt x="5787" y="528"/>
                  </a:cubicBezTo>
                  <a:cubicBezTo>
                    <a:pt x="6638" y="842"/>
                    <a:pt x="7345" y="1497"/>
                    <a:pt x="7712" y="2335"/>
                  </a:cubicBezTo>
                  <a:lnTo>
                    <a:pt x="8000" y="2204"/>
                  </a:lnTo>
                  <a:cubicBezTo>
                    <a:pt x="7607" y="1287"/>
                    <a:pt x="6835" y="580"/>
                    <a:pt x="5892" y="240"/>
                  </a:cubicBezTo>
                  <a:cubicBezTo>
                    <a:pt x="5453" y="80"/>
                    <a:pt x="4995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0" name="Google Shape;680;p2"/>
          <p:cNvGrpSpPr/>
          <p:nvPr/>
        </p:nvGrpSpPr>
        <p:grpSpPr>
          <a:xfrm flipH="1">
            <a:off x="937695" y="252993"/>
            <a:ext cx="916126" cy="957162"/>
            <a:chOff x="800425" y="2798300"/>
            <a:chExt cx="469375" cy="490425"/>
          </a:xfrm>
        </p:grpSpPr>
        <p:sp>
          <p:nvSpPr>
            <p:cNvPr id="681" name="Google Shape;681;p2"/>
            <p:cNvSpPr/>
            <p:nvPr/>
          </p:nvSpPr>
          <p:spPr>
            <a:xfrm>
              <a:off x="849525" y="2817050"/>
              <a:ext cx="420275" cy="450075"/>
            </a:xfrm>
            <a:custGeom>
              <a:rect b="b" l="l" r="r" t="t"/>
              <a:pathLst>
                <a:path extrusionOk="0" h="18003" w="16811">
                  <a:moveTo>
                    <a:pt x="8864" y="1"/>
                  </a:moveTo>
                  <a:lnTo>
                    <a:pt x="0" y="3850"/>
                  </a:lnTo>
                  <a:lnTo>
                    <a:pt x="5001" y="18002"/>
                  </a:lnTo>
                  <a:lnTo>
                    <a:pt x="14847" y="13721"/>
                  </a:lnTo>
                  <a:lnTo>
                    <a:pt x="16811" y="12857"/>
                  </a:lnTo>
                  <a:lnTo>
                    <a:pt x="8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2" name="Google Shape;682;p2"/>
            <p:cNvSpPr/>
            <p:nvPr/>
          </p:nvSpPr>
          <p:spPr>
            <a:xfrm>
              <a:off x="800425" y="2820975"/>
              <a:ext cx="420275" cy="467750"/>
            </a:xfrm>
            <a:custGeom>
              <a:rect b="b" l="l" r="r" t="t"/>
              <a:pathLst>
                <a:path extrusionOk="0" h="18710" w="16811">
                  <a:moveTo>
                    <a:pt x="10461" y="1"/>
                  </a:moveTo>
                  <a:lnTo>
                    <a:pt x="0" y="4557"/>
                  </a:lnTo>
                  <a:lnTo>
                    <a:pt x="4988" y="18709"/>
                  </a:lnTo>
                  <a:lnTo>
                    <a:pt x="16811" y="13564"/>
                  </a:lnTo>
                  <a:lnTo>
                    <a:pt x="104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3" name="Google Shape;683;p2"/>
            <p:cNvSpPr/>
            <p:nvPr/>
          </p:nvSpPr>
          <p:spPr>
            <a:xfrm>
              <a:off x="832825" y="2798300"/>
              <a:ext cx="200000" cy="133650"/>
            </a:xfrm>
            <a:custGeom>
              <a:rect b="b" l="l" r="r" t="t"/>
              <a:pathLst>
                <a:path extrusionOk="0" h="5346" w="8000">
                  <a:moveTo>
                    <a:pt x="4537" y="0"/>
                  </a:moveTo>
                  <a:cubicBezTo>
                    <a:pt x="3986" y="0"/>
                    <a:pt x="3435" y="116"/>
                    <a:pt x="2920" y="345"/>
                  </a:cubicBezTo>
                  <a:cubicBezTo>
                    <a:pt x="930" y="1209"/>
                    <a:pt x="0" y="3448"/>
                    <a:pt x="812" y="5346"/>
                  </a:cubicBezTo>
                  <a:lnTo>
                    <a:pt x="1113" y="5215"/>
                  </a:lnTo>
                  <a:cubicBezTo>
                    <a:pt x="367" y="3474"/>
                    <a:pt x="1231" y="1418"/>
                    <a:pt x="3051" y="633"/>
                  </a:cubicBezTo>
                  <a:cubicBezTo>
                    <a:pt x="3523" y="418"/>
                    <a:pt x="4030" y="313"/>
                    <a:pt x="4539" y="313"/>
                  </a:cubicBezTo>
                  <a:cubicBezTo>
                    <a:pt x="4961" y="313"/>
                    <a:pt x="5383" y="386"/>
                    <a:pt x="5787" y="528"/>
                  </a:cubicBezTo>
                  <a:cubicBezTo>
                    <a:pt x="6638" y="842"/>
                    <a:pt x="7345" y="1497"/>
                    <a:pt x="7712" y="2335"/>
                  </a:cubicBezTo>
                  <a:lnTo>
                    <a:pt x="8000" y="2204"/>
                  </a:lnTo>
                  <a:cubicBezTo>
                    <a:pt x="7607" y="1287"/>
                    <a:pt x="6835" y="580"/>
                    <a:pt x="5892" y="240"/>
                  </a:cubicBezTo>
                  <a:cubicBezTo>
                    <a:pt x="5453" y="80"/>
                    <a:pt x="4995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4" name="Google Shape;684;p2"/>
          <p:cNvGrpSpPr/>
          <p:nvPr/>
        </p:nvGrpSpPr>
        <p:grpSpPr>
          <a:xfrm rot="-240486">
            <a:off x="480066" y="1210118"/>
            <a:ext cx="479262" cy="463050"/>
            <a:chOff x="6085197" y="1608975"/>
            <a:chExt cx="296453" cy="286425"/>
          </a:xfrm>
        </p:grpSpPr>
        <p:sp>
          <p:nvSpPr>
            <p:cNvPr id="685" name="Google Shape;685;p2"/>
            <p:cNvSpPr/>
            <p:nvPr/>
          </p:nvSpPr>
          <p:spPr>
            <a:xfrm>
              <a:off x="6227450" y="1611925"/>
              <a:ext cx="154200" cy="280850"/>
            </a:xfrm>
            <a:custGeom>
              <a:rect b="b" l="l" r="r" t="t"/>
              <a:pathLst>
                <a:path extrusionOk="0" h="11234" w="6168">
                  <a:moveTo>
                    <a:pt x="2515" y="0"/>
                  </a:moveTo>
                  <a:lnTo>
                    <a:pt x="2515" y="956"/>
                  </a:lnTo>
                  <a:cubicBezTo>
                    <a:pt x="1114" y="1126"/>
                    <a:pt x="223" y="2003"/>
                    <a:pt x="223" y="3273"/>
                  </a:cubicBezTo>
                  <a:cubicBezTo>
                    <a:pt x="223" y="4622"/>
                    <a:pt x="1088" y="5303"/>
                    <a:pt x="2999" y="5853"/>
                  </a:cubicBezTo>
                  <a:cubicBezTo>
                    <a:pt x="4544" y="6271"/>
                    <a:pt x="4989" y="6861"/>
                    <a:pt x="4989" y="7699"/>
                  </a:cubicBezTo>
                  <a:cubicBezTo>
                    <a:pt x="4989" y="8641"/>
                    <a:pt x="4334" y="9178"/>
                    <a:pt x="3156" y="9178"/>
                  </a:cubicBezTo>
                  <a:cubicBezTo>
                    <a:pt x="2096" y="9178"/>
                    <a:pt x="1415" y="8667"/>
                    <a:pt x="1192" y="7633"/>
                  </a:cubicBezTo>
                  <a:lnTo>
                    <a:pt x="1" y="7633"/>
                  </a:lnTo>
                  <a:cubicBezTo>
                    <a:pt x="158" y="8929"/>
                    <a:pt x="1009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85" y="9911"/>
                    <a:pt x="6167" y="8995"/>
                    <a:pt x="6167" y="7581"/>
                  </a:cubicBezTo>
                  <a:cubicBezTo>
                    <a:pt x="6167" y="6298"/>
                    <a:pt x="5539" y="5394"/>
                    <a:pt x="3339" y="4740"/>
                  </a:cubicBezTo>
                  <a:cubicBezTo>
                    <a:pt x="1899" y="4321"/>
                    <a:pt x="1415" y="4007"/>
                    <a:pt x="1415" y="3169"/>
                  </a:cubicBezTo>
                  <a:cubicBezTo>
                    <a:pt x="1415" y="2501"/>
                    <a:pt x="1808" y="1859"/>
                    <a:pt x="2973" y="1859"/>
                  </a:cubicBezTo>
                  <a:cubicBezTo>
                    <a:pt x="4243" y="1859"/>
                    <a:pt x="4609" y="2527"/>
                    <a:pt x="4727" y="3103"/>
                  </a:cubicBezTo>
                  <a:lnTo>
                    <a:pt x="5945" y="3103"/>
                  </a:lnTo>
                  <a:cubicBezTo>
                    <a:pt x="5827" y="2226"/>
                    <a:pt x="5303" y="1152"/>
                    <a:pt x="3549" y="969"/>
                  </a:cubicBezTo>
                  <a:lnTo>
                    <a:pt x="354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6" name="Google Shape;686;p2"/>
            <p:cNvSpPr/>
            <p:nvPr/>
          </p:nvSpPr>
          <p:spPr>
            <a:xfrm>
              <a:off x="6152500" y="1611925"/>
              <a:ext cx="153875" cy="280850"/>
            </a:xfrm>
            <a:custGeom>
              <a:rect b="b" l="l" r="r" t="t"/>
              <a:pathLst>
                <a:path extrusionOk="0" h="11234" w="6155">
                  <a:moveTo>
                    <a:pt x="2501" y="0"/>
                  </a:moveTo>
                  <a:lnTo>
                    <a:pt x="2501" y="956"/>
                  </a:lnTo>
                  <a:cubicBezTo>
                    <a:pt x="1101" y="1126"/>
                    <a:pt x="210" y="2003"/>
                    <a:pt x="210" y="3273"/>
                  </a:cubicBezTo>
                  <a:cubicBezTo>
                    <a:pt x="210" y="4622"/>
                    <a:pt x="1074" y="5303"/>
                    <a:pt x="2986" y="5853"/>
                  </a:cubicBezTo>
                  <a:cubicBezTo>
                    <a:pt x="4531" y="6271"/>
                    <a:pt x="4976" y="6861"/>
                    <a:pt x="4976" y="7699"/>
                  </a:cubicBezTo>
                  <a:cubicBezTo>
                    <a:pt x="4976" y="8641"/>
                    <a:pt x="4321" y="9178"/>
                    <a:pt x="3143" y="9178"/>
                  </a:cubicBezTo>
                  <a:cubicBezTo>
                    <a:pt x="2082" y="9178"/>
                    <a:pt x="1389" y="8667"/>
                    <a:pt x="1179" y="7633"/>
                  </a:cubicBezTo>
                  <a:lnTo>
                    <a:pt x="1" y="7633"/>
                  </a:lnTo>
                  <a:cubicBezTo>
                    <a:pt x="158" y="8929"/>
                    <a:pt x="996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72" y="9911"/>
                    <a:pt x="6154" y="8995"/>
                    <a:pt x="6154" y="7581"/>
                  </a:cubicBezTo>
                  <a:cubicBezTo>
                    <a:pt x="6154" y="6298"/>
                    <a:pt x="5526" y="5394"/>
                    <a:pt x="3326" y="4740"/>
                  </a:cubicBezTo>
                  <a:cubicBezTo>
                    <a:pt x="1873" y="4321"/>
                    <a:pt x="1389" y="4007"/>
                    <a:pt x="1389" y="3169"/>
                  </a:cubicBezTo>
                  <a:cubicBezTo>
                    <a:pt x="1389" y="2501"/>
                    <a:pt x="1794" y="1859"/>
                    <a:pt x="2947" y="1859"/>
                  </a:cubicBezTo>
                  <a:cubicBezTo>
                    <a:pt x="4230" y="1859"/>
                    <a:pt x="4583" y="2527"/>
                    <a:pt x="4714" y="3103"/>
                  </a:cubicBezTo>
                  <a:lnTo>
                    <a:pt x="5918" y="3103"/>
                  </a:lnTo>
                  <a:cubicBezTo>
                    <a:pt x="5814" y="2226"/>
                    <a:pt x="5290" y="1152"/>
                    <a:pt x="3523" y="969"/>
                  </a:cubicBezTo>
                  <a:lnTo>
                    <a:pt x="3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87" name="Google Shape;687;p2"/>
            <p:cNvSpPr/>
            <p:nvPr/>
          </p:nvSpPr>
          <p:spPr>
            <a:xfrm>
              <a:off x="6085197" y="1608975"/>
              <a:ext cx="160075" cy="286425"/>
            </a:xfrm>
            <a:custGeom>
              <a:rect b="b" l="l" r="r" t="t"/>
              <a:pathLst>
                <a:path extrusionOk="0" h="11457" w="6403">
                  <a:moveTo>
                    <a:pt x="3562" y="210"/>
                  </a:moveTo>
                  <a:lnTo>
                    <a:pt x="3562" y="1166"/>
                  </a:lnTo>
                  <a:lnTo>
                    <a:pt x="3653" y="1179"/>
                  </a:lnTo>
                  <a:cubicBezTo>
                    <a:pt x="5290" y="1349"/>
                    <a:pt x="5814" y="2292"/>
                    <a:pt x="5945" y="3103"/>
                  </a:cubicBezTo>
                  <a:lnTo>
                    <a:pt x="4937" y="3103"/>
                  </a:lnTo>
                  <a:cubicBezTo>
                    <a:pt x="4727" y="2279"/>
                    <a:pt x="4125" y="1873"/>
                    <a:pt x="3091" y="1873"/>
                  </a:cubicBezTo>
                  <a:cubicBezTo>
                    <a:pt x="2056" y="1873"/>
                    <a:pt x="1441" y="2396"/>
                    <a:pt x="1441" y="3287"/>
                  </a:cubicBezTo>
                  <a:cubicBezTo>
                    <a:pt x="1441" y="4216"/>
                    <a:pt x="2030" y="4543"/>
                    <a:pt x="3431" y="4949"/>
                  </a:cubicBezTo>
                  <a:cubicBezTo>
                    <a:pt x="5395" y="5525"/>
                    <a:pt x="6193" y="6324"/>
                    <a:pt x="6193" y="7699"/>
                  </a:cubicBezTo>
                  <a:cubicBezTo>
                    <a:pt x="6193" y="9047"/>
                    <a:pt x="5264" y="9937"/>
                    <a:pt x="3719" y="10081"/>
                  </a:cubicBezTo>
                  <a:lnTo>
                    <a:pt x="3627" y="10095"/>
                  </a:lnTo>
                  <a:lnTo>
                    <a:pt x="3627" y="11247"/>
                  </a:lnTo>
                  <a:lnTo>
                    <a:pt x="2789" y="11247"/>
                  </a:lnTo>
                  <a:lnTo>
                    <a:pt x="2789" y="10081"/>
                  </a:lnTo>
                  <a:lnTo>
                    <a:pt x="2698" y="10068"/>
                  </a:lnTo>
                  <a:cubicBezTo>
                    <a:pt x="1310" y="9911"/>
                    <a:pt x="446" y="9126"/>
                    <a:pt x="236" y="7856"/>
                  </a:cubicBezTo>
                  <a:lnTo>
                    <a:pt x="1218" y="7856"/>
                  </a:lnTo>
                  <a:cubicBezTo>
                    <a:pt x="1467" y="8864"/>
                    <a:pt x="2174" y="9401"/>
                    <a:pt x="3274" y="9401"/>
                  </a:cubicBezTo>
                  <a:cubicBezTo>
                    <a:pt x="4504" y="9401"/>
                    <a:pt x="5211" y="8825"/>
                    <a:pt x="5211" y="7817"/>
                  </a:cubicBezTo>
                  <a:cubicBezTo>
                    <a:pt x="5211" y="6848"/>
                    <a:pt x="4609" y="6272"/>
                    <a:pt x="3156" y="5866"/>
                  </a:cubicBezTo>
                  <a:cubicBezTo>
                    <a:pt x="1179" y="5303"/>
                    <a:pt x="446" y="4635"/>
                    <a:pt x="446" y="3391"/>
                  </a:cubicBezTo>
                  <a:cubicBezTo>
                    <a:pt x="446" y="2187"/>
                    <a:pt x="1297" y="1336"/>
                    <a:pt x="2658" y="1179"/>
                  </a:cubicBezTo>
                  <a:lnTo>
                    <a:pt x="2750" y="1166"/>
                  </a:lnTo>
                  <a:lnTo>
                    <a:pt x="2750" y="210"/>
                  </a:lnTo>
                  <a:close/>
                  <a:moveTo>
                    <a:pt x="2528" y="1"/>
                  </a:moveTo>
                  <a:lnTo>
                    <a:pt x="2528" y="982"/>
                  </a:lnTo>
                  <a:cubicBezTo>
                    <a:pt x="1114" y="1192"/>
                    <a:pt x="236" y="2095"/>
                    <a:pt x="236" y="3391"/>
                  </a:cubicBezTo>
                  <a:cubicBezTo>
                    <a:pt x="236" y="4936"/>
                    <a:pt x="1375" y="5565"/>
                    <a:pt x="3091" y="6062"/>
                  </a:cubicBezTo>
                  <a:cubicBezTo>
                    <a:pt x="4766" y="6533"/>
                    <a:pt x="5002" y="7188"/>
                    <a:pt x="5002" y="7817"/>
                  </a:cubicBezTo>
                  <a:cubicBezTo>
                    <a:pt x="5002" y="8707"/>
                    <a:pt x="4387" y="9191"/>
                    <a:pt x="3274" y="9191"/>
                  </a:cubicBezTo>
                  <a:cubicBezTo>
                    <a:pt x="2240" y="9191"/>
                    <a:pt x="1611" y="8707"/>
                    <a:pt x="1402" y="7738"/>
                  </a:cubicBezTo>
                  <a:lnTo>
                    <a:pt x="1375" y="7646"/>
                  </a:lnTo>
                  <a:lnTo>
                    <a:pt x="1" y="7646"/>
                  </a:lnTo>
                  <a:lnTo>
                    <a:pt x="14" y="7764"/>
                  </a:lnTo>
                  <a:cubicBezTo>
                    <a:pt x="197" y="9165"/>
                    <a:pt x="1127" y="10068"/>
                    <a:pt x="2593" y="10265"/>
                  </a:cubicBezTo>
                  <a:lnTo>
                    <a:pt x="2593" y="11456"/>
                  </a:lnTo>
                  <a:lnTo>
                    <a:pt x="3824" y="11456"/>
                  </a:lnTo>
                  <a:lnTo>
                    <a:pt x="3837" y="10304"/>
                  </a:lnTo>
                  <a:cubicBezTo>
                    <a:pt x="5447" y="10121"/>
                    <a:pt x="6403" y="9152"/>
                    <a:pt x="6403" y="7725"/>
                  </a:cubicBezTo>
                  <a:cubicBezTo>
                    <a:pt x="6403" y="6232"/>
                    <a:pt x="5565" y="5381"/>
                    <a:pt x="3496" y="4779"/>
                  </a:cubicBezTo>
                  <a:cubicBezTo>
                    <a:pt x="2004" y="4334"/>
                    <a:pt x="1637" y="4046"/>
                    <a:pt x="1637" y="3300"/>
                  </a:cubicBezTo>
                  <a:cubicBezTo>
                    <a:pt x="1637" y="2933"/>
                    <a:pt x="1781" y="2082"/>
                    <a:pt x="3091" y="2082"/>
                  </a:cubicBezTo>
                  <a:cubicBezTo>
                    <a:pt x="4046" y="2082"/>
                    <a:pt x="4596" y="2462"/>
                    <a:pt x="4766" y="3234"/>
                  </a:cubicBezTo>
                  <a:lnTo>
                    <a:pt x="4779" y="3313"/>
                  </a:lnTo>
                  <a:lnTo>
                    <a:pt x="6180" y="3313"/>
                  </a:lnTo>
                  <a:lnTo>
                    <a:pt x="6167" y="3195"/>
                  </a:lnTo>
                  <a:cubicBezTo>
                    <a:pt x="6076" y="2462"/>
                    <a:pt x="5630" y="1218"/>
                    <a:pt x="3771" y="982"/>
                  </a:cubicBezTo>
                  <a:lnTo>
                    <a:pt x="37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688" name="Google Shape;688;p2"/>
          <p:cNvGrpSpPr/>
          <p:nvPr/>
        </p:nvGrpSpPr>
        <p:grpSpPr>
          <a:xfrm>
            <a:off x="7285365" y="3454159"/>
            <a:ext cx="714071" cy="538612"/>
            <a:chOff x="1056050" y="2184175"/>
            <a:chExt cx="411450" cy="310350"/>
          </a:xfrm>
        </p:grpSpPr>
        <p:sp>
          <p:nvSpPr>
            <p:cNvPr id="689" name="Google Shape;689;p2"/>
            <p:cNvSpPr/>
            <p:nvPr/>
          </p:nvSpPr>
          <p:spPr>
            <a:xfrm>
              <a:off x="1056050" y="2184175"/>
              <a:ext cx="411450" cy="310350"/>
            </a:xfrm>
            <a:custGeom>
              <a:rect b="b" l="l" r="r" t="t"/>
              <a:pathLst>
                <a:path extrusionOk="0" h="12414" w="16458">
                  <a:moveTo>
                    <a:pt x="13881" y="0"/>
                  </a:moveTo>
                  <a:cubicBezTo>
                    <a:pt x="13867" y="0"/>
                    <a:pt x="13852" y="3"/>
                    <a:pt x="13839" y="9"/>
                  </a:cubicBezTo>
                  <a:lnTo>
                    <a:pt x="118" y="4211"/>
                  </a:lnTo>
                  <a:cubicBezTo>
                    <a:pt x="40" y="4237"/>
                    <a:pt x="0" y="4316"/>
                    <a:pt x="27" y="4381"/>
                  </a:cubicBezTo>
                  <a:lnTo>
                    <a:pt x="2449" y="12315"/>
                  </a:lnTo>
                  <a:cubicBezTo>
                    <a:pt x="2470" y="12369"/>
                    <a:pt x="2527" y="12414"/>
                    <a:pt x="2590" y="12414"/>
                  </a:cubicBezTo>
                  <a:cubicBezTo>
                    <a:pt x="2604" y="12414"/>
                    <a:pt x="2618" y="12411"/>
                    <a:pt x="2632" y="12407"/>
                  </a:cubicBezTo>
                  <a:lnTo>
                    <a:pt x="16353" y="8191"/>
                  </a:lnTo>
                  <a:cubicBezTo>
                    <a:pt x="16418" y="8178"/>
                    <a:pt x="16457" y="8099"/>
                    <a:pt x="16444" y="8021"/>
                  </a:cubicBezTo>
                  <a:lnTo>
                    <a:pt x="14009" y="100"/>
                  </a:lnTo>
                  <a:cubicBezTo>
                    <a:pt x="13988" y="38"/>
                    <a:pt x="13935" y="0"/>
                    <a:pt x="13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0" name="Google Shape;690;p2"/>
            <p:cNvSpPr/>
            <p:nvPr/>
          </p:nvSpPr>
          <p:spPr>
            <a:xfrm>
              <a:off x="1102525" y="2336900"/>
              <a:ext cx="357125" cy="131275"/>
            </a:xfrm>
            <a:custGeom>
              <a:rect b="b" l="l" r="r" t="t"/>
              <a:pathLst>
                <a:path extrusionOk="0" h="5251" w="14285">
                  <a:moveTo>
                    <a:pt x="13996" y="0"/>
                  </a:moveTo>
                  <a:lnTo>
                    <a:pt x="0" y="4282"/>
                  </a:lnTo>
                  <a:lnTo>
                    <a:pt x="302" y="5250"/>
                  </a:lnTo>
                  <a:lnTo>
                    <a:pt x="14284" y="956"/>
                  </a:lnTo>
                  <a:lnTo>
                    <a:pt x="139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1" name="Google Shape;691;p2"/>
            <p:cNvSpPr/>
            <p:nvPr/>
          </p:nvSpPr>
          <p:spPr>
            <a:xfrm>
              <a:off x="1085175" y="2281175"/>
              <a:ext cx="92975" cy="67950"/>
            </a:xfrm>
            <a:custGeom>
              <a:rect b="b" l="l" r="r" t="t"/>
              <a:pathLst>
                <a:path extrusionOk="0" h="2718" w="3719">
                  <a:moveTo>
                    <a:pt x="3117" y="0"/>
                  </a:moveTo>
                  <a:cubicBezTo>
                    <a:pt x="3108" y="0"/>
                    <a:pt x="3099" y="2"/>
                    <a:pt x="3090" y="4"/>
                  </a:cubicBezTo>
                  <a:lnTo>
                    <a:pt x="79" y="933"/>
                  </a:lnTo>
                  <a:cubicBezTo>
                    <a:pt x="27" y="946"/>
                    <a:pt x="1" y="999"/>
                    <a:pt x="14" y="1051"/>
                  </a:cubicBezTo>
                  <a:lnTo>
                    <a:pt x="498" y="2648"/>
                  </a:lnTo>
                  <a:cubicBezTo>
                    <a:pt x="509" y="2692"/>
                    <a:pt x="556" y="2717"/>
                    <a:pt x="601" y="2717"/>
                  </a:cubicBezTo>
                  <a:cubicBezTo>
                    <a:pt x="611" y="2717"/>
                    <a:pt x="620" y="2716"/>
                    <a:pt x="629" y="2714"/>
                  </a:cubicBezTo>
                  <a:lnTo>
                    <a:pt x="3640" y="1784"/>
                  </a:lnTo>
                  <a:cubicBezTo>
                    <a:pt x="3693" y="1771"/>
                    <a:pt x="3719" y="1719"/>
                    <a:pt x="3706" y="1666"/>
                  </a:cubicBezTo>
                  <a:lnTo>
                    <a:pt x="3208" y="69"/>
                  </a:lnTo>
                  <a:cubicBezTo>
                    <a:pt x="3197" y="26"/>
                    <a:pt x="3160" y="0"/>
                    <a:pt x="3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92" name="Google Shape;692;p2"/>
            <p:cNvSpPr/>
            <p:nvPr/>
          </p:nvSpPr>
          <p:spPr>
            <a:xfrm>
              <a:off x="1115950" y="2370600"/>
              <a:ext cx="124400" cy="55025"/>
            </a:xfrm>
            <a:custGeom>
              <a:rect b="b" l="l" r="r" t="t"/>
              <a:pathLst>
                <a:path extrusionOk="0" h="2201" w="4976">
                  <a:moveTo>
                    <a:pt x="4753" y="1"/>
                  </a:moveTo>
                  <a:lnTo>
                    <a:pt x="0" y="1454"/>
                  </a:lnTo>
                  <a:lnTo>
                    <a:pt x="236" y="2200"/>
                  </a:lnTo>
                  <a:lnTo>
                    <a:pt x="4975" y="747"/>
                  </a:lnTo>
                  <a:lnTo>
                    <a:pt x="47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93" name="Google Shape;693;p2"/>
          <p:cNvSpPr txBox="1"/>
          <p:nvPr>
            <p:ph idx="3" type="subTitle"/>
          </p:nvPr>
        </p:nvSpPr>
        <p:spPr>
          <a:xfrm>
            <a:off x="6195125" y="1923300"/>
            <a:ext cx="2175300" cy="23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" sz="1300"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Функция:</a:t>
            </a:r>
            <a:r>
              <a:rPr i="1"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 </a:t>
            </a: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Тестировщики, испытатели</a:t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300"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i="1" lang="en" sz="1300"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Задачи в проекте:</a:t>
            </a:r>
            <a:r>
              <a:rPr i="1"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 </a:t>
            </a:r>
            <a:r>
              <a:rPr lang="en" sz="1300">
                <a:latin typeface="Roboto Serif Medium"/>
                <a:ea typeface="Roboto Serif Medium"/>
                <a:cs typeface="Roboto Serif Medium"/>
                <a:sym typeface="Roboto Serif Medium"/>
              </a:rPr>
              <a:t>Тестирование прототипа</a:t>
            </a:r>
            <a:endParaRPr sz="1300"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97" name="Shape 6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8" name="Google Shape;698;p3"/>
          <p:cNvSpPr txBox="1"/>
          <p:nvPr/>
        </p:nvSpPr>
        <p:spPr>
          <a:xfrm>
            <a:off x="1644575" y="3284413"/>
            <a:ext cx="27804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212121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не совершили покупку</a:t>
            </a:r>
            <a:endParaRPr b="0" i="0" sz="1500" u="none" cap="none" strike="noStrike">
              <a:solidFill>
                <a:srgbClr val="212121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sp>
        <p:nvSpPr>
          <p:cNvPr id="699" name="Google Shape;699;p3"/>
          <p:cNvSpPr txBox="1"/>
          <p:nvPr/>
        </p:nvSpPr>
        <p:spPr>
          <a:xfrm>
            <a:off x="822075" y="3427150"/>
            <a:ext cx="1066500" cy="33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chemeClr val="accent2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73%</a:t>
            </a:r>
            <a:endParaRPr b="0" i="0" sz="2200" u="none" cap="none" strike="noStrike">
              <a:solidFill>
                <a:schemeClr val="dk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sp>
        <p:nvSpPr>
          <p:cNvPr id="700" name="Google Shape;700;p3"/>
          <p:cNvSpPr txBox="1"/>
          <p:nvPr/>
        </p:nvSpPr>
        <p:spPr>
          <a:xfrm>
            <a:off x="848925" y="3896437"/>
            <a:ext cx="10128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600"/>
              <a:buFont typeface="Arial"/>
              <a:buNone/>
            </a:pPr>
            <a:r>
              <a:rPr b="0" i="0" lang="en" sz="2600" u="none" cap="none" strike="noStrike">
                <a:solidFill>
                  <a:schemeClr val="accent1"/>
                </a:solidFill>
                <a:latin typeface="Lexend ExtraBold"/>
                <a:ea typeface="Lexend ExtraBold"/>
                <a:cs typeface="Lexend ExtraBold"/>
                <a:sym typeface="Lexend ExtraBold"/>
              </a:rPr>
              <a:t>27%</a:t>
            </a:r>
            <a:endParaRPr b="0" i="0" sz="2600" u="none" cap="none" strike="noStrike">
              <a:solidFill>
                <a:schemeClr val="accent1"/>
              </a:solidFill>
              <a:latin typeface="Lexend ExtraBold"/>
              <a:ea typeface="Lexend ExtraBold"/>
              <a:cs typeface="Lexend ExtraBold"/>
              <a:sym typeface="Lexend ExtraBold"/>
            </a:endParaRPr>
          </a:p>
        </p:txBody>
      </p:sp>
      <p:grpSp>
        <p:nvGrpSpPr>
          <p:cNvPr id="701" name="Google Shape;701;p3"/>
          <p:cNvGrpSpPr/>
          <p:nvPr/>
        </p:nvGrpSpPr>
        <p:grpSpPr>
          <a:xfrm>
            <a:off x="406455" y="178222"/>
            <a:ext cx="967271" cy="827817"/>
            <a:chOff x="255405" y="2108635"/>
            <a:chExt cx="967271" cy="827817"/>
          </a:xfrm>
        </p:grpSpPr>
        <p:sp>
          <p:nvSpPr>
            <p:cNvPr id="702" name="Google Shape;702;p3"/>
            <p:cNvSpPr/>
            <p:nvPr/>
          </p:nvSpPr>
          <p:spPr>
            <a:xfrm rot="770040">
              <a:off x="526445" y="2171106"/>
              <a:ext cx="633760" cy="633722"/>
            </a:xfrm>
            <a:custGeom>
              <a:rect b="b" l="l" r="r" t="t"/>
              <a:pathLst>
                <a:path extrusionOk="0" h="15620" w="15620">
                  <a:moveTo>
                    <a:pt x="6232" y="0"/>
                  </a:moveTo>
                  <a:lnTo>
                    <a:pt x="6036" y="4242"/>
                  </a:lnTo>
                  <a:lnTo>
                    <a:pt x="2540" y="1846"/>
                  </a:lnTo>
                  <a:lnTo>
                    <a:pt x="2540" y="1846"/>
                  </a:lnTo>
                  <a:lnTo>
                    <a:pt x="4491" y="5617"/>
                  </a:lnTo>
                  <a:lnTo>
                    <a:pt x="262" y="5277"/>
                  </a:lnTo>
                  <a:lnTo>
                    <a:pt x="3836" y="7568"/>
                  </a:lnTo>
                  <a:lnTo>
                    <a:pt x="0" y="9401"/>
                  </a:lnTo>
                  <a:lnTo>
                    <a:pt x="4242" y="9584"/>
                  </a:lnTo>
                  <a:lnTo>
                    <a:pt x="1846" y="13093"/>
                  </a:lnTo>
                  <a:lnTo>
                    <a:pt x="1846" y="13093"/>
                  </a:lnTo>
                  <a:lnTo>
                    <a:pt x="5617" y="11129"/>
                  </a:lnTo>
                  <a:lnTo>
                    <a:pt x="5289" y="15371"/>
                  </a:lnTo>
                  <a:lnTo>
                    <a:pt x="7567" y="11783"/>
                  </a:lnTo>
                  <a:lnTo>
                    <a:pt x="9400" y="15619"/>
                  </a:lnTo>
                  <a:lnTo>
                    <a:pt x="9597" y="11378"/>
                  </a:lnTo>
                  <a:lnTo>
                    <a:pt x="13092" y="13773"/>
                  </a:lnTo>
                  <a:lnTo>
                    <a:pt x="11142" y="10016"/>
                  </a:lnTo>
                  <a:lnTo>
                    <a:pt x="15370" y="10343"/>
                  </a:lnTo>
                  <a:lnTo>
                    <a:pt x="11796" y="8052"/>
                  </a:lnTo>
                  <a:lnTo>
                    <a:pt x="15619" y="6219"/>
                  </a:lnTo>
                  <a:lnTo>
                    <a:pt x="11377" y="6036"/>
                  </a:lnTo>
                  <a:lnTo>
                    <a:pt x="13786" y="2527"/>
                  </a:lnTo>
                  <a:lnTo>
                    <a:pt x="10016" y="4491"/>
                  </a:lnTo>
                  <a:lnTo>
                    <a:pt x="10343" y="249"/>
                  </a:lnTo>
                  <a:lnTo>
                    <a:pt x="8052" y="3836"/>
                  </a:lnTo>
                  <a:lnTo>
                    <a:pt x="623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03" name="Google Shape;703;p3"/>
            <p:cNvGrpSpPr/>
            <p:nvPr/>
          </p:nvGrpSpPr>
          <p:grpSpPr>
            <a:xfrm rot="709984">
              <a:off x="304004" y="2289075"/>
              <a:ext cx="870064" cy="564163"/>
              <a:chOff x="3861980" y="1963565"/>
              <a:chExt cx="555640" cy="360286"/>
            </a:xfrm>
          </p:grpSpPr>
          <p:sp>
            <p:nvSpPr>
              <p:cNvPr id="704" name="Google Shape;704;p3"/>
              <p:cNvSpPr/>
              <p:nvPr/>
            </p:nvSpPr>
            <p:spPr>
              <a:xfrm>
                <a:off x="3861980" y="1963565"/>
                <a:ext cx="555640" cy="317240"/>
              </a:xfrm>
              <a:custGeom>
                <a:rect b="b" l="l" r="r" t="t"/>
                <a:pathLst>
                  <a:path extrusionOk="0" h="4724" w="8274">
                    <a:moveTo>
                      <a:pt x="138" y="0"/>
                    </a:moveTo>
                    <a:cubicBezTo>
                      <a:pt x="1" y="0"/>
                      <a:pt x="1" y="200"/>
                      <a:pt x="138" y="200"/>
                    </a:cubicBezTo>
                    <a:lnTo>
                      <a:pt x="1838" y="200"/>
                    </a:lnTo>
                    <a:cubicBezTo>
                      <a:pt x="1888" y="200"/>
                      <a:pt x="1925" y="225"/>
                      <a:pt x="1950" y="275"/>
                    </a:cubicBezTo>
                    <a:lnTo>
                      <a:pt x="3087" y="4499"/>
                    </a:lnTo>
                    <a:cubicBezTo>
                      <a:pt x="3125" y="4611"/>
                      <a:pt x="3225" y="4699"/>
                      <a:pt x="3350" y="4699"/>
                    </a:cubicBezTo>
                    <a:lnTo>
                      <a:pt x="7311" y="4724"/>
                    </a:lnTo>
                    <a:cubicBezTo>
                      <a:pt x="7424" y="4724"/>
                      <a:pt x="7536" y="4636"/>
                      <a:pt x="7574" y="4524"/>
                    </a:cubicBezTo>
                    <a:lnTo>
                      <a:pt x="8236" y="1675"/>
                    </a:lnTo>
                    <a:cubicBezTo>
                      <a:pt x="8274" y="1525"/>
                      <a:pt x="8161" y="1375"/>
                      <a:pt x="7999" y="1375"/>
                    </a:cubicBezTo>
                    <a:lnTo>
                      <a:pt x="3062" y="1375"/>
                    </a:lnTo>
                    <a:cubicBezTo>
                      <a:pt x="3059" y="1374"/>
                      <a:pt x="3056" y="1374"/>
                      <a:pt x="3054" y="1374"/>
                    </a:cubicBezTo>
                    <a:cubicBezTo>
                      <a:pt x="2953" y="1374"/>
                      <a:pt x="2953" y="1575"/>
                      <a:pt x="3054" y="1575"/>
                    </a:cubicBezTo>
                    <a:cubicBezTo>
                      <a:pt x="3056" y="1575"/>
                      <a:pt x="3059" y="1575"/>
                      <a:pt x="3062" y="1575"/>
                    </a:cubicBezTo>
                    <a:lnTo>
                      <a:pt x="7999" y="1575"/>
                    </a:lnTo>
                    <a:cubicBezTo>
                      <a:pt x="8011" y="1575"/>
                      <a:pt x="8024" y="1587"/>
                      <a:pt x="8036" y="1587"/>
                    </a:cubicBezTo>
                    <a:cubicBezTo>
                      <a:pt x="8049" y="1600"/>
                      <a:pt x="8049" y="1612"/>
                      <a:pt x="8049" y="1625"/>
                    </a:cubicBezTo>
                    <a:lnTo>
                      <a:pt x="7374" y="4474"/>
                    </a:lnTo>
                    <a:cubicBezTo>
                      <a:pt x="7361" y="4499"/>
                      <a:pt x="7336" y="4524"/>
                      <a:pt x="7311" y="4524"/>
                    </a:cubicBezTo>
                    <a:lnTo>
                      <a:pt x="3350" y="4499"/>
                    </a:lnTo>
                    <a:cubicBezTo>
                      <a:pt x="3325" y="4499"/>
                      <a:pt x="3287" y="4474"/>
                      <a:pt x="3287" y="4449"/>
                    </a:cubicBezTo>
                    <a:lnTo>
                      <a:pt x="2138" y="225"/>
                    </a:lnTo>
                    <a:cubicBezTo>
                      <a:pt x="2100" y="87"/>
                      <a:pt x="1975" y="0"/>
                      <a:pt x="183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3"/>
              <p:cNvSpPr/>
              <p:nvPr/>
            </p:nvSpPr>
            <p:spPr>
              <a:xfrm>
                <a:off x="4083524" y="2135548"/>
                <a:ext cx="266941" cy="13498"/>
              </a:xfrm>
              <a:custGeom>
                <a:rect b="b" l="l" r="r" t="t"/>
                <a:pathLst>
                  <a:path extrusionOk="0" h="201" w="3975">
                    <a:moveTo>
                      <a:pt x="113" y="1"/>
                    </a:moveTo>
                    <a:cubicBezTo>
                      <a:pt x="1" y="13"/>
                      <a:pt x="1" y="188"/>
                      <a:pt x="113" y="201"/>
                    </a:cubicBezTo>
                    <a:lnTo>
                      <a:pt x="3850" y="201"/>
                    </a:lnTo>
                    <a:cubicBezTo>
                      <a:pt x="3975" y="188"/>
                      <a:pt x="3975" y="13"/>
                      <a:pt x="385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3"/>
              <p:cNvSpPr/>
              <p:nvPr/>
            </p:nvSpPr>
            <p:spPr>
              <a:xfrm>
                <a:off x="4084397" y="2188467"/>
                <a:ext cx="264389" cy="13498"/>
              </a:xfrm>
              <a:custGeom>
                <a:rect b="b" l="l" r="r" t="t"/>
                <a:pathLst>
                  <a:path extrusionOk="0" h="201" w="3937">
                    <a:moveTo>
                      <a:pt x="100" y="0"/>
                    </a:moveTo>
                    <a:cubicBezTo>
                      <a:pt x="50" y="0"/>
                      <a:pt x="0" y="38"/>
                      <a:pt x="0" y="100"/>
                    </a:cubicBezTo>
                    <a:cubicBezTo>
                      <a:pt x="0" y="150"/>
                      <a:pt x="50" y="200"/>
                      <a:pt x="100" y="200"/>
                    </a:cubicBezTo>
                    <a:lnTo>
                      <a:pt x="3837" y="200"/>
                    </a:lnTo>
                    <a:cubicBezTo>
                      <a:pt x="3899" y="200"/>
                      <a:pt x="3937" y="150"/>
                      <a:pt x="3937" y="100"/>
                    </a:cubicBezTo>
                    <a:cubicBezTo>
                      <a:pt x="3937" y="38"/>
                      <a:pt x="3899" y="0"/>
                      <a:pt x="383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3"/>
              <p:cNvSpPr/>
              <p:nvPr/>
            </p:nvSpPr>
            <p:spPr>
              <a:xfrm>
                <a:off x="4118780" y="2274022"/>
                <a:ext cx="58828" cy="49829"/>
              </a:xfrm>
              <a:custGeom>
                <a:rect b="b" l="l" r="r" t="t"/>
                <a:pathLst>
                  <a:path extrusionOk="0" h="742" w="876">
                    <a:moveTo>
                      <a:pt x="501" y="1"/>
                    </a:moveTo>
                    <a:cubicBezTo>
                      <a:pt x="163" y="1"/>
                      <a:pt x="1" y="401"/>
                      <a:pt x="238" y="638"/>
                    </a:cubicBezTo>
                    <a:cubicBezTo>
                      <a:pt x="310" y="710"/>
                      <a:pt x="400" y="742"/>
                      <a:pt x="490" y="742"/>
                    </a:cubicBezTo>
                    <a:cubicBezTo>
                      <a:pt x="684" y="742"/>
                      <a:pt x="876" y="593"/>
                      <a:pt x="876" y="363"/>
                    </a:cubicBezTo>
                    <a:cubicBezTo>
                      <a:pt x="876" y="163"/>
                      <a:pt x="701" y="1"/>
                      <a:pt x="50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3"/>
              <p:cNvSpPr/>
              <p:nvPr/>
            </p:nvSpPr>
            <p:spPr>
              <a:xfrm>
                <a:off x="4278274" y="2274022"/>
                <a:ext cx="58761" cy="49829"/>
              </a:xfrm>
              <a:custGeom>
                <a:rect b="b" l="l" r="r" t="t"/>
                <a:pathLst>
                  <a:path extrusionOk="0" h="742" w="875">
                    <a:moveTo>
                      <a:pt x="500" y="1"/>
                    </a:moveTo>
                    <a:cubicBezTo>
                      <a:pt x="163" y="1"/>
                      <a:pt x="0" y="401"/>
                      <a:pt x="238" y="638"/>
                    </a:cubicBezTo>
                    <a:cubicBezTo>
                      <a:pt x="313" y="710"/>
                      <a:pt x="405" y="742"/>
                      <a:pt x="495" y="742"/>
                    </a:cubicBezTo>
                    <a:cubicBezTo>
                      <a:pt x="689" y="742"/>
                      <a:pt x="875" y="593"/>
                      <a:pt x="875" y="363"/>
                    </a:cubicBezTo>
                    <a:cubicBezTo>
                      <a:pt x="875" y="163"/>
                      <a:pt x="700" y="1"/>
                      <a:pt x="5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709" name="Google Shape;709;p3"/>
          <p:cNvGrpSpPr/>
          <p:nvPr/>
        </p:nvGrpSpPr>
        <p:grpSpPr>
          <a:xfrm>
            <a:off x="7592943" y="445034"/>
            <a:ext cx="621024" cy="393604"/>
            <a:chOff x="6996643" y="936734"/>
            <a:chExt cx="621024" cy="393604"/>
          </a:xfrm>
        </p:grpSpPr>
        <p:sp>
          <p:nvSpPr>
            <p:cNvPr id="710" name="Google Shape;710;p3"/>
            <p:cNvSpPr/>
            <p:nvPr/>
          </p:nvSpPr>
          <p:spPr>
            <a:xfrm>
              <a:off x="6996643" y="936734"/>
              <a:ext cx="621024" cy="393604"/>
            </a:xfrm>
            <a:custGeom>
              <a:rect b="b" l="l" r="r" t="t"/>
              <a:pathLst>
                <a:path extrusionOk="0" h="5862" w="9249">
                  <a:moveTo>
                    <a:pt x="625" y="1"/>
                  </a:moveTo>
                  <a:cubicBezTo>
                    <a:pt x="288" y="1"/>
                    <a:pt x="13" y="251"/>
                    <a:pt x="1" y="588"/>
                  </a:cubicBezTo>
                  <a:lnTo>
                    <a:pt x="1" y="5862"/>
                  </a:lnTo>
                  <a:lnTo>
                    <a:pt x="1088" y="4974"/>
                  </a:lnTo>
                  <a:lnTo>
                    <a:pt x="8623" y="4974"/>
                  </a:lnTo>
                  <a:cubicBezTo>
                    <a:pt x="8961" y="4974"/>
                    <a:pt x="9236" y="4712"/>
                    <a:pt x="9248" y="4387"/>
                  </a:cubicBezTo>
                  <a:lnTo>
                    <a:pt x="9248" y="588"/>
                  </a:lnTo>
                  <a:cubicBezTo>
                    <a:pt x="9236" y="251"/>
                    <a:pt x="8961" y="1"/>
                    <a:pt x="8623" y="1"/>
                  </a:cubicBezTo>
                  <a:close/>
                </a:path>
              </a:pathLst>
            </a:custGeom>
            <a:noFill/>
            <a:ln cap="flat" cmpd="sng" w="1905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11" name="Google Shape;711;p3"/>
            <p:cNvSpPr/>
            <p:nvPr/>
          </p:nvSpPr>
          <p:spPr>
            <a:xfrm>
              <a:off x="7254278" y="1017241"/>
              <a:ext cx="121734" cy="168064"/>
            </a:xfrm>
            <a:custGeom>
              <a:rect b="b" l="l" r="r" t="t"/>
              <a:pathLst>
                <a:path extrusionOk="0" h="2503" w="1813">
                  <a:moveTo>
                    <a:pt x="1257" y="1"/>
                  </a:moveTo>
                  <a:cubicBezTo>
                    <a:pt x="986" y="1"/>
                    <a:pt x="740" y="112"/>
                    <a:pt x="550" y="314"/>
                  </a:cubicBezTo>
                  <a:cubicBezTo>
                    <a:pt x="387" y="476"/>
                    <a:pt x="287" y="701"/>
                    <a:pt x="237" y="939"/>
                  </a:cubicBezTo>
                  <a:lnTo>
                    <a:pt x="0" y="939"/>
                  </a:lnTo>
                  <a:lnTo>
                    <a:pt x="0" y="1126"/>
                  </a:lnTo>
                  <a:lnTo>
                    <a:pt x="212" y="1126"/>
                  </a:lnTo>
                  <a:cubicBezTo>
                    <a:pt x="212" y="1176"/>
                    <a:pt x="212" y="1226"/>
                    <a:pt x="212" y="1289"/>
                  </a:cubicBezTo>
                  <a:lnTo>
                    <a:pt x="212" y="1351"/>
                  </a:lnTo>
                  <a:lnTo>
                    <a:pt x="0" y="1351"/>
                  </a:lnTo>
                  <a:lnTo>
                    <a:pt x="0" y="1526"/>
                  </a:lnTo>
                  <a:lnTo>
                    <a:pt x="225" y="1526"/>
                  </a:lnTo>
                  <a:cubicBezTo>
                    <a:pt x="250" y="1764"/>
                    <a:pt x="350" y="1988"/>
                    <a:pt x="500" y="2176"/>
                  </a:cubicBezTo>
                  <a:cubicBezTo>
                    <a:pt x="679" y="2379"/>
                    <a:pt x="937" y="2502"/>
                    <a:pt x="1210" y="2502"/>
                  </a:cubicBezTo>
                  <a:cubicBezTo>
                    <a:pt x="1223" y="2502"/>
                    <a:pt x="1237" y="2501"/>
                    <a:pt x="1250" y="2501"/>
                  </a:cubicBezTo>
                  <a:cubicBezTo>
                    <a:pt x="1267" y="2502"/>
                    <a:pt x="1284" y="2502"/>
                    <a:pt x="1301" y="2502"/>
                  </a:cubicBezTo>
                  <a:cubicBezTo>
                    <a:pt x="1483" y="2502"/>
                    <a:pt x="1663" y="2442"/>
                    <a:pt x="1812" y="2351"/>
                  </a:cubicBezTo>
                  <a:lnTo>
                    <a:pt x="1762" y="2113"/>
                  </a:lnTo>
                  <a:cubicBezTo>
                    <a:pt x="1625" y="2188"/>
                    <a:pt x="1462" y="2226"/>
                    <a:pt x="1312" y="2238"/>
                  </a:cubicBezTo>
                  <a:cubicBezTo>
                    <a:pt x="1112" y="2238"/>
                    <a:pt x="925" y="2163"/>
                    <a:pt x="775" y="2013"/>
                  </a:cubicBezTo>
                  <a:cubicBezTo>
                    <a:pt x="662" y="1876"/>
                    <a:pt x="587" y="1714"/>
                    <a:pt x="575" y="1526"/>
                  </a:cubicBezTo>
                  <a:lnTo>
                    <a:pt x="1637" y="1526"/>
                  </a:lnTo>
                  <a:lnTo>
                    <a:pt x="1637" y="1339"/>
                  </a:lnTo>
                  <a:lnTo>
                    <a:pt x="550" y="1339"/>
                  </a:lnTo>
                  <a:lnTo>
                    <a:pt x="550" y="1276"/>
                  </a:lnTo>
                  <a:lnTo>
                    <a:pt x="550" y="1126"/>
                  </a:lnTo>
                  <a:lnTo>
                    <a:pt x="1625" y="1126"/>
                  </a:lnTo>
                  <a:lnTo>
                    <a:pt x="1625" y="939"/>
                  </a:lnTo>
                  <a:lnTo>
                    <a:pt x="587" y="939"/>
                  </a:lnTo>
                  <a:cubicBezTo>
                    <a:pt x="612" y="764"/>
                    <a:pt x="687" y="601"/>
                    <a:pt x="800" y="464"/>
                  </a:cubicBezTo>
                  <a:cubicBezTo>
                    <a:pt x="927" y="336"/>
                    <a:pt x="1087" y="263"/>
                    <a:pt x="1259" y="263"/>
                  </a:cubicBezTo>
                  <a:cubicBezTo>
                    <a:pt x="1273" y="263"/>
                    <a:pt x="1286" y="263"/>
                    <a:pt x="1300" y="264"/>
                  </a:cubicBezTo>
                  <a:cubicBezTo>
                    <a:pt x="1450" y="264"/>
                    <a:pt x="1587" y="289"/>
                    <a:pt x="1712" y="364"/>
                  </a:cubicBezTo>
                  <a:lnTo>
                    <a:pt x="1787" y="114"/>
                  </a:lnTo>
                  <a:cubicBezTo>
                    <a:pt x="1637" y="39"/>
                    <a:pt x="1475" y="1"/>
                    <a:pt x="1300" y="1"/>
                  </a:cubicBezTo>
                  <a:cubicBezTo>
                    <a:pt x="1285" y="1"/>
                    <a:pt x="1271" y="1"/>
                    <a:pt x="125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12" name="Google Shape;712;p3"/>
          <p:cNvSpPr/>
          <p:nvPr/>
        </p:nvSpPr>
        <p:spPr>
          <a:xfrm>
            <a:off x="1588103" y="1995541"/>
            <a:ext cx="245885" cy="225741"/>
          </a:xfrm>
          <a:custGeom>
            <a:rect b="b" l="l" r="r" t="t"/>
            <a:pathLst>
              <a:path extrusionOk="0" h="3362" w="3662">
                <a:moveTo>
                  <a:pt x="775" y="275"/>
                </a:moveTo>
                <a:cubicBezTo>
                  <a:pt x="1075" y="275"/>
                  <a:pt x="1200" y="600"/>
                  <a:pt x="1200" y="1000"/>
                </a:cubicBezTo>
                <a:cubicBezTo>
                  <a:pt x="1200" y="1425"/>
                  <a:pt x="1050" y="1737"/>
                  <a:pt x="775" y="1737"/>
                </a:cubicBezTo>
                <a:cubicBezTo>
                  <a:pt x="500" y="1737"/>
                  <a:pt x="350" y="1425"/>
                  <a:pt x="350" y="1000"/>
                </a:cubicBezTo>
                <a:cubicBezTo>
                  <a:pt x="350" y="600"/>
                  <a:pt x="500" y="275"/>
                  <a:pt x="775" y="275"/>
                </a:cubicBezTo>
                <a:close/>
                <a:moveTo>
                  <a:pt x="787" y="0"/>
                </a:moveTo>
                <a:cubicBezTo>
                  <a:pt x="362" y="0"/>
                  <a:pt x="0" y="363"/>
                  <a:pt x="0" y="1025"/>
                </a:cubicBezTo>
                <a:cubicBezTo>
                  <a:pt x="13" y="1675"/>
                  <a:pt x="337" y="2000"/>
                  <a:pt x="762" y="2000"/>
                </a:cubicBezTo>
                <a:cubicBezTo>
                  <a:pt x="1187" y="2000"/>
                  <a:pt x="1537" y="1662"/>
                  <a:pt x="1537" y="975"/>
                </a:cubicBezTo>
                <a:cubicBezTo>
                  <a:pt x="1537" y="350"/>
                  <a:pt x="1237" y="0"/>
                  <a:pt x="787" y="0"/>
                </a:cubicBezTo>
                <a:close/>
                <a:moveTo>
                  <a:pt x="2887" y="1612"/>
                </a:moveTo>
                <a:cubicBezTo>
                  <a:pt x="3199" y="1612"/>
                  <a:pt x="3312" y="1950"/>
                  <a:pt x="3312" y="2337"/>
                </a:cubicBezTo>
                <a:cubicBezTo>
                  <a:pt x="3312" y="2774"/>
                  <a:pt x="3162" y="3087"/>
                  <a:pt x="2887" y="3087"/>
                </a:cubicBezTo>
                <a:cubicBezTo>
                  <a:pt x="2624" y="3087"/>
                  <a:pt x="2462" y="2762"/>
                  <a:pt x="2462" y="2350"/>
                </a:cubicBezTo>
                <a:lnTo>
                  <a:pt x="2474" y="2350"/>
                </a:lnTo>
                <a:cubicBezTo>
                  <a:pt x="2474" y="1937"/>
                  <a:pt x="2624" y="1612"/>
                  <a:pt x="2887" y="1612"/>
                </a:cubicBezTo>
                <a:close/>
                <a:moveTo>
                  <a:pt x="2899" y="1350"/>
                </a:moveTo>
                <a:cubicBezTo>
                  <a:pt x="2474" y="1350"/>
                  <a:pt x="2112" y="1725"/>
                  <a:pt x="2112" y="2375"/>
                </a:cubicBezTo>
                <a:cubicBezTo>
                  <a:pt x="2124" y="3024"/>
                  <a:pt x="2449" y="3349"/>
                  <a:pt x="2874" y="3349"/>
                </a:cubicBezTo>
                <a:cubicBezTo>
                  <a:pt x="3299" y="3349"/>
                  <a:pt x="3662" y="3012"/>
                  <a:pt x="3662" y="2325"/>
                </a:cubicBezTo>
                <a:cubicBezTo>
                  <a:pt x="3662" y="1700"/>
                  <a:pt x="3362" y="1350"/>
                  <a:pt x="2899" y="1350"/>
                </a:cubicBezTo>
                <a:close/>
                <a:moveTo>
                  <a:pt x="2649" y="0"/>
                </a:moveTo>
                <a:lnTo>
                  <a:pt x="737" y="3362"/>
                </a:lnTo>
                <a:lnTo>
                  <a:pt x="1012" y="3362"/>
                </a:lnTo>
                <a:lnTo>
                  <a:pt x="2924" y="0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13" name="Google Shape;713;p3" title="Chart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08750" y="1086000"/>
            <a:ext cx="2122001" cy="2044826"/>
          </a:xfrm>
          <a:prstGeom prst="rect">
            <a:avLst/>
          </a:prstGeom>
          <a:noFill/>
          <a:ln>
            <a:noFill/>
          </a:ln>
        </p:spPr>
      </p:pic>
      <p:sp>
        <p:nvSpPr>
          <p:cNvPr id="714" name="Google Shape;714;p3"/>
          <p:cNvSpPr txBox="1"/>
          <p:nvPr>
            <p:ph type="title"/>
          </p:nvPr>
        </p:nvSpPr>
        <p:spPr>
          <a:xfrm>
            <a:off x="1644575" y="335100"/>
            <a:ext cx="5677500" cy="7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To buy or not to buy?</a:t>
            </a:r>
            <a:endParaRPr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715" name="Google Shape;715;p3"/>
          <p:cNvSpPr txBox="1"/>
          <p:nvPr/>
        </p:nvSpPr>
        <p:spPr>
          <a:xfrm>
            <a:off x="1834000" y="3764075"/>
            <a:ext cx="22365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chemeClr val="dk1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купили товар</a:t>
            </a:r>
            <a:endParaRPr b="0" i="0" sz="1500" u="none" cap="none" strike="noStrike">
              <a:solidFill>
                <a:schemeClr val="dk1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  <p:pic>
        <p:nvPicPr>
          <p:cNvPr id="716" name="Google Shape;716;p3" title="Chart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858076"/>
            <a:ext cx="3917976" cy="3427355"/>
          </a:xfrm>
          <a:prstGeom prst="rect">
            <a:avLst/>
          </a:prstGeom>
          <a:noFill/>
          <a:ln>
            <a:noFill/>
          </a:ln>
        </p:spPr>
      </p:pic>
      <p:sp>
        <p:nvSpPr>
          <p:cNvPr id="717" name="Google Shape;717;p3"/>
          <p:cNvSpPr txBox="1"/>
          <p:nvPr/>
        </p:nvSpPr>
        <p:spPr>
          <a:xfrm>
            <a:off x="4830575" y="4053800"/>
            <a:ext cx="3400800" cy="458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500" u="none" cap="none" strike="noStrike">
                <a:solidFill>
                  <a:srgbClr val="212121"/>
                </a:solidFill>
                <a:latin typeface="Roboto Serif SemiBold"/>
                <a:ea typeface="Roboto Serif SemiBold"/>
                <a:cs typeface="Roboto Serif SemiBold"/>
                <a:sym typeface="Roboto Serif SemiBold"/>
              </a:rPr>
              <a:t>Причина отказа от покупки</a:t>
            </a:r>
            <a:endParaRPr b="0" i="0" sz="1500" u="none" cap="none" strike="noStrike">
              <a:solidFill>
                <a:srgbClr val="212121"/>
              </a:solidFill>
              <a:latin typeface="Roboto Serif SemiBold"/>
              <a:ea typeface="Roboto Serif SemiBold"/>
              <a:cs typeface="Roboto Serif SemiBold"/>
              <a:sym typeface="Roboto Serif SemiBold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1" name="Shape 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2" name="Google Shape;722;p4"/>
          <p:cNvGrpSpPr/>
          <p:nvPr/>
        </p:nvGrpSpPr>
        <p:grpSpPr>
          <a:xfrm>
            <a:off x="4812175" y="1374011"/>
            <a:ext cx="3311496" cy="2615233"/>
            <a:chOff x="4674575" y="1374011"/>
            <a:chExt cx="3311496" cy="2615233"/>
          </a:xfrm>
        </p:grpSpPr>
        <p:sp>
          <p:nvSpPr>
            <p:cNvPr id="723" name="Google Shape;723;p4"/>
            <p:cNvSpPr/>
            <p:nvPr/>
          </p:nvSpPr>
          <p:spPr>
            <a:xfrm>
              <a:off x="4674575" y="1374011"/>
              <a:ext cx="3311496" cy="2615233"/>
            </a:xfrm>
            <a:custGeom>
              <a:rect b="b" l="l" r="r" t="t"/>
              <a:pathLst>
                <a:path extrusionOk="0" h="100673" w="131696">
                  <a:moveTo>
                    <a:pt x="128192" y="0"/>
                  </a:moveTo>
                  <a:lnTo>
                    <a:pt x="3504" y="0"/>
                  </a:lnTo>
                  <a:lnTo>
                    <a:pt x="3504" y="0"/>
                  </a:lnTo>
                  <a:lnTo>
                    <a:pt x="2821" y="0"/>
                  </a:lnTo>
                  <a:lnTo>
                    <a:pt x="2137" y="257"/>
                  </a:lnTo>
                  <a:lnTo>
                    <a:pt x="1624" y="598"/>
                  </a:lnTo>
                  <a:lnTo>
                    <a:pt x="1026" y="1026"/>
                  </a:lnTo>
                  <a:lnTo>
                    <a:pt x="599" y="1538"/>
                  </a:lnTo>
                  <a:lnTo>
                    <a:pt x="342" y="2137"/>
                  </a:lnTo>
                  <a:lnTo>
                    <a:pt x="86" y="2735"/>
                  </a:lnTo>
                  <a:lnTo>
                    <a:pt x="0" y="3504"/>
                  </a:lnTo>
                  <a:lnTo>
                    <a:pt x="0" y="79991"/>
                  </a:lnTo>
                  <a:lnTo>
                    <a:pt x="0" y="79991"/>
                  </a:lnTo>
                  <a:lnTo>
                    <a:pt x="86" y="80675"/>
                  </a:lnTo>
                  <a:lnTo>
                    <a:pt x="342" y="81359"/>
                  </a:lnTo>
                  <a:lnTo>
                    <a:pt x="599" y="81957"/>
                  </a:lnTo>
                  <a:lnTo>
                    <a:pt x="1026" y="82470"/>
                  </a:lnTo>
                  <a:lnTo>
                    <a:pt x="1624" y="82897"/>
                  </a:lnTo>
                  <a:lnTo>
                    <a:pt x="2137" y="83239"/>
                  </a:lnTo>
                  <a:lnTo>
                    <a:pt x="2821" y="83410"/>
                  </a:lnTo>
                  <a:lnTo>
                    <a:pt x="3504" y="83495"/>
                  </a:lnTo>
                  <a:lnTo>
                    <a:pt x="52132" y="83495"/>
                  </a:lnTo>
                  <a:lnTo>
                    <a:pt x="51191" y="89990"/>
                  </a:lnTo>
                  <a:lnTo>
                    <a:pt x="51191" y="89990"/>
                  </a:lnTo>
                  <a:lnTo>
                    <a:pt x="50850" y="91272"/>
                  </a:lnTo>
                  <a:lnTo>
                    <a:pt x="50251" y="92640"/>
                  </a:lnTo>
                  <a:lnTo>
                    <a:pt x="49910" y="93238"/>
                  </a:lnTo>
                  <a:lnTo>
                    <a:pt x="49482" y="93836"/>
                  </a:lnTo>
                  <a:lnTo>
                    <a:pt x="49055" y="94349"/>
                  </a:lnTo>
                  <a:lnTo>
                    <a:pt x="48628" y="94862"/>
                  </a:lnTo>
                  <a:lnTo>
                    <a:pt x="43842" y="98024"/>
                  </a:lnTo>
                  <a:lnTo>
                    <a:pt x="43842" y="98024"/>
                  </a:lnTo>
                  <a:lnTo>
                    <a:pt x="43585" y="98280"/>
                  </a:lnTo>
                  <a:lnTo>
                    <a:pt x="43415" y="98536"/>
                  </a:lnTo>
                  <a:lnTo>
                    <a:pt x="43329" y="98878"/>
                  </a:lnTo>
                  <a:lnTo>
                    <a:pt x="43244" y="99220"/>
                  </a:lnTo>
                  <a:lnTo>
                    <a:pt x="43329" y="99562"/>
                  </a:lnTo>
                  <a:lnTo>
                    <a:pt x="43415" y="99818"/>
                  </a:lnTo>
                  <a:lnTo>
                    <a:pt x="43585" y="100160"/>
                  </a:lnTo>
                  <a:lnTo>
                    <a:pt x="43842" y="100417"/>
                  </a:lnTo>
                  <a:lnTo>
                    <a:pt x="43842" y="100417"/>
                  </a:lnTo>
                  <a:lnTo>
                    <a:pt x="44269" y="100588"/>
                  </a:lnTo>
                  <a:lnTo>
                    <a:pt x="44782" y="100673"/>
                  </a:lnTo>
                  <a:lnTo>
                    <a:pt x="65891" y="100673"/>
                  </a:lnTo>
                  <a:lnTo>
                    <a:pt x="86914" y="100673"/>
                  </a:lnTo>
                  <a:lnTo>
                    <a:pt x="86914" y="100673"/>
                  </a:lnTo>
                  <a:lnTo>
                    <a:pt x="87427" y="100588"/>
                  </a:lnTo>
                  <a:lnTo>
                    <a:pt x="87854" y="100417"/>
                  </a:lnTo>
                  <a:lnTo>
                    <a:pt x="87854" y="100417"/>
                  </a:lnTo>
                  <a:lnTo>
                    <a:pt x="88111" y="100160"/>
                  </a:lnTo>
                  <a:lnTo>
                    <a:pt x="88281" y="99818"/>
                  </a:lnTo>
                  <a:lnTo>
                    <a:pt x="88367" y="99562"/>
                  </a:lnTo>
                  <a:lnTo>
                    <a:pt x="88452" y="99220"/>
                  </a:lnTo>
                  <a:lnTo>
                    <a:pt x="88367" y="98878"/>
                  </a:lnTo>
                  <a:lnTo>
                    <a:pt x="88281" y="98536"/>
                  </a:lnTo>
                  <a:lnTo>
                    <a:pt x="88111" y="98280"/>
                  </a:lnTo>
                  <a:lnTo>
                    <a:pt x="87854" y="98024"/>
                  </a:lnTo>
                  <a:lnTo>
                    <a:pt x="83154" y="94862"/>
                  </a:lnTo>
                  <a:lnTo>
                    <a:pt x="83154" y="94862"/>
                  </a:lnTo>
                  <a:lnTo>
                    <a:pt x="83068" y="94862"/>
                  </a:lnTo>
                  <a:lnTo>
                    <a:pt x="83068" y="94862"/>
                  </a:lnTo>
                  <a:lnTo>
                    <a:pt x="82556" y="94349"/>
                  </a:lnTo>
                  <a:lnTo>
                    <a:pt x="82128" y="93836"/>
                  </a:lnTo>
                  <a:lnTo>
                    <a:pt x="81786" y="93238"/>
                  </a:lnTo>
                  <a:lnTo>
                    <a:pt x="81445" y="92640"/>
                  </a:lnTo>
                  <a:lnTo>
                    <a:pt x="80846" y="91272"/>
                  </a:lnTo>
                  <a:lnTo>
                    <a:pt x="80505" y="89990"/>
                  </a:lnTo>
                  <a:lnTo>
                    <a:pt x="79564" y="83495"/>
                  </a:lnTo>
                  <a:lnTo>
                    <a:pt x="128192" y="83495"/>
                  </a:lnTo>
                  <a:lnTo>
                    <a:pt x="128192" y="83495"/>
                  </a:lnTo>
                  <a:lnTo>
                    <a:pt x="128875" y="83410"/>
                  </a:lnTo>
                  <a:lnTo>
                    <a:pt x="129559" y="83239"/>
                  </a:lnTo>
                  <a:lnTo>
                    <a:pt x="130157" y="82897"/>
                  </a:lnTo>
                  <a:lnTo>
                    <a:pt x="130670" y="82470"/>
                  </a:lnTo>
                  <a:lnTo>
                    <a:pt x="131097" y="81957"/>
                  </a:lnTo>
                  <a:lnTo>
                    <a:pt x="131354" y="81359"/>
                  </a:lnTo>
                  <a:lnTo>
                    <a:pt x="131610" y="80675"/>
                  </a:lnTo>
                  <a:lnTo>
                    <a:pt x="131696" y="79991"/>
                  </a:lnTo>
                  <a:lnTo>
                    <a:pt x="131696" y="3504"/>
                  </a:lnTo>
                  <a:lnTo>
                    <a:pt x="131696" y="3504"/>
                  </a:lnTo>
                  <a:lnTo>
                    <a:pt x="131610" y="2735"/>
                  </a:lnTo>
                  <a:lnTo>
                    <a:pt x="131354" y="2137"/>
                  </a:lnTo>
                  <a:lnTo>
                    <a:pt x="131097" y="1538"/>
                  </a:lnTo>
                  <a:lnTo>
                    <a:pt x="130670" y="1026"/>
                  </a:lnTo>
                  <a:lnTo>
                    <a:pt x="130157" y="598"/>
                  </a:lnTo>
                  <a:lnTo>
                    <a:pt x="129559" y="257"/>
                  </a:lnTo>
                  <a:lnTo>
                    <a:pt x="128875" y="0"/>
                  </a:lnTo>
                  <a:lnTo>
                    <a:pt x="128192" y="0"/>
                  </a:lnTo>
                  <a:lnTo>
                    <a:pt x="128192" y="0"/>
                  </a:lnTo>
                  <a:close/>
                  <a:moveTo>
                    <a:pt x="65891" y="80932"/>
                  </a:moveTo>
                  <a:lnTo>
                    <a:pt x="65891" y="80932"/>
                  </a:lnTo>
                  <a:lnTo>
                    <a:pt x="65463" y="80846"/>
                  </a:lnTo>
                  <a:lnTo>
                    <a:pt x="65036" y="80761"/>
                  </a:lnTo>
                  <a:lnTo>
                    <a:pt x="64694" y="80504"/>
                  </a:lnTo>
                  <a:lnTo>
                    <a:pt x="64352" y="80248"/>
                  </a:lnTo>
                  <a:lnTo>
                    <a:pt x="64096" y="79991"/>
                  </a:lnTo>
                  <a:lnTo>
                    <a:pt x="63925" y="79650"/>
                  </a:lnTo>
                  <a:lnTo>
                    <a:pt x="63840" y="79222"/>
                  </a:lnTo>
                  <a:lnTo>
                    <a:pt x="63754" y="78795"/>
                  </a:lnTo>
                  <a:lnTo>
                    <a:pt x="63754" y="78795"/>
                  </a:lnTo>
                  <a:lnTo>
                    <a:pt x="63840" y="78368"/>
                  </a:lnTo>
                  <a:lnTo>
                    <a:pt x="63925" y="78026"/>
                  </a:lnTo>
                  <a:lnTo>
                    <a:pt x="64096" y="77599"/>
                  </a:lnTo>
                  <a:lnTo>
                    <a:pt x="64352" y="77342"/>
                  </a:lnTo>
                  <a:lnTo>
                    <a:pt x="64694" y="77086"/>
                  </a:lnTo>
                  <a:lnTo>
                    <a:pt x="65036" y="76915"/>
                  </a:lnTo>
                  <a:lnTo>
                    <a:pt x="65463" y="76744"/>
                  </a:lnTo>
                  <a:lnTo>
                    <a:pt x="65891" y="76744"/>
                  </a:lnTo>
                  <a:lnTo>
                    <a:pt x="65891" y="76744"/>
                  </a:lnTo>
                  <a:lnTo>
                    <a:pt x="66233" y="76744"/>
                  </a:lnTo>
                  <a:lnTo>
                    <a:pt x="66660" y="76915"/>
                  </a:lnTo>
                  <a:lnTo>
                    <a:pt x="67002" y="77086"/>
                  </a:lnTo>
                  <a:lnTo>
                    <a:pt x="67344" y="77342"/>
                  </a:lnTo>
                  <a:lnTo>
                    <a:pt x="67600" y="77599"/>
                  </a:lnTo>
                  <a:lnTo>
                    <a:pt x="67771" y="78026"/>
                  </a:lnTo>
                  <a:lnTo>
                    <a:pt x="67856" y="78368"/>
                  </a:lnTo>
                  <a:lnTo>
                    <a:pt x="67942" y="78795"/>
                  </a:lnTo>
                  <a:lnTo>
                    <a:pt x="67942" y="78795"/>
                  </a:lnTo>
                  <a:lnTo>
                    <a:pt x="67856" y="79222"/>
                  </a:lnTo>
                  <a:lnTo>
                    <a:pt x="67771" y="79650"/>
                  </a:lnTo>
                  <a:lnTo>
                    <a:pt x="67600" y="79991"/>
                  </a:lnTo>
                  <a:lnTo>
                    <a:pt x="67344" y="80248"/>
                  </a:lnTo>
                  <a:lnTo>
                    <a:pt x="67002" y="80504"/>
                  </a:lnTo>
                  <a:lnTo>
                    <a:pt x="66660" y="80761"/>
                  </a:lnTo>
                  <a:lnTo>
                    <a:pt x="66233" y="80846"/>
                  </a:lnTo>
                  <a:lnTo>
                    <a:pt x="65891" y="80932"/>
                  </a:lnTo>
                  <a:lnTo>
                    <a:pt x="65891" y="80932"/>
                  </a:lnTo>
                  <a:close/>
                  <a:moveTo>
                    <a:pt x="126568" y="74009"/>
                  </a:moveTo>
                  <a:lnTo>
                    <a:pt x="5128" y="74009"/>
                  </a:lnTo>
                  <a:lnTo>
                    <a:pt x="5128" y="4871"/>
                  </a:lnTo>
                  <a:lnTo>
                    <a:pt x="126568" y="4871"/>
                  </a:lnTo>
                  <a:lnTo>
                    <a:pt x="126568" y="7400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4"/>
            <p:cNvSpPr/>
            <p:nvPr/>
          </p:nvSpPr>
          <p:spPr>
            <a:xfrm>
              <a:off x="6273113" y="3357575"/>
              <a:ext cx="144000" cy="14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25" name="Google Shape;725;p4"/>
          <p:cNvSpPr txBox="1"/>
          <p:nvPr>
            <p:ph type="title"/>
          </p:nvPr>
        </p:nvSpPr>
        <p:spPr>
          <a:xfrm>
            <a:off x="1570175" y="390400"/>
            <a:ext cx="5657400" cy="107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Проблема</a:t>
            </a:r>
            <a:endParaRPr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726" name="Google Shape;726;p4"/>
          <p:cNvSpPr txBox="1"/>
          <p:nvPr>
            <p:ph idx="1" type="subTitle"/>
          </p:nvPr>
        </p:nvSpPr>
        <p:spPr>
          <a:xfrm>
            <a:off x="720000" y="1028500"/>
            <a:ext cx="3718200" cy="32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Большие затраты времени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на поиск и покупку необходимого товара в торговом центре.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Ненужные траты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 от спонтанных покупок,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развитие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шопоголизма и ониомании.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Низкая посещаемость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торговых центров в связи с конкуренцией со стороны маркетплейсов, где поиск товаров осуществляется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очень быстро</a:t>
            </a:r>
            <a:endParaRPr b="1">
              <a:solidFill>
                <a:srgbClr val="212121"/>
              </a:solidFill>
            </a:endParaRPr>
          </a:p>
        </p:txBody>
      </p:sp>
      <p:grpSp>
        <p:nvGrpSpPr>
          <p:cNvPr id="727" name="Google Shape;727;p4"/>
          <p:cNvGrpSpPr/>
          <p:nvPr/>
        </p:nvGrpSpPr>
        <p:grpSpPr>
          <a:xfrm>
            <a:off x="720011" y="319100"/>
            <a:ext cx="1368523" cy="300900"/>
            <a:chOff x="7055224" y="4513500"/>
            <a:chExt cx="1368523" cy="300900"/>
          </a:xfrm>
        </p:grpSpPr>
        <p:grpSp>
          <p:nvGrpSpPr>
            <p:cNvPr id="728" name="Google Shape;728;p4"/>
            <p:cNvGrpSpPr/>
            <p:nvPr/>
          </p:nvGrpSpPr>
          <p:grpSpPr>
            <a:xfrm>
              <a:off x="7629304" y="4513500"/>
              <a:ext cx="794443" cy="300900"/>
              <a:chOff x="7310856" y="4513500"/>
              <a:chExt cx="1113133" cy="300900"/>
            </a:xfrm>
          </p:grpSpPr>
          <p:cxnSp>
            <p:nvCxnSpPr>
              <p:cNvPr id="729" name="Google Shape;729;p4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0" name="Google Shape;730;p4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1" name="Google Shape;731;p4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2" name="Google Shape;732;p4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3" name="Google Shape;733;p4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4" name="Google Shape;734;p4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5" name="Google Shape;735;p4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6" name="Google Shape;736;p4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7" name="Google Shape;737;p4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8" name="Google Shape;738;p4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39" name="Google Shape;739;p4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0" name="Google Shape;740;p4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1" name="Google Shape;741;p4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2" name="Google Shape;742;p4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3" name="Google Shape;743;p4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4" name="Google Shape;744;p4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5" name="Google Shape;745;p4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46" name="Google Shape;746;p4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747" name="Google Shape;747;p4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8" name="Google Shape;748;p4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49" name="Google Shape;749;p4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0" name="Google Shape;750;p4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1" name="Google Shape;751;p4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2" name="Google Shape;752;p4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3" name="Google Shape;753;p4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4" name="Google Shape;754;p4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5" name="Google Shape;755;p4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6" name="Google Shape;756;p4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7" name="Google Shape;757;p4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58" name="Google Shape;758;p4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759" name="Google Shape;759;p4"/>
          <p:cNvGrpSpPr/>
          <p:nvPr/>
        </p:nvGrpSpPr>
        <p:grpSpPr>
          <a:xfrm>
            <a:off x="7739307" y="176168"/>
            <a:ext cx="916126" cy="957162"/>
            <a:chOff x="800425" y="2798300"/>
            <a:chExt cx="469375" cy="490425"/>
          </a:xfrm>
        </p:grpSpPr>
        <p:sp>
          <p:nvSpPr>
            <p:cNvPr id="760" name="Google Shape;760;p4"/>
            <p:cNvSpPr/>
            <p:nvPr/>
          </p:nvSpPr>
          <p:spPr>
            <a:xfrm>
              <a:off x="849525" y="2817050"/>
              <a:ext cx="420275" cy="450075"/>
            </a:xfrm>
            <a:custGeom>
              <a:rect b="b" l="l" r="r" t="t"/>
              <a:pathLst>
                <a:path extrusionOk="0" h="18003" w="16811">
                  <a:moveTo>
                    <a:pt x="8864" y="1"/>
                  </a:moveTo>
                  <a:lnTo>
                    <a:pt x="0" y="3850"/>
                  </a:lnTo>
                  <a:lnTo>
                    <a:pt x="5001" y="18002"/>
                  </a:lnTo>
                  <a:lnTo>
                    <a:pt x="14847" y="13721"/>
                  </a:lnTo>
                  <a:lnTo>
                    <a:pt x="16811" y="12857"/>
                  </a:lnTo>
                  <a:lnTo>
                    <a:pt x="8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4"/>
            <p:cNvSpPr/>
            <p:nvPr/>
          </p:nvSpPr>
          <p:spPr>
            <a:xfrm>
              <a:off x="800425" y="2820975"/>
              <a:ext cx="420275" cy="467750"/>
            </a:xfrm>
            <a:custGeom>
              <a:rect b="b" l="l" r="r" t="t"/>
              <a:pathLst>
                <a:path extrusionOk="0" h="18710" w="16811">
                  <a:moveTo>
                    <a:pt x="10461" y="1"/>
                  </a:moveTo>
                  <a:lnTo>
                    <a:pt x="0" y="4557"/>
                  </a:lnTo>
                  <a:lnTo>
                    <a:pt x="4988" y="18709"/>
                  </a:lnTo>
                  <a:lnTo>
                    <a:pt x="16811" y="13564"/>
                  </a:lnTo>
                  <a:lnTo>
                    <a:pt x="104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4"/>
            <p:cNvSpPr/>
            <p:nvPr/>
          </p:nvSpPr>
          <p:spPr>
            <a:xfrm>
              <a:off x="832825" y="2798300"/>
              <a:ext cx="200000" cy="133650"/>
            </a:xfrm>
            <a:custGeom>
              <a:rect b="b" l="l" r="r" t="t"/>
              <a:pathLst>
                <a:path extrusionOk="0" h="5346" w="8000">
                  <a:moveTo>
                    <a:pt x="4537" y="0"/>
                  </a:moveTo>
                  <a:cubicBezTo>
                    <a:pt x="3986" y="0"/>
                    <a:pt x="3435" y="116"/>
                    <a:pt x="2920" y="345"/>
                  </a:cubicBezTo>
                  <a:cubicBezTo>
                    <a:pt x="930" y="1209"/>
                    <a:pt x="0" y="3448"/>
                    <a:pt x="812" y="5346"/>
                  </a:cubicBezTo>
                  <a:lnTo>
                    <a:pt x="1113" y="5215"/>
                  </a:lnTo>
                  <a:cubicBezTo>
                    <a:pt x="367" y="3474"/>
                    <a:pt x="1231" y="1418"/>
                    <a:pt x="3051" y="633"/>
                  </a:cubicBezTo>
                  <a:cubicBezTo>
                    <a:pt x="3523" y="418"/>
                    <a:pt x="4030" y="313"/>
                    <a:pt x="4539" y="313"/>
                  </a:cubicBezTo>
                  <a:cubicBezTo>
                    <a:pt x="4961" y="313"/>
                    <a:pt x="5383" y="386"/>
                    <a:pt x="5787" y="528"/>
                  </a:cubicBezTo>
                  <a:cubicBezTo>
                    <a:pt x="6638" y="842"/>
                    <a:pt x="7345" y="1497"/>
                    <a:pt x="7712" y="2335"/>
                  </a:cubicBezTo>
                  <a:lnTo>
                    <a:pt x="8000" y="2204"/>
                  </a:lnTo>
                  <a:cubicBezTo>
                    <a:pt x="7607" y="1287"/>
                    <a:pt x="6835" y="580"/>
                    <a:pt x="5892" y="240"/>
                  </a:cubicBezTo>
                  <a:cubicBezTo>
                    <a:pt x="5453" y="80"/>
                    <a:pt x="4995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763" name="Google Shape;763;p4"/>
          <p:cNvGrpSpPr/>
          <p:nvPr/>
        </p:nvGrpSpPr>
        <p:grpSpPr>
          <a:xfrm rot="314072">
            <a:off x="4072590" y="3214223"/>
            <a:ext cx="479288" cy="463075"/>
            <a:chOff x="6085197" y="1608975"/>
            <a:chExt cx="296453" cy="286425"/>
          </a:xfrm>
        </p:grpSpPr>
        <p:sp>
          <p:nvSpPr>
            <p:cNvPr id="764" name="Google Shape;764;p4"/>
            <p:cNvSpPr/>
            <p:nvPr/>
          </p:nvSpPr>
          <p:spPr>
            <a:xfrm>
              <a:off x="6227450" y="1611925"/>
              <a:ext cx="154200" cy="280850"/>
            </a:xfrm>
            <a:custGeom>
              <a:rect b="b" l="l" r="r" t="t"/>
              <a:pathLst>
                <a:path extrusionOk="0" h="11234" w="6168">
                  <a:moveTo>
                    <a:pt x="2515" y="0"/>
                  </a:moveTo>
                  <a:lnTo>
                    <a:pt x="2515" y="956"/>
                  </a:lnTo>
                  <a:cubicBezTo>
                    <a:pt x="1114" y="1126"/>
                    <a:pt x="223" y="2003"/>
                    <a:pt x="223" y="3273"/>
                  </a:cubicBezTo>
                  <a:cubicBezTo>
                    <a:pt x="223" y="4622"/>
                    <a:pt x="1088" y="5303"/>
                    <a:pt x="2999" y="5853"/>
                  </a:cubicBezTo>
                  <a:cubicBezTo>
                    <a:pt x="4544" y="6271"/>
                    <a:pt x="4989" y="6861"/>
                    <a:pt x="4989" y="7699"/>
                  </a:cubicBezTo>
                  <a:cubicBezTo>
                    <a:pt x="4989" y="8641"/>
                    <a:pt x="4334" y="9178"/>
                    <a:pt x="3156" y="9178"/>
                  </a:cubicBezTo>
                  <a:cubicBezTo>
                    <a:pt x="2096" y="9178"/>
                    <a:pt x="1415" y="8667"/>
                    <a:pt x="1192" y="7633"/>
                  </a:cubicBezTo>
                  <a:lnTo>
                    <a:pt x="1" y="7633"/>
                  </a:lnTo>
                  <a:cubicBezTo>
                    <a:pt x="158" y="8929"/>
                    <a:pt x="1009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85" y="9911"/>
                    <a:pt x="6167" y="8995"/>
                    <a:pt x="6167" y="7581"/>
                  </a:cubicBezTo>
                  <a:cubicBezTo>
                    <a:pt x="6167" y="6298"/>
                    <a:pt x="5539" y="5394"/>
                    <a:pt x="3339" y="4740"/>
                  </a:cubicBezTo>
                  <a:cubicBezTo>
                    <a:pt x="1899" y="4321"/>
                    <a:pt x="1415" y="4007"/>
                    <a:pt x="1415" y="3169"/>
                  </a:cubicBezTo>
                  <a:cubicBezTo>
                    <a:pt x="1415" y="2501"/>
                    <a:pt x="1808" y="1859"/>
                    <a:pt x="2973" y="1859"/>
                  </a:cubicBezTo>
                  <a:cubicBezTo>
                    <a:pt x="4243" y="1859"/>
                    <a:pt x="4609" y="2527"/>
                    <a:pt x="4727" y="3103"/>
                  </a:cubicBezTo>
                  <a:lnTo>
                    <a:pt x="5945" y="3103"/>
                  </a:lnTo>
                  <a:cubicBezTo>
                    <a:pt x="5827" y="2226"/>
                    <a:pt x="5303" y="1152"/>
                    <a:pt x="3549" y="969"/>
                  </a:cubicBezTo>
                  <a:lnTo>
                    <a:pt x="3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4"/>
            <p:cNvSpPr/>
            <p:nvPr/>
          </p:nvSpPr>
          <p:spPr>
            <a:xfrm>
              <a:off x="6152500" y="1611925"/>
              <a:ext cx="153875" cy="280850"/>
            </a:xfrm>
            <a:custGeom>
              <a:rect b="b" l="l" r="r" t="t"/>
              <a:pathLst>
                <a:path extrusionOk="0" h="11234" w="6155">
                  <a:moveTo>
                    <a:pt x="2501" y="0"/>
                  </a:moveTo>
                  <a:lnTo>
                    <a:pt x="2501" y="956"/>
                  </a:lnTo>
                  <a:cubicBezTo>
                    <a:pt x="1101" y="1126"/>
                    <a:pt x="210" y="2003"/>
                    <a:pt x="210" y="3273"/>
                  </a:cubicBezTo>
                  <a:cubicBezTo>
                    <a:pt x="210" y="4622"/>
                    <a:pt x="1074" y="5303"/>
                    <a:pt x="2986" y="5853"/>
                  </a:cubicBezTo>
                  <a:cubicBezTo>
                    <a:pt x="4531" y="6271"/>
                    <a:pt x="4976" y="6861"/>
                    <a:pt x="4976" y="7699"/>
                  </a:cubicBezTo>
                  <a:cubicBezTo>
                    <a:pt x="4976" y="8641"/>
                    <a:pt x="4321" y="9178"/>
                    <a:pt x="3143" y="9178"/>
                  </a:cubicBezTo>
                  <a:cubicBezTo>
                    <a:pt x="2082" y="9178"/>
                    <a:pt x="1389" y="8667"/>
                    <a:pt x="1179" y="7633"/>
                  </a:cubicBezTo>
                  <a:lnTo>
                    <a:pt x="1" y="7633"/>
                  </a:lnTo>
                  <a:cubicBezTo>
                    <a:pt x="158" y="8929"/>
                    <a:pt x="996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72" y="9911"/>
                    <a:pt x="6154" y="8995"/>
                    <a:pt x="6154" y="7581"/>
                  </a:cubicBezTo>
                  <a:cubicBezTo>
                    <a:pt x="6154" y="6298"/>
                    <a:pt x="5526" y="5394"/>
                    <a:pt x="3326" y="4740"/>
                  </a:cubicBezTo>
                  <a:cubicBezTo>
                    <a:pt x="1873" y="4321"/>
                    <a:pt x="1389" y="4007"/>
                    <a:pt x="1389" y="3169"/>
                  </a:cubicBezTo>
                  <a:cubicBezTo>
                    <a:pt x="1389" y="2501"/>
                    <a:pt x="1794" y="1859"/>
                    <a:pt x="2947" y="1859"/>
                  </a:cubicBezTo>
                  <a:cubicBezTo>
                    <a:pt x="4230" y="1859"/>
                    <a:pt x="4583" y="2527"/>
                    <a:pt x="4714" y="3103"/>
                  </a:cubicBezTo>
                  <a:lnTo>
                    <a:pt x="5918" y="3103"/>
                  </a:lnTo>
                  <a:cubicBezTo>
                    <a:pt x="5814" y="2226"/>
                    <a:pt x="5290" y="1152"/>
                    <a:pt x="3523" y="969"/>
                  </a:cubicBezTo>
                  <a:lnTo>
                    <a:pt x="3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4"/>
            <p:cNvSpPr/>
            <p:nvPr/>
          </p:nvSpPr>
          <p:spPr>
            <a:xfrm>
              <a:off x="6085197" y="1608975"/>
              <a:ext cx="160075" cy="286425"/>
            </a:xfrm>
            <a:custGeom>
              <a:rect b="b" l="l" r="r" t="t"/>
              <a:pathLst>
                <a:path extrusionOk="0" h="11457" w="6403">
                  <a:moveTo>
                    <a:pt x="3562" y="210"/>
                  </a:moveTo>
                  <a:lnTo>
                    <a:pt x="3562" y="1166"/>
                  </a:lnTo>
                  <a:lnTo>
                    <a:pt x="3653" y="1179"/>
                  </a:lnTo>
                  <a:cubicBezTo>
                    <a:pt x="5290" y="1349"/>
                    <a:pt x="5814" y="2292"/>
                    <a:pt x="5945" y="3103"/>
                  </a:cubicBezTo>
                  <a:lnTo>
                    <a:pt x="4937" y="3103"/>
                  </a:lnTo>
                  <a:cubicBezTo>
                    <a:pt x="4727" y="2279"/>
                    <a:pt x="4125" y="1873"/>
                    <a:pt x="3091" y="1873"/>
                  </a:cubicBezTo>
                  <a:cubicBezTo>
                    <a:pt x="2056" y="1873"/>
                    <a:pt x="1441" y="2396"/>
                    <a:pt x="1441" y="3287"/>
                  </a:cubicBezTo>
                  <a:cubicBezTo>
                    <a:pt x="1441" y="4216"/>
                    <a:pt x="2030" y="4543"/>
                    <a:pt x="3431" y="4949"/>
                  </a:cubicBezTo>
                  <a:cubicBezTo>
                    <a:pt x="5395" y="5525"/>
                    <a:pt x="6193" y="6324"/>
                    <a:pt x="6193" y="7699"/>
                  </a:cubicBezTo>
                  <a:cubicBezTo>
                    <a:pt x="6193" y="9047"/>
                    <a:pt x="5264" y="9937"/>
                    <a:pt x="3719" y="10081"/>
                  </a:cubicBezTo>
                  <a:lnTo>
                    <a:pt x="3627" y="10095"/>
                  </a:lnTo>
                  <a:lnTo>
                    <a:pt x="3627" y="11247"/>
                  </a:lnTo>
                  <a:lnTo>
                    <a:pt x="2789" y="11247"/>
                  </a:lnTo>
                  <a:lnTo>
                    <a:pt x="2789" y="10081"/>
                  </a:lnTo>
                  <a:lnTo>
                    <a:pt x="2698" y="10068"/>
                  </a:lnTo>
                  <a:cubicBezTo>
                    <a:pt x="1310" y="9911"/>
                    <a:pt x="446" y="9126"/>
                    <a:pt x="236" y="7856"/>
                  </a:cubicBezTo>
                  <a:lnTo>
                    <a:pt x="1218" y="7856"/>
                  </a:lnTo>
                  <a:cubicBezTo>
                    <a:pt x="1467" y="8864"/>
                    <a:pt x="2174" y="9401"/>
                    <a:pt x="3274" y="9401"/>
                  </a:cubicBezTo>
                  <a:cubicBezTo>
                    <a:pt x="4504" y="9401"/>
                    <a:pt x="5211" y="8825"/>
                    <a:pt x="5211" y="7817"/>
                  </a:cubicBezTo>
                  <a:cubicBezTo>
                    <a:pt x="5211" y="6848"/>
                    <a:pt x="4609" y="6272"/>
                    <a:pt x="3156" y="5866"/>
                  </a:cubicBezTo>
                  <a:cubicBezTo>
                    <a:pt x="1179" y="5303"/>
                    <a:pt x="446" y="4635"/>
                    <a:pt x="446" y="3391"/>
                  </a:cubicBezTo>
                  <a:cubicBezTo>
                    <a:pt x="446" y="2187"/>
                    <a:pt x="1297" y="1336"/>
                    <a:pt x="2658" y="1179"/>
                  </a:cubicBezTo>
                  <a:lnTo>
                    <a:pt x="2750" y="1166"/>
                  </a:lnTo>
                  <a:lnTo>
                    <a:pt x="2750" y="210"/>
                  </a:lnTo>
                  <a:close/>
                  <a:moveTo>
                    <a:pt x="2528" y="1"/>
                  </a:moveTo>
                  <a:lnTo>
                    <a:pt x="2528" y="982"/>
                  </a:lnTo>
                  <a:cubicBezTo>
                    <a:pt x="1114" y="1192"/>
                    <a:pt x="236" y="2095"/>
                    <a:pt x="236" y="3391"/>
                  </a:cubicBezTo>
                  <a:cubicBezTo>
                    <a:pt x="236" y="4936"/>
                    <a:pt x="1375" y="5565"/>
                    <a:pt x="3091" y="6062"/>
                  </a:cubicBezTo>
                  <a:cubicBezTo>
                    <a:pt x="4766" y="6533"/>
                    <a:pt x="5002" y="7188"/>
                    <a:pt x="5002" y="7817"/>
                  </a:cubicBezTo>
                  <a:cubicBezTo>
                    <a:pt x="5002" y="8707"/>
                    <a:pt x="4387" y="9191"/>
                    <a:pt x="3274" y="9191"/>
                  </a:cubicBezTo>
                  <a:cubicBezTo>
                    <a:pt x="2240" y="9191"/>
                    <a:pt x="1611" y="8707"/>
                    <a:pt x="1402" y="7738"/>
                  </a:cubicBezTo>
                  <a:lnTo>
                    <a:pt x="1375" y="7646"/>
                  </a:lnTo>
                  <a:lnTo>
                    <a:pt x="1" y="7646"/>
                  </a:lnTo>
                  <a:lnTo>
                    <a:pt x="14" y="7764"/>
                  </a:lnTo>
                  <a:cubicBezTo>
                    <a:pt x="197" y="9165"/>
                    <a:pt x="1127" y="10068"/>
                    <a:pt x="2593" y="10265"/>
                  </a:cubicBezTo>
                  <a:lnTo>
                    <a:pt x="2593" y="11456"/>
                  </a:lnTo>
                  <a:lnTo>
                    <a:pt x="3824" y="11456"/>
                  </a:lnTo>
                  <a:lnTo>
                    <a:pt x="3837" y="10304"/>
                  </a:lnTo>
                  <a:cubicBezTo>
                    <a:pt x="5447" y="10121"/>
                    <a:pt x="6403" y="9152"/>
                    <a:pt x="6403" y="7725"/>
                  </a:cubicBezTo>
                  <a:cubicBezTo>
                    <a:pt x="6403" y="6232"/>
                    <a:pt x="5565" y="5381"/>
                    <a:pt x="3496" y="4779"/>
                  </a:cubicBezTo>
                  <a:cubicBezTo>
                    <a:pt x="2004" y="4334"/>
                    <a:pt x="1637" y="4046"/>
                    <a:pt x="1637" y="3300"/>
                  </a:cubicBezTo>
                  <a:cubicBezTo>
                    <a:pt x="1637" y="2933"/>
                    <a:pt x="1781" y="2082"/>
                    <a:pt x="3091" y="2082"/>
                  </a:cubicBezTo>
                  <a:cubicBezTo>
                    <a:pt x="4046" y="2082"/>
                    <a:pt x="4596" y="2462"/>
                    <a:pt x="4766" y="3234"/>
                  </a:cubicBezTo>
                  <a:lnTo>
                    <a:pt x="4779" y="3313"/>
                  </a:lnTo>
                  <a:lnTo>
                    <a:pt x="6180" y="3313"/>
                  </a:lnTo>
                  <a:lnTo>
                    <a:pt x="6167" y="3195"/>
                  </a:lnTo>
                  <a:cubicBezTo>
                    <a:pt x="6076" y="2462"/>
                    <a:pt x="5630" y="1218"/>
                    <a:pt x="3771" y="982"/>
                  </a:cubicBezTo>
                  <a:lnTo>
                    <a:pt x="37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767" name="Google Shape;767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94838" y="1583350"/>
            <a:ext cx="2946174" cy="16099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1" name="Shape 7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2" name="Google Shape;772;p6"/>
          <p:cNvSpPr txBox="1"/>
          <p:nvPr>
            <p:ph type="title"/>
          </p:nvPr>
        </p:nvSpPr>
        <p:spPr>
          <a:xfrm>
            <a:off x="2798209" y="454200"/>
            <a:ext cx="3738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Цель</a:t>
            </a:r>
            <a:endParaRPr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773" name="Google Shape;773;p6"/>
          <p:cNvSpPr txBox="1"/>
          <p:nvPr>
            <p:ph idx="1" type="subTitle"/>
          </p:nvPr>
        </p:nvSpPr>
        <p:spPr>
          <a:xfrm>
            <a:off x="841125" y="1286488"/>
            <a:ext cx="4538400" cy="28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Разработка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прототипа приложения для быстрого поиска покупателем необходимых товаров в магазинах торговых центров. Данное приложение должно позволять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рассылать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запросы о товаре продавцам магазинов, а при наличии товара и обратном отклике продавцов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передавать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информацию о магазинах, где покупатель может найти нужный ему товар, обратно администратору.</a:t>
            </a:r>
            <a:endParaRPr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5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grpSp>
        <p:nvGrpSpPr>
          <p:cNvPr id="774" name="Google Shape;774;p6"/>
          <p:cNvGrpSpPr/>
          <p:nvPr/>
        </p:nvGrpSpPr>
        <p:grpSpPr>
          <a:xfrm>
            <a:off x="720011" y="319100"/>
            <a:ext cx="1368523" cy="300900"/>
            <a:chOff x="7055224" y="4513500"/>
            <a:chExt cx="1368523" cy="300900"/>
          </a:xfrm>
        </p:grpSpPr>
        <p:grpSp>
          <p:nvGrpSpPr>
            <p:cNvPr id="775" name="Google Shape;775;p6"/>
            <p:cNvGrpSpPr/>
            <p:nvPr/>
          </p:nvGrpSpPr>
          <p:grpSpPr>
            <a:xfrm>
              <a:off x="7629304" y="4513500"/>
              <a:ext cx="794443" cy="300900"/>
              <a:chOff x="7310856" y="4513500"/>
              <a:chExt cx="1113133" cy="300900"/>
            </a:xfrm>
          </p:grpSpPr>
          <p:cxnSp>
            <p:nvCxnSpPr>
              <p:cNvPr id="776" name="Google Shape;776;p6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7" name="Google Shape;777;p6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8" name="Google Shape;778;p6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79" name="Google Shape;779;p6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0" name="Google Shape;780;p6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1" name="Google Shape;781;p6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2" name="Google Shape;782;p6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3" name="Google Shape;783;p6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4" name="Google Shape;784;p6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5" name="Google Shape;785;p6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6" name="Google Shape;786;p6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7" name="Google Shape;787;p6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8" name="Google Shape;788;p6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89" name="Google Shape;789;p6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0" name="Google Shape;790;p6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1" name="Google Shape;791;p6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2" name="Google Shape;792;p6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793" name="Google Shape;793;p6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794" name="Google Shape;794;p6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5" name="Google Shape;795;p6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6" name="Google Shape;796;p6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7" name="Google Shape;797;p6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8" name="Google Shape;798;p6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799" name="Google Shape;799;p6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0" name="Google Shape;800;p6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1" name="Google Shape;801;p6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2" name="Google Shape;802;p6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3" name="Google Shape;803;p6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4" name="Google Shape;804;p6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805" name="Google Shape;805;p6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806" name="Google Shape;806;p6"/>
          <p:cNvGrpSpPr/>
          <p:nvPr/>
        </p:nvGrpSpPr>
        <p:grpSpPr>
          <a:xfrm flipH="1">
            <a:off x="7996559" y="620008"/>
            <a:ext cx="796702" cy="804189"/>
            <a:chOff x="7311822" y="3011058"/>
            <a:chExt cx="796702" cy="804189"/>
          </a:xfrm>
        </p:grpSpPr>
        <p:sp>
          <p:nvSpPr>
            <p:cNvPr id="807" name="Google Shape;807;p6"/>
            <p:cNvSpPr/>
            <p:nvPr/>
          </p:nvSpPr>
          <p:spPr>
            <a:xfrm>
              <a:off x="7315686" y="3017491"/>
              <a:ext cx="792295" cy="791422"/>
            </a:xfrm>
            <a:custGeom>
              <a:rect b="b" l="l" r="r" t="t"/>
              <a:pathLst>
                <a:path extrusionOk="0" h="11785" w="11798">
                  <a:moveTo>
                    <a:pt x="5899" y="0"/>
                  </a:moveTo>
                  <a:cubicBezTo>
                    <a:pt x="2650" y="0"/>
                    <a:pt x="1" y="2637"/>
                    <a:pt x="1" y="5886"/>
                  </a:cubicBezTo>
                  <a:cubicBezTo>
                    <a:pt x="1" y="9148"/>
                    <a:pt x="2650" y="11785"/>
                    <a:pt x="5899" y="11785"/>
                  </a:cubicBezTo>
                  <a:cubicBezTo>
                    <a:pt x="9161" y="11785"/>
                    <a:pt x="11798" y="9148"/>
                    <a:pt x="11798" y="5886"/>
                  </a:cubicBezTo>
                  <a:cubicBezTo>
                    <a:pt x="11798" y="2637"/>
                    <a:pt x="9161" y="0"/>
                    <a:pt x="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08" name="Google Shape;808;p6"/>
            <p:cNvGrpSpPr/>
            <p:nvPr/>
          </p:nvGrpSpPr>
          <p:grpSpPr>
            <a:xfrm>
              <a:off x="7311822" y="3011058"/>
              <a:ext cx="796702" cy="804189"/>
              <a:chOff x="10295461" y="3071372"/>
              <a:chExt cx="635126" cy="641094"/>
            </a:xfrm>
          </p:grpSpPr>
          <p:sp>
            <p:nvSpPr>
              <p:cNvPr id="809" name="Google Shape;809;p6"/>
              <p:cNvSpPr/>
              <p:nvPr/>
            </p:nvSpPr>
            <p:spPr>
              <a:xfrm flipH="1" rot="-434108">
                <a:off x="10294254" y="3379221"/>
                <a:ext cx="637541" cy="21135"/>
              </a:xfrm>
              <a:custGeom>
                <a:rect b="b" l="l" r="r" t="t"/>
                <a:pathLst>
                  <a:path extrusionOk="0" h="264" w="12348">
                    <a:moveTo>
                      <a:pt x="1" y="1"/>
                    </a:moveTo>
                    <a:lnTo>
                      <a:pt x="1" y="201"/>
                    </a:lnTo>
                    <a:lnTo>
                      <a:pt x="12335" y="263"/>
                    </a:lnTo>
                    <a:lnTo>
                      <a:pt x="12348" y="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0" name="Google Shape;810;p6"/>
              <p:cNvSpPr/>
              <p:nvPr/>
            </p:nvSpPr>
            <p:spPr>
              <a:xfrm flipH="1" rot="-433978">
                <a:off x="10626024" y="3069657"/>
                <a:ext cx="13498" cy="644524"/>
              </a:xfrm>
              <a:custGeom>
                <a:rect b="b" l="l" r="r" t="t"/>
                <a:pathLst>
                  <a:path extrusionOk="0" h="9598" w="201">
                    <a:moveTo>
                      <a:pt x="1" y="0"/>
                    </a:moveTo>
                    <a:lnTo>
                      <a:pt x="1" y="9597"/>
                    </a:lnTo>
                    <a:lnTo>
                      <a:pt x="201" y="9597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1" name="Google Shape;811;p6"/>
              <p:cNvSpPr/>
              <p:nvPr/>
            </p:nvSpPr>
            <p:spPr>
              <a:xfrm flipH="1" rot="-433994">
                <a:off x="10594278" y="3357093"/>
                <a:ext cx="84813" cy="98243"/>
              </a:xfrm>
              <a:custGeom>
                <a:rect b="b" l="l" r="r" t="t"/>
                <a:pathLst>
                  <a:path extrusionOk="0" h="1463" w="1263">
                    <a:moveTo>
                      <a:pt x="650" y="0"/>
                    </a:moveTo>
                    <a:lnTo>
                      <a:pt x="563" y="325"/>
                    </a:lnTo>
                    <a:cubicBezTo>
                      <a:pt x="450" y="700"/>
                      <a:pt x="263" y="1038"/>
                      <a:pt x="1" y="1325"/>
                    </a:cubicBezTo>
                    <a:lnTo>
                      <a:pt x="151" y="1462"/>
                    </a:lnTo>
                    <a:cubicBezTo>
                      <a:pt x="363" y="1213"/>
                      <a:pt x="538" y="938"/>
                      <a:pt x="663" y="638"/>
                    </a:cubicBezTo>
                    <a:cubicBezTo>
                      <a:pt x="788" y="888"/>
                      <a:pt x="925" y="1125"/>
                      <a:pt x="1088" y="1350"/>
                    </a:cubicBezTo>
                    <a:cubicBezTo>
                      <a:pt x="1113" y="1388"/>
                      <a:pt x="1138" y="1413"/>
                      <a:pt x="1188" y="1425"/>
                    </a:cubicBezTo>
                    <a:lnTo>
                      <a:pt x="1225" y="1225"/>
                    </a:lnTo>
                    <a:cubicBezTo>
                      <a:pt x="1238" y="1225"/>
                      <a:pt x="1250" y="1238"/>
                      <a:pt x="1263" y="1238"/>
                    </a:cubicBezTo>
                    <a:cubicBezTo>
                      <a:pt x="1050" y="963"/>
                      <a:pt x="875" y="650"/>
                      <a:pt x="750" y="313"/>
                    </a:cubicBez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2" name="Google Shape;812;p6"/>
              <p:cNvSpPr/>
              <p:nvPr/>
            </p:nvSpPr>
            <p:spPr>
              <a:xfrm flipH="1" rot="-433994">
                <a:off x="10504893" y="3287460"/>
                <a:ext cx="125104" cy="106436"/>
              </a:xfrm>
              <a:custGeom>
                <a:rect b="b" l="l" r="r" t="t"/>
                <a:pathLst>
                  <a:path extrusionOk="0" h="1585" w="1863">
                    <a:moveTo>
                      <a:pt x="1363" y="201"/>
                    </a:moveTo>
                    <a:cubicBezTo>
                      <a:pt x="1416" y="201"/>
                      <a:pt x="1468" y="218"/>
                      <a:pt x="1513" y="260"/>
                    </a:cubicBezTo>
                    <a:cubicBezTo>
                      <a:pt x="1638" y="372"/>
                      <a:pt x="1563" y="585"/>
                      <a:pt x="1475" y="710"/>
                    </a:cubicBezTo>
                    <a:cubicBezTo>
                      <a:pt x="1175" y="1084"/>
                      <a:pt x="738" y="1322"/>
                      <a:pt x="263" y="1384"/>
                    </a:cubicBezTo>
                    <a:cubicBezTo>
                      <a:pt x="300" y="1334"/>
                      <a:pt x="325" y="1284"/>
                      <a:pt x="375" y="1209"/>
                    </a:cubicBezTo>
                    <a:cubicBezTo>
                      <a:pt x="400" y="1184"/>
                      <a:pt x="413" y="1147"/>
                      <a:pt x="425" y="1134"/>
                    </a:cubicBezTo>
                    <a:cubicBezTo>
                      <a:pt x="488" y="1059"/>
                      <a:pt x="525" y="984"/>
                      <a:pt x="613" y="872"/>
                    </a:cubicBezTo>
                    <a:cubicBezTo>
                      <a:pt x="688" y="759"/>
                      <a:pt x="763" y="647"/>
                      <a:pt x="850" y="547"/>
                    </a:cubicBezTo>
                    <a:cubicBezTo>
                      <a:pt x="863" y="510"/>
                      <a:pt x="900" y="485"/>
                      <a:pt x="925" y="460"/>
                    </a:cubicBezTo>
                    <a:cubicBezTo>
                      <a:pt x="974" y="401"/>
                      <a:pt x="1180" y="201"/>
                      <a:pt x="1363" y="201"/>
                    </a:cubicBezTo>
                    <a:close/>
                    <a:moveTo>
                      <a:pt x="1370" y="0"/>
                    </a:moveTo>
                    <a:cubicBezTo>
                      <a:pt x="1164" y="0"/>
                      <a:pt x="944" y="141"/>
                      <a:pt x="775" y="310"/>
                    </a:cubicBezTo>
                    <a:cubicBezTo>
                      <a:pt x="750" y="347"/>
                      <a:pt x="713" y="372"/>
                      <a:pt x="688" y="410"/>
                    </a:cubicBezTo>
                    <a:cubicBezTo>
                      <a:pt x="600" y="522"/>
                      <a:pt x="513" y="647"/>
                      <a:pt x="438" y="759"/>
                    </a:cubicBezTo>
                    <a:cubicBezTo>
                      <a:pt x="375" y="847"/>
                      <a:pt x="325" y="934"/>
                      <a:pt x="263" y="1009"/>
                    </a:cubicBezTo>
                    <a:cubicBezTo>
                      <a:pt x="250" y="1034"/>
                      <a:pt x="225" y="1059"/>
                      <a:pt x="200" y="1097"/>
                    </a:cubicBezTo>
                    <a:cubicBezTo>
                      <a:pt x="150" y="1197"/>
                      <a:pt x="75" y="1297"/>
                      <a:pt x="0" y="1384"/>
                    </a:cubicBezTo>
                    <a:cubicBezTo>
                      <a:pt x="13" y="1378"/>
                      <a:pt x="22" y="1375"/>
                      <a:pt x="30" y="1375"/>
                    </a:cubicBezTo>
                    <a:cubicBezTo>
                      <a:pt x="38" y="1375"/>
                      <a:pt x="44" y="1378"/>
                      <a:pt x="50" y="1384"/>
                    </a:cubicBezTo>
                    <a:lnTo>
                      <a:pt x="13" y="1572"/>
                    </a:lnTo>
                    <a:cubicBezTo>
                      <a:pt x="75" y="1584"/>
                      <a:pt x="138" y="1584"/>
                      <a:pt x="200" y="1584"/>
                    </a:cubicBezTo>
                    <a:cubicBezTo>
                      <a:pt x="738" y="1584"/>
                      <a:pt x="1338" y="1209"/>
                      <a:pt x="1625" y="822"/>
                    </a:cubicBezTo>
                    <a:cubicBezTo>
                      <a:pt x="1787" y="610"/>
                      <a:pt x="1862" y="297"/>
                      <a:pt x="1650" y="110"/>
                    </a:cubicBezTo>
                    <a:cubicBezTo>
                      <a:pt x="1565" y="33"/>
                      <a:pt x="1469" y="0"/>
                      <a:pt x="13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3" name="Google Shape;813;p6"/>
              <p:cNvSpPr/>
              <p:nvPr/>
            </p:nvSpPr>
            <p:spPr>
              <a:xfrm flipH="1" rot="-433994">
                <a:off x="10614821" y="3257537"/>
                <a:ext cx="120941" cy="125977"/>
              </a:xfrm>
              <a:custGeom>
                <a:rect b="b" l="l" r="r" t="t"/>
                <a:pathLst>
                  <a:path extrusionOk="0" h="1876" w="1801">
                    <a:moveTo>
                      <a:pt x="579" y="198"/>
                    </a:moveTo>
                    <a:cubicBezTo>
                      <a:pt x="672" y="198"/>
                      <a:pt x="764" y="234"/>
                      <a:pt x="838" y="301"/>
                    </a:cubicBezTo>
                    <a:cubicBezTo>
                      <a:pt x="976" y="438"/>
                      <a:pt x="1088" y="601"/>
                      <a:pt x="1151" y="788"/>
                    </a:cubicBezTo>
                    <a:cubicBezTo>
                      <a:pt x="1201" y="876"/>
                      <a:pt x="1238" y="963"/>
                      <a:pt x="1288" y="1063"/>
                    </a:cubicBezTo>
                    <a:cubicBezTo>
                      <a:pt x="1388" y="1250"/>
                      <a:pt x="1475" y="1438"/>
                      <a:pt x="1550" y="1650"/>
                    </a:cubicBezTo>
                    <a:cubicBezTo>
                      <a:pt x="1475" y="1613"/>
                      <a:pt x="1400" y="1575"/>
                      <a:pt x="1326" y="1538"/>
                    </a:cubicBezTo>
                    <a:cubicBezTo>
                      <a:pt x="1276" y="1513"/>
                      <a:pt x="1226" y="1488"/>
                      <a:pt x="1188" y="1475"/>
                    </a:cubicBezTo>
                    <a:lnTo>
                      <a:pt x="1201" y="1475"/>
                    </a:lnTo>
                    <a:cubicBezTo>
                      <a:pt x="876" y="1338"/>
                      <a:pt x="476" y="1138"/>
                      <a:pt x="313" y="776"/>
                    </a:cubicBezTo>
                    <a:cubicBezTo>
                      <a:pt x="226" y="601"/>
                      <a:pt x="238" y="351"/>
                      <a:pt x="388" y="251"/>
                    </a:cubicBezTo>
                    <a:cubicBezTo>
                      <a:pt x="449" y="215"/>
                      <a:pt x="515" y="198"/>
                      <a:pt x="579" y="198"/>
                    </a:cubicBezTo>
                    <a:close/>
                    <a:moveTo>
                      <a:pt x="571" y="0"/>
                    </a:moveTo>
                    <a:cubicBezTo>
                      <a:pt x="466" y="0"/>
                      <a:pt x="360" y="29"/>
                      <a:pt x="263" y="88"/>
                    </a:cubicBezTo>
                    <a:cubicBezTo>
                      <a:pt x="13" y="251"/>
                      <a:pt x="1" y="613"/>
                      <a:pt x="126" y="863"/>
                    </a:cubicBezTo>
                    <a:cubicBezTo>
                      <a:pt x="313" y="1275"/>
                      <a:pt x="751" y="1500"/>
                      <a:pt x="1113" y="1663"/>
                    </a:cubicBezTo>
                    <a:cubicBezTo>
                      <a:pt x="1151" y="1675"/>
                      <a:pt x="1188" y="1700"/>
                      <a:pt x="1238" y="1713"/>
                    </a:cubicBezTo>
                    <a:cubicBezTo>
                      <a:pt x="1363" y="1800"/>
                      <a:pt x="1513" y="1850"/>
                      <a:pt x="1675" y="1875"/>
                    </a:cubicBezTo>
                    <a:lnTo>
                      <a:pt x="1688" y="1875"/>
                    </a:lnTo>
                    <a:lnTo>
                      <a:pt x="1800" y="1863"/>
                    </a:lnTo>
                    <a:lnTo>
                      <a:pt x="1775" y="1750"/>
                    </a:lnTo>
                    <a:cubicBezTo>
                      <a:pt x="1713" y="1475"/>
                      <a:pt x="1613" y="1213"/>
                      <a:pt x="1463" y="963"/>
                    </a:cubicBezTo>
                    <a:cubicBezTo>
                      <a:pt x="1425" y="876"/>
                      <a:pt x="1376" y="788"/>
                      <a:pt x="1338" y="701"/>
                    </a:cubicBezTo>
                    <a:cubicBezTo>
                      <a:pt x="1251" y="488"/>
                      <a:pt x="1126" y="301"/>
                      <a:pt x="963" y="151"/>
                    </a:cubicBezTo>
                    <a:cubicBezTo>
                      <a:pt x="849" y="51"/>
                      <a:pt x="711" y="0"/>
                      <a:pt x="5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14" name="Google Shape;814;p6"/>
          <p:cNvSpPr/>
          <p:nvPr/>
        </p:nvSpPr>
        <p:spPr>
          <a:xfrm>
            <a:off x="372297" y="891812"/>
            <a:ext cx="302237" cy="568376"/>
          </a:xfrm>
          <a:custGeom>
            <a:rect b="b" l="l" r="r" t="t"/>
            <a:pathLst>
              <a:path extrusionOk="0" h="13100" w="6966">
                <a:moveTo>
                  <a:pt x="5945" y="0"/>
                </a:moveTo>
                <a:cubicBezTo>
                  <a:pt x="5682" y="0"/>
                  <a:pt x="5397" y="64"/>
                  <a:pt x="5133" y="138"/>
                </a:cubicBezTo>
                <a:cubicBezTo>
                  <a:pt x="3313" y="623"/>
                  <a:pt x="1624" y="2181"/>
                  <a:pt x="1" y="3150"/>
                </a:cubicBezTo>
                <a:lnTo>
                  <a:pt x="407" y="3974"/>
                </a:lnTo>
                <a:cubicBezTo>
                  <a:pt x="564" y="3909"/>
                  <a:pt x="708" y="3830"/>
                  <a:pt x="839" y="3752"/>
                </a:cubicBezTo>
                <a:cubicBezTo>
                  <a:pt x="1559" y="3320"/>
                  <a:pt x="2331" y="3006"/>
                  <a:pt x="3156" y="2835"/>
                </a:cubicBezTo>
                <a:lnTo>
                  <a:pt x="3156" y="2835"/>
                </a:lnTo>
                <a:cubicBezTo>
                  <a:pt x="3392" y="3726"/>
                  <a:pt x="2842" y="4655"/>
                  <a:pt x="2527" y="5467"/>
                </a:cubicBezTo>
                <a:cubicBezTo>
                  <a:pt x="2357" y="5860"/>
                  <a:pt x="2108" y="6370"/>
                  <a:pt x="2082" y="6815"/>
                </a:cubicBezTo>
                <a:cubicBezTo>
                  <a:pt x="2056" y="7680"/>
                  <a:pt x="2593" y="8491"/>
                  <a:pt x="2999" y="9211"/>
                </a:cubicBezTo>
                <a:cubicBezTo>
                  <a:pt x="3405" y="9944"/>
                  <a:pt x="3797" y="10665"/>
                  <a:pt x="4203" y="11385"/>
                </a:cubicBezTo>
                <a:cubicBezTo>
                  <a:pt x="4531" y="11974"/>
                  <a:pt x="4884" y="12615"/>
                  <a:pt x="5447" y="12995"/>
                </a:cubicBezTo>
                <a:cubicBezTo>
                  <a:pt x="5539" y="13073"/>
                  <a:pt x="5643" y="13100"/>
                  <a:pt x="5761" y="13100"/>
                </a:cubicBezTo>
                <a:cubicBezTo>
                  <a:pt x="5879" y="13073"/>
                  <a:pt x="5971" y="12982"/>
                  <a:pt x="6010" y="12864"/>
                </a:cubicBezTo>
                <a:cubicBezTo>
                  <a:pt x="6036" y="12746"/>
                  <a:pt x="6049" y="12628"/>
                  <a:pt x="6036" y="12511"/>
                </a:cubicBezTo>
                <a:cubicBezTo>
                  <a:pt x="6023" y="11817"/>
                  <a:pt x="6036" y="11136"/>
                  <a:pt x="6036" y="10442"/>
                </a:cubicBezTo>
                <a:cubicBezTo>
                  <a:pt x="6023" y="10102"/>
                  <a:pt x="5984" y="9761"/>
                  <a:pt x="5918" y="9421"/>
                </a:cubicBezTo>
                <a:lnTo>
                  <a:pt x="5866" y="9421"/>
                </a:lnTo>
                <a:lnTo>
                  <a:pt x="5054" y="9355"/>
                </a:lnTo>
                <a:cubicBezTo>
                  <a:pt x="5044" y="9359"/>
                  <a:pt x="5033" y="9360"/>
                  <a:pt x="5023" y="9360"/>
                </a:cubicBezTo>
                <a:cubicBezTo>
                  <a:pt x="4994" y="9360"/>
                  <a:pt x="4965" y="9348"/>
                  <a:pt x="4936" y="9329"/>
                </a:cubicBezTo>
                <a:cubicBezTo>
                  <a:pt x="4910" y="9290"/>
                  <a:pt x="4897" y="9251"/>
                  <a:pt x="4897" y="9211"/>
                </a:cubicBezTo>
                <a:cubicBezTo>
                  <a:pt x="4701" y="7837"/>
                  <a:pt x="4714" y="6331"/>
                  <a:pt x="5133" y="4996"/>
                </a:cubicBezTo>
                <a:cubicBezTo>
                  <a:pt x="5460" y="3935"/>
                  <a:pt x="6311" y="3150"/>
                  <a:pt x="6717" y="2128"/>
                </a:cubicBezTo>
                <a:cubicBezTo>
                  <a:pt x="6913" y="1696"/>
                  <a:pt x="6966" y="1199"/>
                  <a:pt x="6874" y="728"/>
                </a:cubicBezTo>
                <a:cubicBezTo>
                  <a:pt x="6744" y="168"/>
                  <a:pt x="6374" y="0"/>
                  <a:pt x="5945" y="0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815" name="Google Shape;815;p6"/>
          <p:cNvGrpSpPr/>
          <p:nvPr/>
        </p:nvGrpSpPr>
        <p:grpSpPr>
          <a:xfrm flipH="1">
            <a:off x="6361828" y="1362930"/>
            <a:ext cx="1300244" cy="2566328"/>
            <a:chOff x="2527925" y="3099525"/>
            <a:chExt cx="616025" cy="1324625"/>
          </a:xfrm>
        </p:grpSpPr>
        <p:sp>
          <p:nvSpPr>
            <p:cNvPr id="816" name="Google Shape;816;p6"/>
            <p:cNvSpPr/>
            <p:nvPr/>
          </p:nvSpPr>
          <p:spPr>
            <a:xfrm>
              <a:off x="2527925" y="3099525"/>
              <a:ext cx="616025" cy="1324625"/>
            </a:xfrm>
            <a:custGeom>
              <a:rect b="b" l="l" r="r" t="t"/>
              <a:pathLst>
                <a:path extrusionOk="0" h="52985" w="24641">
                  <a:moveTo>
                    <a:pt x="23907" y="327"/>
                  </a:moveTo>
                  <a:cubicBezTo>
                    <a:pt x="24130" y="327"/>
                    <a:pt x="24326" y="511"/>
                    <a:pt x="24326" y="746"/>
                  </a:cubicBezTo>
                  <a:lnTo>
                    <a:pt x="24326" y="52251"/>
                  </a:lnTo>
                  <a:cubicBezTo>
                    <a:pt x="24326" y="52487"/>
                    <a:pt x="24130" y="52670"/>
                    <a:pt x="23907" y="52670"/>
                  </a:cubicBezTo>
                  <a:lnTo>
                    <a:pt x="734" y="52670"/>
                  </a:lnTo>
                  <a:cubicBezTo>
                    <a:pt x="498" y="52670"/>
                    <a:pt x="315" y="52487"/>
                    <a:pt x="315" y="52251"/>
                  </a:cubicBezTo>
                  <a:lnTo>
                    <a:pt x="315" y="746"/>
                  </a:lnTo>
                  <a:cubicBezTo>
                    <a:pt x="315" y="511"/>
                    <a:pt x="498" y="327"/>
                    <a:pt x="734" y="327"/>
                  </a:cubicBezTo>
                  <a:close/>
                  <a:moveTo>
                    <a:pt x="734" y="0"/>
                  </a:moveTo>
                  <a:cubicBezTo>
                    <a:pt x="328" y="0"/>
                    <a:pt x="1" y="341"/>
                    <a:pt x="1" y="746"/>
                  </a:cubicBezTo>
                  <a:lnTo>
                    <a:pt x="1" y="52251"/>
                  </a:lnTo>
                  <a:cubicBezTo>
                    <a:pt x="1" y="52657"/>
                    <a:pt x="328" y="52984"/>
                    <a:pt x="734" y="52984"/>
                  </a:cubicBezTo>
                  <a:lnTo>
                    <a:pt x="23907" y="52984"/>
                  </a:lnTo>
                  <a:cubicBezTo>
                    <a:pt x="24313" y="52984"/>
                    <a:pt x="24640" y="52657"/>
                    <a:pt x="24640" y="52251"/>
                  </a:cubicBezTo>
                  <a:lnTo>
                    <a:pt x="24640" y="746"/>
                  </a:lnTo>
                  <a:cubicBezTo>
                    <a:pt x="24640" y="341"/>
                    <a:pt x="24313" y="0"/>
                    <a:pt x="239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6"/>
            <p:cNvSpPr/>
            <p:nvPr/>
          </p:nvSpPr>
          <p:spPr>
            <a:xfrm>
              <a:off x="2527925" y="3185600"/>
              <a:ext cx="616025" cy="1152775"/>
            </a:xfrm>
            <a:custGeom>
              <a:rect b="b" l="l" r="r" t="t"/>
              <a:pathLst>
                <a:path extrusionOk="0" h="46111" w="24641">
                  <a:moveTo>
                    <a:pt x="24326" y="328"/>
                  </a:moveTo>
                  <a:lnTo>
                    <a:pt x="24326" y="45784"/>
                  </a:lnTo>
                  <a:lnTo>
                    <a:pt x="315" y="45784"/>
                  </a:lnTo>
                  <a:lnTo>
                    <a:pt x="315" y="328"/>
                  </a:lnTo>
                  <a:close/>
                  <a:moveTo>
                    <a:pt x="1" y="0"/>
                  </a:moveTo>
                  <a:lnTo>
                    <a:pt x="1" y="46111"/>
                  </a:lnTo>
                  <a:lnTo>
                    <a:pt x="24640" y="46111"/>
                  </a:lnTo>
                  <a:lnTo>
                    <a:pt x="2464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6"/>
            <p:cNvSpPr/>
            <p:nvPr/>
          </p:nvSpPr>
          <p:spPr>
            <a:xfrm>
              <a:off x="2584550" y="3402275"/>
              <a:ext cx="250425" cy="210475"/>
            </a:xfrm>
            <a:custGeom>
              <a:rect b="b" l="l" r="r" t="t"/>
              <a:pathLst>
                <a:path extrusionOk="0" h="8419" w="10017">
                  <a:moveTo>
                    <a:pt x="1" y="0"/>
                  </a:moveTo>
                  <a:lnTo>
                    <a:pt x="1" y="8419"/>
                  </a:lnTo>
                  <a:lnTo>
                    <a:pt x="10016" y="8419"/>
                  </a:lnTo>
                  <a:lnTo>
                    <a:pt x="1001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6"/>
            <p:cNvSpPr/>
            <p:nvPr/>
          </p:nvSpPr>
          <p:spPr>
            <a:xfrm>
              <a:off x="2584550" y="3324700"/>
              <a:ext cx="501125" cy="35700"/>
            </a:xfrm>
            <a:custGeom>
              <a:rect b="b" l="l" r="r" t="t"/>
              <a:pathLst>
                <a:path extrusionOk="0" h="1428" w="20045">
                  <a:moveTo>
                    <a:pt x="1" y="1"/>
                  </a:moveTo>
                  <a:lnTo>
                    <a:pt x="1" y="1428"/>
                  </a:lnTo>
                  <a:lnTo>
                    <a:pt x="20045" y="1428"/>
                  </a:lnTo>
                  <a:lnTo>
                    <a:pt x="2004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6"/>
            <p:cNvSpPr/>
            <p:nvPr/>
          </p:nvSpPr>
          <p:spPr>
            <a:xfrm>
              <a:off x="2584550" y="3656575"/>
              <a:ext cx="250425" cy="210825"/>
            </a:xfrm>
            <a:custGeom>
              <a:rect b="b" l="l" r="r" t="t"/>
              <a:pathLst>
                <a:path extrusionOk="0" h="8433" w="10017">
                  <a:moveTo>
                    <a:pt x="1" y="1"/>
                  </a:moveTo>
                  <a:lnTo>
                    <a:pt x="1" y="8432"/>
                  </a:lnTo>
                  <a:lnTo>
                    <a:pt x="10016" y="8432"/>
                  </a:lnTo>
                  <a:lnTo>
                    <a:pt x="1001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6"/>
            <p:cNvSpPr/>
            <p:nvPr/>
          </p:nvSpPr>
          <p:spPr>
            <a:xfrm>
              <a:off x="2584550" y="3910900"/>
              <a:ext cx="250425" cy="210475"/>
            </a:xfrm>
            <a:custGeom>
              <a:rect b="b" l="l" r="r" t="t"/>
              <a:pathLst>
                <a:path extrusionOk="0" h="8419" w="10017">
                  <a:moveTo>
                    <a:pt x="1" y="1"/>
                  </a:moveTo>
                  <a:lnTo>
                    <a:pt x="1" y="8419"/>
                  </a:lnTo>
                  <a:lnTo>
                    <a:pt x="10016" y="8419"/>
                  </a:lnTo>
                  <a:lnTo>
                    <a:pt x="1001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6"/>
            <p:cNvSpPr/>
            <p:nvPr/>
          </p:nvSpPr>
          <p:spPr>
            <a:xfrm>
              <a:off x="2584550" y="4180600"/>
              <a:ext cx="475925" cy="20975"/>
            </a:xfrm>
            <a:custGeom>
              <a:rect b="b" l="l" r="r" t="t"/>
              <a:pathLst>
                <a:path extrusionOk="0" h="839" w="19037">
                  <a:moveTo>
                    <a:pt x="1" y="1"/>
                  </a:moveTo>
                  <a:lnTo>
                    <a:pt x="1" y="838"/>
                  </a:lnTo>
                  <a:lnTo>
                    <a:pt x="19037" y="838"/>
                  </a:lnTo>
                  <a:lnTo>
                    <a:pt x="1903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6"/>
            <p:cNvSpPr/>
            <p:nvPr/>
          </p:nvSpPr>
          <p:spPr>
            <a:xfrm>
              <a:off x="2584550" y="4224125"/>
              <a:ext cx="292000" cy="20975"/>
            </a:xfrm>
            <a:custGeom>
              <a:rect b="b" l="l" r="r" t="t"/>
              <a:pathLst>
                <a:path extrusionOk="0" h="839" w="11680">
                  <a:moveTo>
                    <a:pt x="1" y="1"/>
                  </a:moveTo>
                  <a:lnTo>
                    <a:pt x="1" y="839"/>
                  </a:lnTo>
                  <a:lnTo>
                    <a:pt x="11679" y="839"/>
                  </a:lnTo>
                  <a:lnTo>
                    <a:pt x="1167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6"/>
            <p:cNvSpPr/>
            <p:nvPr/>
          </p:nvSpPr>
          <p:spPr>
            <a:xfrm>
              <a:off x="2876525" y="3402275"/>
              <a:ext cx="209150" cy="210475"/>
            </a:xfrm>
            <a:custGeom>
              <a:rect b="b" l="l" r="r" t="t"/>
              <a:pathLst>
                <a:path extrusionOk="0" h="8419" w="8366">
                  <a:moveTo>
                    <a:pt x="0" y="0"/>
                  </a:moveTo>
                  <a:lnTo>
                    <a:pt x="0" y="8419"/>
                  </a:lnTo>
                  <a:lnTo>
                    <a:pt x="8366" y="8419"/>
                  </a:lnTo>
                  <a:lnTo>
                    <a:pt x="836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6"/>
            <p:cNvSpPr/>
            <p:nvPr/>
          </p:nvSpPr>
          <p:spPr>
            <a:xfrm>
              <a:off x="2876525" y="3656575"/>
              <a:ext cx="209150" cy="210825"/>
            </a:xfrm>
            <a:custGeom>
              <a:rect b="b" l="l" r="r" t="t"/>
              <a:pathLst>
                <a:path extrusionOk="0" h="8433" w="8366">
                  <a:moveTo>
                    <a:pt x="0" y="1"/>
                  </a:moveTo>
                  <a:lnTo>
                    <a:pt x="0" y="8432"/>
                  </a:lnTo>
                  <a:lnTo>
                    <a:pt x="8366" y="8432"/>
                  </a:lnTo>
                  <a:lnTo>
                    <a:pt x="8366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6"/>
            <p:cNvSpPr/>
            <p:nvPr/>
          </p:nvSpPr>
          <p:spPr>
            <a:xfrm>
              <a:off x="2876525" y="3910900"/>
              <a:ext cx="209150" cy="210475"/>
            </a:xfrm>
            <a:custGeom>
              <a:rect b="b" l="l" r="r" t="t"/>
              <a:pathLst>
                <a:path extrusionOk="0" h="8419" w="8366">
                  <a:moveTo>
                    <a:pt x="0" y="1"/>
                  </a:moveTo>
                  <a:lnTo>
                    <a:pt x="0" y="8419"/>
                  </a:lnTo>
                  <a:lnTo>
                    <a:pt x="8366" y="8419"/>
                  </a:lnTo>
                  <a:lnTo>
                    <a:pt x="836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6"/>
            <p:cNvSpPr/>
            <p:nvPr/>
          </p:nvSpPr>
          <p:spPr>
            <a:xfrm>
              <a:off x="3022500" y="3228475"/>
              <a:ext cx="77600" cy="51125"/>
            </a:xfrm>
            <a:custGeom>
              <a:rect b="b" l="l" r="r" t="t"/>
              <a:pathLst>
                <a:path extrusionOk="0" h="2045" w="3104">
                  <a:moveTo>
                    <a:pt x="2841" y="969"/>
                  </a:moveTo>
                  <a:cubicBezTo>
                    <a:pt x="2867" y="969"/>
                    <a:pt x="2894" y="982"/>
                    <a:pt x="2920" y="1009"/>
                  </a:cubicBezTo>
                  <a:cubicBezTo>
                    <a:pt x="2933" y="1022"/>
                    <a:pt x="2946" y="1048"/>
                    <a:pt x="2946" y="1087"/>
                  </a:cubicBezTo>
                  <a:lnTo>
                    <a:pt x="2815" y="1807"/>
                  </a:lnTo>
                  <a:cubicBezTo>
                    <a:pt x="2815" y="1860"/>
                    <a:pt x="2763" y="1899"/>
                    <a:pt x="2723" y="1899"/>
                  </a:cubicBezTo>
                  <a:lnTo>
                    <a:pt x="1165" y="1899"/>
                  </a:lnTo>
                  <a:cubicBezTo>
                    <a:pt x="1126" y="1899"/>
                    <a:pt x="1087" y="1860"/>
                    <a:pt x="1074" y="1820"/>
                  </a:cubicBezTo>
                  <a:lnTo>
                    <a:pt x="904" y="969"/>
                  </a:lnTo>
                  <a:close/>
                  <a:moveTo>
                    <a:pt x="26" y="0"/>
                  </a:moveTo>
                  <a:lnTo>
                    <a:pt x="0" y="158"/>
                  </a:lnTo>
                  <a:lnTo>
                    <a:pt x="524" y="223"/>
                  </a:lnTo>
                  <a:cubicBezTo>
                    <a:pt x="563" y="236"/>
                    <a:pt x="602" y="262"/>
                    <a:pt x="616" y="302"/>
                  </a:cubicBezTo>
                  <a:lnTo>
                    <a:pt x="917" y="1846"/>
                  </a:lnTo>
                  <a:cubicBezTo>
                    <a:pt x="941" y="1957"/>
                    <a:pt x="1034" y="2044"/>
                    <a:pt x="1143" y="2044"/>
                  </a:cubicBezTo>
                  <a:cubicBezTo>
                    <a:pt x="1150" y="2044"/>
                    <a:pt x="1158" y="2044"/>
                    <a:pt x="1165" y="2043"/>
                  </a:cubicBezTo>
                  <a:lnTo>
                    <a:pt x="2723" y="2043"/>
                  </a:lnTo>
                  <a:cubicBezTo>
                    <a:pt x="2841" y="2043"/>
                    <a:pt x="2946" y="1964"/>
                    <a:pt x="2959" y="1833"/>
                  </a:cubicBezTo>
                  <a:lnTo>
                    <a:pt x="3090" y="1113"/>
                  </a:lnTo>
                  <a:cubicBezTo>
                    <a:pt x="3103" y="1035"/>
                    <a:pt x="3077" y="956"/>
                    <a:pt x="3038" y="904"/>
                  </a:cubicBezTo>
                  <a:cubicBezTo>
                    <a:pt x="2985" y="851"/>
                    <a:pt x="2907" y="812"/>
                    <a:pt x="2828" y="812"/>
                  </a:cubicBezTo>
                  <a:lnTo>
                    <a:pt x="864" y="812"/>
                  </a:lnTo>
                  <a:lnTo>
                    <a:pt x="760" y="275"/>
                  </a:lnTo>
                  <a:cubicBezTo>
                    <a:pt x="733" y="171"/>
                    <a:pt x="655" y="92"/>
                    <a:pt x="550" y="79"/>
                  </a:cubicBezTo>
                  <a:lnTo>
                    <a:pt x="2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6"/>
            <p:cNvSpPr/>
            <p:nvPr/>
          </p:nvSpPr>
          <p:spPr>
            <a:xfrm>
              <a:off x="3048675" y="3279975"/>
              <a:ext cx="13450" cy="11375"/>
            </a:xfrm>
            <a:custGeom>
              <a:rect b="b" l="l" r="r" t="t"/>
              <a:pathLst>
                <a:path extrusionOk="0" h="455" w="538">
                  <a:moveTo>
                    <a:pt x="302" y="1"/>
                  </a:moveTo>
                  <a:cubicBezTo>
                    <a:pt x="247" y="1"/>
                    <a:pt x="190" y="20"/>
                    <a:pt x="145" y="61"/>
                  </a:cubicBezTo>
                  <a:cubicBezTo>
                    <a:pt x="1" y="205"/>
                    <a:pt x="105" y="454"/>
                    <a:pt x="302" y="454"/>
                  </a:cubicBezTo>
                  <a:cubicBezTo>
                    <a:pt x="433" y="454"/>
                    <a:pt x="537" y="349"/>
                    <a:pt x="537" y="232"/>
                  </a:cubicBezTo>
                  <a:cubicBezTo>
                    <a:pt x="537" y="89"/>
                    <a:pt x="422" y="1"/>
                    <a:pt x="30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6"/>
            <p:cNvSpPr/>
            <p:nvPr/>
          </p:nvSpPr>
          <p:spPr>
            <a:xfrm>
              <a:off x="3071925" y="3279975"/>
              <a:ext cx="13100" cy="11375"/>
            </a:xfrm>
            <a:custGeom>
              <a:rect b="b" l="l" r="r" t="t"/>
              <a:pathLst>
                <a:path extrusionOk="0" h="455" w="524">
                  <a:moveTo>
                    <a:pt x="299" y="1"/>
                  </a:moveTo>
                  <a:cubicBezTo>
                    <a:pt x="245" y="1"/>
                    <a:pt x="190" y="20"/>
                    <a:pt x="144" y="61"/>
                  </a:cubicBezTo>
                  <a:cubicBezTo>
                    <a:pt x="0" y="205"/>
                    <a:pt x="92" y="454"/>
                    <a:pt x="288" y="454"/>
                  </a:cubicBezTo>
                  <a:cubicBezTo>
                    <a:pt x="419" y="454"/>
                    <a:pt x="524" y="349"/>
                    <a:pt x="524" y="232"/>
                  </a:cubicBezTo>
                  <a:cubicBezTo>
                    <a:pt x="524" y="89"/>
                    <a:pt x="414" y="1"/>
                    <a:pt x="29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6"/>
            <p:cNvSpPr/>
            <p:nvPr/>
          </p:nvSpPr>
          <p:spPr>
            <a:xfrm>
              <a:off x="2928225" y="3231225"/>
              <a:ext cx="51100" cy="44075"/>
            </a:xfrm>
            <a:custGeom>
              <a:rect b="b" l="l" r="r" t="t"/>
              <a:pathLst>
                <a:path extrusionOk="0" h="1763" w="2044">
                  <a:moveTo>
                    <a:pt x="1189" y="165"/>
                  </a:moveTo>
                  <a:cubicBezTo>
                    <a:pt x="1584" y="165"/>
                    <a:pt x="1899" y="487"/>
                    <a:pt x="1899" y="885"/>
                  </a:cubicBezTo>
                  <a:cubicBezTo>
                    <a:pt x="1899" y="1320"/>
                    <a:pt x="1539" y="1610"/>
                    <a:pt x="1164" y="1610"/>
                  </a:cubicBezTo>
                  <a:cubicBezTo>
                    <a:pt x="985" y="1610"/>
                    <a:pt x="803" y="1544"/>
                    <a:pt x="655" y="1396"/>
                  </a:cubicBezTo>
                  <a:cubicBezTo>
                    <a:pt x="197" y="938"/>
                    <a:pt x="524" y="165"/>
                    <a:pt x="1166" y="165"/>
                  </a:cubicBezTo>
                  <a:cubicBezTo>
                    <a:pt x="1174" y="165"/>
                    <a:pt x="1182" y="165"/>
                    <a:pt x="1189" y="165"/>
                  </a:cubicBezTo>
                  <a:close/>
                  <a:moveTo>
                    <a:pt x="1159" y="1"/>
                  </a:moveTo>
                  <a:cubicBezTo>
                    <a:pt x="945" y="1"/>
                    <a:pt x="728" y="80"/>
                    <a:pt x="551" y="257"/>
                  </a:cubicBezTo>
                  <a:cubicBezTo>
                    <a:pt x="1" y="820"/>
                    <a:pt x="380" y="1763"/>
                    <a:pt x="1166" y="1763"/>
                  </a:cubicBezTo>
                  <a:cubicBezTo>
                    <a:pt x="1650" y="1763"/>
                    <a:pt x="2043" y="1370"/>
                    <a:pt x="2043" y="885"/>
                  </a:cubicBezTo>
                  <a:cubicBezTo>
                    <a:pt x="2043" y="353"/>
                    <a:pt x="1610" y="1"/>
                    <a:pt x="11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6"/>
            <p:cNvSpPr/>
            <p:nvPr/>
          </p:nvSpPr>
          <p:spPr>
            <a:xfrm>
              <a:off x="2967175" y="3269050"/>
              <a:ext cx="19000" cy="20975"/>
            </a:xfrm>
            <a:custGeom>
              <a:rect b="b" l="l" r="r" t="t"/>
              <a:pathLst>
                <a:path extrusionOk="0" h="839" w="760">
                  <a:moveTo>
                    <a:pt x="118" y="1"/>
                  </a:moveTo>
                  <a:lnTo>
                    <a:pt x="1" y="106"/>
                  </a:lnTo>
                  <a:lnTo>
                    <a:pt x="642" y="839"/>
                  </a:lnTo>
                  <a:lnTo>
                    <a:pt x="760" y="734"/>
                  </a:lnTo>
                  <a:lnTo>
                    <a:pt x="11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2" name="Google Shape;832;p6"/>
            <p:cNvSpPr/>
            <p:nvPr/>
          </p:nvSpPr>
          <p:spPr>
            <a:xfrm>
              <a:off x="2577025" y="3257600"/>
              <a:ext cx="51425" cy="4950"/>
            </a:xfrm>
            <a:custGeom>
              <a:rect b="b" l="l" r="r" t="t"/>
              <a:pathLst>
                <a:path extrusionOk="0" h="198" w="2057">
                  <a:moveTo>
                    <a:pt x="1" y="1"/>
                  </a:moveTo>
                  <a:lnTo>
                    <a:pt x="1" y="197"/>
                  </a:lnTo>
                  <a:lnTo>
                    <a:pt x="2056" y="197"/>
                  </a:lnTo>
                  <a:lnTo>
                    <a:pt x="205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3" name="Google Shape;833;p6"/>
            <p:cNvSpPr/>
            <p:nvPr/>
          </p:nvSpPr>
          <p:spPr>
            <a:xfrm>
              <a:off x="2577025" y="3241250"/>
              <a:ext cx="51425" cy="4925"/>
            </a:xfrm>
            <a:custGeom>
              <a:rect b="b" l="l" r="r" t="t"/>
              <a:pathLst>
                <a:path extrusionOk="0" h="197" w="2057">
                  <a:moveTo>
                    <a:pt x="1" y="0"/>
                  </a:moveTo>
                  <a:lnTo>
                    <a:pt x="1" y="196"/>
                  </a:lnTo>
                  <a:lnTo>
                    <a:pt x="2056" y="196"/>
                  </a:lnTo>
                  <a:lnTo>
                    <a:pt x="20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4" name="Google Shape;834;p6"/>
            <p:cNvSpPr/>
            <p:nvPr/>
          </p:nvSpPr>
          <p:spPr>
            <a:xfrm>
              <a:off x="2577025" y="3273975"/>
              <a:ext cx="51425" cy="4925"/>
            </a:xfrm>
            <a:custGeom>
              <a:rect b="b" l="l" r="r" t="t"/>
              <a:pathLst>
                <a:path extrusionOk="0" h="197" w="2057">
                  <a:moveTo>
                    <a:pt x="1" y="0"/>
                  </a:moveTo>
                  <a:lnTo>
                    <a:pt x="1" y="197"/>
                  </a:lnTo>
                  <a:lnTo>
                    <a:pt x="2056" y="197"/>
                  </a:lnTo>
                  <a:lnTo>
                    <a:pt x="205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35" name="Google Shape;835;p6"/>
          <p:cNvGrpSpPr/>
          <p:nvPr/>
        </p:nvGrpSpPr>
        <p:grpSpPr>
          <a:xfrm flipH="1">
            <a:off x="7662078" y="2983612"/>
            <a:ext cx="930136" cy="945644"/>
            <a:chOff x="1984600" y="3863775"/>
            <a:chExt cx="547300" cy="556425"/>
          </a:xfrm>
        </p:grpSpPr>
        <p:sp>
          <p:nvSpPr>
            <p:cNvPr id="836" name="Google Shape;836;p6"/>
            <p:cNvSpPr/>
            <p:nvPr/>
          </p:nvSpPr>
          <p:spPr>
            <a:xfrm>
              <a:off x="1984600" y="4209725"/>
              <a:ext cx="140450" cy="163025"/>
            </a:xfrm>
            <a:custGeom>
              <a:rect b="b" l="l" r="r" t="t"/>
              <a:pathLst>
                <a:path extrusionOk="0" h="6521" w="5618">
                  <a:moveTo>
                    <a:pt x="1" y="1"/>
                  </a:moveTo>
                  <a:lnTo>
                    <a:pt x="1" y="6521"/>
                  </a:lnTo>
                  <a:lnTo>
                    <a:pt x="5617" y="6521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7" name="Google Shape;837;p6"/>
            <p:cNvSpPr/>
            <p:nvPr/>
          </p:nvSpPr>
          <p:spPr>
            <a:xfrm>
              <a:off x="2120125" y="4105325"/>
              <a:ext cx="140750" cy="267425"/>
            </a:xfrm>
            <a:custGeom>
              <a:rect b="b" l="l" r="r" t="t"/>
              <a:pathLst>
                <a:path extrusionOk="0" h="10697" w="5630">
                  <a:moveTo>
                    <a:pt x="0" y="0"/>
                  </a:moveTo>
                  <a:lnTo>
                    <a:pt x="0" y="10697"/>
                  </a:lnTo>
                  <a:lnTo>
                    <a:pt x="5630" y="10697"/>
                  </a:lnTo>
                  <a:lnTo>
                    <a:pt x="5630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8" name="Google Shape;838;p6"/>
            <p:cNvSpPr/>
            <p:nvPr/>
          </p:nvSpPr>
          <p:spPr>
            <a:xfrm>
              <a:off x="2255625" y="3968825"/>
              <a:ext cx="140750" cy="403925"/>
            </a:xfrm>
            <a:custGeom>
              <a:rect b="b" l="l" r="r" t="t"/>
              <a:pathLst>
                <a:path extrusionOk="0" h="16157" w="5630">
                  <a:moveTo>
                    <a:pt x="0" y="1"/>
                  </a:moveTo>
                  <a:lnTo>
                    <a:pt x="0" y="16157"/>
                  </a:lnTo>
                  <a:lnTo>
                    <a:pt x="5630" y="16157"/>
                  </a:lnTo>
                  <a:lnTo>
                    <a:pt x="5630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9" name="Google Shape;839;p6"/>
            <p:cNvSpPr/>
            <p:nvPr/>
          </p:nvSpPr>
          <p:spPr>
            <a:xfrm>
              <a:off x="2391450" y="3863775"/>
              <a:ext cx="140450" cy="508975"/>
            </a:xfrm>
            <a:custGeom>
              <a:rect b="b" l="l" r="r" t="t"/>
              <a:pathLst>
                <a:path extrusionOk="0" h="20359" w="5618">
                  <a:moveTo>
                    <a:pt x="0" y="0"/>
                  </a:moveTo>
                  <a:lnTo>
                    <a:pt x="0" y="20359"/>
                  </a:lnTo>
                  <a:lnTo>
                    <a:pt x="5617" y="20359"/>
                  </a:lnTo>
                  <a:lnTo>
                    <a:pt x="561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0" name="Google Shape;840;p6"/>
            <p:cNvSpPr/>
            <p:nvPr/>
          </p:nvSpPr>
          <p:spPr>
            <a:xfrm>
              <a:off x="1984600" y="4256850"/>
              <a:ext cx="140450" cy="163350"/>
            </a:xfrm>
            <a:custGeom>
              <a:rect b="b" l="l" r="r" t="t"/>
              <a:pathLst>
                <a:path extrusionOk="0" h="6534" w="5618">
                  <a:moveTo>
                    <a:pt x="1" y="1"/>
                  </a:moveTo>
                  <a:lnTo>
                    <a:pt x="1" y="6534"/>
                  </a:lnTo>
                  <a:lnTo>
                    <a:pt x="5617" y="6534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1" name="Google Shape;841;p6"/>
            <p:cNvSpPr/>
            <p:nvPr/>
          </p:nvSpPr>
          <p:spPr>
            <a:xfrm>
              <a:off x="2120125" y="4152775"/>
              <a:ext cx="140750" cy="267425"/>
            </a:xfrm>
            <a:custGeom>
              <a:rect b="b" l="l" r="r" t="t"/>
              <a:pathLst>
                <a:path extrusionOk="0" h="10697" w="5630">
                  <a:moveTo>
                    <a:pt x="0" y="1"/>
                  </a:moveTo>
                  <a:lnTo>
                    <a:pt x="0" y="10697"/>
                  </a:lnTo>
                  <a:lnTo>
                    <a:pt x="5630" y="10697"/>
                  </a:lnTo>
                  <a:lnTo>
                    <a:pt x="5630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2" name="Google Shape;842;p6"/>
            <p:cNvSpPr/>
            <p:nvPr/>
          </p:nvSpPr>
          <p:spPr>
            <a:xfrm>
              <a:off x="2255625" y="4016300"/>
              <a:ext cx="140750" cy="403900"/>
            </a:xfrm>
            <a:custGeom>
              <a:rect b="b" l="l" r="r" t="t"/>
              <a:pathLst>
                <a:path extrusionOk="0" h="16156" w="5630">
                  <a:moveTo>
                    <a:pt x="0" y="0"/>
                  </a:moveTo>
                  <a:lnTo>
                    <a:pt x="0" y="16156"/>
                  </a:lnTo>
                  <a:lnTo>
                    <a:pt x="5630" y="16156"/>
                  </a:lnTo>
                  <a:lnTo>
                    <a:pt x="563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3" name="Google Shape;843;p6"/>
            <p:cNvSpPr/>
            <p:nvPr/>
          </p:nvSpPr>
          <p:spPr>
            <a:xfrm>
              <a:off x="2391450" y="3910900"/>
              <a:ext cx="140450" cy="509300"/>
            </a:xfrm>
            <a:custGeom>
              <a:rect b="b" l="l" r="r" t="t"/>
              <a:pathLst>
                <a:path extrusionOk="0" h="20372" w="5618">
                  <a:moveTo>
                    <a:pt x="0" y="1"/>
                  </a:moveTo>
                  <a:lnTo>
                    <a:pt x="0" y="20372"/>
                  </a:lnTo>
                  <a:lnTo>
                    <a:pt x="5617" y="20372"/>
                  </a:lnTo>
                  <a:lnTo>
                    <a:pt x="561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4" name="Google Shape;844;p6"/>
            <p:cNvSpPr/>
            <p:nvPr/>
          </p:nvSpPr>
          <p:spPr>
            <a:xfrm>
              <a:off x="2253325" y="4153425"/>
              <a:ext cx="222925" cy="231425"/>
            </a:xfrm>
            <a:custGeom>
              <a:rect b="b" l="l" r="r" t="t"/>
              <a:pathLst>
                <a:path extrusionOk="0" h="9257" w="8917">
                  <a:moveTo>
                    <a:pt x="8759" y="1"/>
                  </a:moveTo>
                  <a:cubicBezTo>
                    <a:pt x="3863" y="132"/>
                    <a:pt x="1" y="4203"/>
                    <a:pt x="118" y="9100"/>
                  </a:cubicBezTo>
                  <a:cubicBezTo>
                    <a:pt x="118" y="9189"/>
                    <a:pt x="181" y="9254"/>
                    <a:pt x="269" y="9257"/>
                  </a:cubicBezTo>
                  <a:lnTo>
                    <a:pt x="269" y="9257"/>
                  </a:lnTo>
                  <a:cubicBezTo>
                    <a:pt x="358" y="9253"/>
                    <a:pt x="433" y="9177"/>
                    <a:pt x="433" y="9100"/>
                  </a:cubicBezTo>
                  <a:cubicBezTo>
                    <a:pt x="315" y="4374"/>
                    <a:pt x="4033" y="459"/>
                    <a:pt x="8759" y="328"/>
                  </a:cubicBezTo>
                  <a:cubicBezTo>
                    <a:pt x="8838" y="328"/>
                    <a:pt x="8916" y="263"/>
                    <a:pt x="8916" y="171"/>
                  </a:cubicBezTo>
                  <a:cubicBezTo>
                    <a:pt x="8916" y="79"/>
                    <a:pt x="8838" y="1"/>
                    <a:pt x="8759" y="1"/>
                  </a:cubicBezTo>
                  <a:close/>
                  <a:moveTo>
                    <a:pt x="269" y="9257"/>
                  </a:moveTo>
                  <a:cubicBezTo>
                    <a:pt x="267" y="9257"/>
                    <a:pt x="265" y="9257"/>
                    <a:pt x="262" y="9257"/>
                  </a:cubicBezTo>
                  <a:lnTo>
                    <a:pt x="276" y="9257"/>
                  </a:lnTo>
                  <a:cubicBezTo>
                    <a:pt x="273" y="9257"/>
                    <a:pt x="271" y="9257"/>
                    <a:pt x="269" y="925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5" name="Google Shape;845;p6"/>
            <p:cNvSpPr/>
            <p:nvPr/>
          </p:nvSpPr>
          <p:spPr>
            <a:xfrm>
              <a:off x="2307975" y="4207100"/>
              <a:ext cx="180700" cy="187575"/>
            </a:xfrm>
            <a:custGeom>
              <a:rect b="b" l="l" r="r" t="t"/>
              <a:pathLst>
                <a:path extrusionOk="0" h="7503" w="7228">
                  <a:moveTo>
                    <a:pt x="7071" y="1"/>
                  </a:moveTo>
                  <a:cubicBezTo>
                    <a:pt x="3117" y="106"/>
                    <a:pt x="1" y="3392"/>
                    <a:pt x="93" y="7333"/>
                  </a:cubicBezTo>
                  <a:cubicBezTo>
                    <a:pt x="93" y="7421"/>
                    <a:pt x="165" y="7497"/>
                    <a:pt x="252" y="7502"/>
                  </a:cubicBezTo>
                  <a:lnTo>
                    <a:pt x="252" y="7502"/>
                  </a:lnTo>
                  <a:cubicBezTo>
                    <a:pt x="343" y="7489"/>
                    <a:pt x="407" y="7423"/>
                    <a:pt x="407" y="7333"/>
                  </a:cubicBezTo>
                  <a:cubicBezTo>
                    <a:pt x="315" y="3562"/>
                    <a:pt x="3287" y="433"/>
                    <a:pt x="7071" y="328"/>
                  </a:cubicBezTo>
                  <a:cubicBezTo>
                    <a:pt x="7149" y="328"/>
                    <a:pt x="7228" y="263"/>
                    <a:pt x="7228" y="171"/>
                  </a:cubicBezTo>
                  <a:cubicBezTo>
                    <a:pt x="7228" y="80"/>
                    <a:pt x="7149" y="1"/>
                    <a:pt x="7071" y="1"/>
                  </a:cubicBezTo>
                  <a:close/>
                  <a:moveTo>
                    <a:pt x="252" y="7502"/>
                  </a:moveTo>
                  <a:cubicBezTo>
                    <a:pt x="251" y="7503"/>
                    <a:pt x="251" y="7503"/>
                    <a:pt x="250" y="7503"/>
                  </a:cubicBezTo>
                  <a:lnTo>
                    <a:pt x="263" y="7503"/>
                  </a:lnTo>
                  <a:cubicBezTo>
                    <a:pt x="259" y="7503"/>
                    <a:pt x="256" y="7503"/>
                    <a:pt x="252" y="750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6" name="Google Shape;846;p6"/>
            <p:cNvSpPr/>
            <p:nvPr/>
          </p:nvSpPr>
          <p:spPr>
            <a:xfrm>
              <a:off x="2368200" y="4267325"/>
              <a:ext cx="112300" cy="114925"/>
            </a:xfrm>
            <a:custGeom>
              <a:rect b="b" l="l" r="r" t="t"/>
              <a:pathLst>
                <a:path extrusionOk="0" h="4597" w="4492">
                  <a:moveTo>
                    <a:pt x="4282" y="1"/>
                  </a:moveTo>
                  <a:cubicBezTo>
                    <a:pt x="1886" y="53"/>
                    <a:pt x="1" y="2043"/>
                    <a:pt x="66" y="4426"/>
                  </a:cubicBezTo>
                  <a:cubicBezTo>
                    <a:pt x="66" y="4518"/>
                    <a:pt x="145" y="4596"/>
                    <a:pt x="237" y="4596"/>
                  </a:cubicBezTo>
                  <a:lnTo>
                    <a:pt x="224" y="4583"/>
                  </a:lnTo>
                  <a:cubicBezTo>
                    <a:pt x="302" y="4583"/>
                    <a:pt x="381" y="4518"/>
                    <a:pt x="381" y="4426"/>
                  </a:cubicBezTo>
                  <a:cubicBezTo>
                    <a:pt x="328" y="2213"/>
                    <a:pt x="2070" y="381"/>
                    <a:pt x="4282" y="328"/>
                  </a:cubicBezTo>
                  <a:cubicBezTo>
                    <a:pt x="4492" y="328"/>
                    <a:pt x="4492" y="1"/>
                    <a:pt x="42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47" name="Google Shape;847;p6"/>
            <p:cNvSpPr/>
            <p:nvPr/>
          </p:nvSpPr>
          <p:spPr>
            <a:xfrm>
              <a:off x="2424175" y="4322650"/>
              <a:ext cx="56325" cy="57950"/>
            </a:xfrm>
            <a:custGeom>
              <a:rect b="b" l="l" r="r" t="t"/>
              <a:pathLst>
                <a:path extrusionOk="0" h="2318" w="2253">
                  <a:moveTo>
                    <a:pt x="2095" y="0"/>
                  </a:moveTo>
                  <a:cubicBezTo>
                    <a:pt x="930" y="27"/>
                    <a:pt x="1" y="995"/>
                    <a:pt x="40" y="2161"/>
                  </a:cubicBezTo>
                  <a:cubicBezTo>
                    <a:pt x="40" y="2250"/>
                    <a:pt x="102" y="2315"/>
                    <a:pt x="190" y="2318"/>
                  </a:cubicBezTo>
                  <a:lnTo>
                    <a:pt x="190" y="2318"/>
                  </a:lnTo>
                  <a:cubicBezTo>
                    <a:pt x="279" y="2314"/>
                    <a:pt x="354" y="2237"/>
                    <a:pt x="354" y="2148"/>
                  </a:cubicBezTo>
                  <a:cubicBezTo>
                    <a:pt x="328" y="1166"/>
                    <a:pt x="1114" y="354"/>
                    <a:pt x="2095" y="315"/>
                  </a:cubicBezTo>
                  <a:cubicBezTo>
                    <a:pt x="2187" y="315"/>
                    <a:pt x="2253" y="249"/>
                    <a:pt x="2253" y="158"/>
                  </a:cubicBezTo>
                  <a:cubicBezTo>
                    <a:pt x="2253" y="66"/>
                    <a:pt x="2187" y="0"/>
                    <a:pt x="2095" y="0"/>
                  </a:cubicBezTo>
                  <a:close/>
                  <a:moveTo>
                    <a:pt x="190" y="2318"/>
                  </a:moveTo>
                  <a:cubicBezTo>
                    <a:pt x="188" y="2318"/>
                    <a:pt x="186" y="2318"/>
                    <a:pt x="184" y="2318"/>
                  </a:cubicBezTo>
                  <a:lnTo>
                    <a:pt x="197" y="2318"/>
                  </a:lnTo>
                  <a:cubicBezTo>
                    <a:pt x="195" y="2318"/>
                    <a:pt x="193" y="2318"/>
                    <a:pt x="190" y="2318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848" name="Google Shape;848;p6"/>
          <p:cNvGrpSpPr/>
          <p:nvPr/>
        </p:nvGrpSpPr>
        <p:grpSpPr>
          <a:xfrm flipH="1" rot="-1443645">
            <a:off x="5192384" y="3157314"/>
            <a:ext cx="1628262" cy="1352882"/>
            <a:chOff x="452825" y="2888400"/>
            <a:chExt cx="1041825" cy="865750"/>
          </a:xfrm>
        </p:grpSpPr>
        <p:sp>
          <p:nvSpPr>
            <p:cNvPr id="849" name="Google Shape;849;p6"/>
            <p:cNvSpPr/>
            <p:nvPr/>
          </p:nvSpPr>
          <p:spPr>
            <a:xfrm>
              <a:off x="605350" y="2893325"/>
              <a:ext cx="237000" cy="187550"/>
            </a:xfrm>
            <a:custGeom>
              <a:rect b="b" l="l" r="r" t="t"/>
              <a:pathLst>
                <a:path extrusionOk="0" h="7502" w="9480">
                  <a:moveTo>
                    <a:pt x="5093" y="0"/>
                  </a:moveTo>
                  <a:lnTo>
                    <a:pt x="0" y="26"/>
                  </a:lnTo>
                  <a:lnTo>
                    <a:pt x="0" y="262"/>
                  </a:lnTo>
                  <a:lnTo>
                    <a:pt x="5093" y="236"/>
                  </a:lnTo>
                  <a:lnTo>
                    <a:pt x="5119" y="236"/>
                  </a:lnTo>
                  <a:cubicBezTo>
                    <a:pt x="6874" y="236"/>
                    <a:pt x="8275" y="1453"/>
                    <a:pt x="8484" y="3155"/>
                  </a:cubicBezTo>
                  <a:lnTo>
                    <a:pt x="9244" y="7502"/>
                  </a:lnTo>
                  <a:lnTo>
                    <a:pt x="9479" y="7463"/>
                  </a:lnTo>
                  <a:lnTo>
                    <a:pt x="8720" y="3116"/>
                  </a:lnTo>
                  <a:cubicBezTo>
                    <a:pt x="8510" y="1309"/>
                    <a:pt x="6992" y="0"/>
                    <a:pt x="51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0" name="Google Shape;850;p6"/>
            <p:cNvSpPr/>
            <p:nvPr/>
          </p:nvSpPr>
          <p:spPr>
            <a:xfrm>
              <a:off x="1260950" y="3078250"/>
              <a:ext cx="71050" cy="317825"/>
            </a:xfrm>
            <a:custGeom>
              <a:rect b="b" l="l" r="r" t="t"/>
              <a:pathLst>
                <a:path extrusionOk="0" h="12713" w="2842">
                  <a:moveTo>
                    <a:pt x="2684" y="0"/>
                  </a:moveTo>
                  <a:lnTo>
                    <a:pt x="0" y="12673"/>
                  </a:lnTo>
                  <a:lnTo>
                    <a:pt x="157" y="12713"/>
                  </a:lnTo>
                  <a:lnTo>
                    <a:pt x="2841" y="26"/>
                  </a:lnTo>
                  <a:lnTo>
                    <a:pt x="268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1" name="Google Shape;851;p6"/>
            <p:cNvSpPr/>
            <p:nvPr/>
          </p:nvSpPr>
          <p:spPr>
            <a:xfrm>
              <a:off x="481300" y="2933575"/>
              <a:ext cx="1013350" cy="500800"/>
            </a:xfrm>
            <a:custGeom>
              <a:rect b="b" l="l" r="r" t="t"/>
              <a:pathLst>
                <a:path extrusionOk="0" h="20032" w="40534">
                  <a:moveTo>
                    <a:pt x="5106" y="0"/>
                  </a:moveTo>
                  <a:lnTo>
                    <a:pt x="0" y="27"/>
                  </a:lnTo>
                  <a:lnTo>
                    <a:pt x="0" y="275"/>
                  </a:lnTo>
                  <a:lnTo>
                    <a:pt x="5106" y="236"/>
                  </a:lnTo>
                  <a:lnTo>
                    <a:pt x="5120" y="236"/>
                  </a:lnTo>
                  <a:cubicBezTo>
                    <a:pt x="6874" y="236"/>
                    <a:pt x="8288" y="1467"/>
                    <a:pt x="8484" y="3156"/>
                  </a:cubicBezTo>
                  <a:lnTo>
                    <a:pt x="8825" y="6062"/>
                  </a:lnTo>
                  <a:lnTo>
                    <a:pt x="38793" y="5879"/>
                  </a:lnTo>
                  <a:cubicBezTo>
                    <a:pt x="38806" y="5878"/>
                    <a:pt x="38819" y="5878"/>
                    <a:pt x="38832" y="5878"/>
                  </a:cubicBezTo>
                  <a:cubicBezTo>
                    <a:pt x="39288" y="5878"/>
                    <a:pt x="39703" y="6099"/>
                    <a:pt x="39958" y="6468"/>
                  </a:cubicBezTo>
                  <a:cubicBezTo>
                    <a:pt x="40233" y="6874"/>
                    <a:pt x="40285" y="7384"/>
                    <a:pt x="40102" y="7830"/>
                  </a:cubicBezTo>
                  <a:lnTo>
                    <a:pt x="36528" y="16994"/>
                  </a:lnTo>
                  <a:cubicBezTo>
                    <a:pt x="36266" y="17649"/>
                    <a:pt x="35637" y="18081"/>
                    <a:pt x="34930" y="18094"/>
                  </a:cubicBezTo>
                  <a:lnTo>
                    <a:pt x="10658" y="19770"/>
                  </a:lnTo>
                  <a:lnTo>
                    <a:pt x="9152" y="6808"/>
                  </a:lnTo>
                  <a:lnTo>
                    <a:pt x="8916" y="6835"/>
                  </a:lnTo>
                  <a:lnTo>
                    <a:pt x="10448" y="20031"/>
                  </a:lnTo>
                  <a:lnTo>
                    <a:pt x="34930" y="18343"/>
                  </a:lnTo>
                  <a:cubicBezTo>
                    <a:pt x="35742" y="18329"/>
                    <a:pt x="36462" y="17832"/>
                    <a:pt x="36750" y="17073"/>
                  </a:cubicBezTo>
                  <a:lnTo>
                    <a:pt x="40324" y="7908"/>
                  </a:lnTo>
                  <a:cubicBezTo>
                    <a:pt x="40534" y="7397"/>
                    <a:pt x="40482" y="6795"/>
                    <a:pt x="40167" y="6337"/>
                  </a:cubicBezTo>
                  <a:cubicBezTo>
                    <a:pt x="39853" y="5892"/>
                    <a:pt x="39343" y="5630"/>
                    <a:pt x="38793" y="5630"/>
                  </a:cubicBezTo>
                  <a:lnTo>
                    <a:pt x="38780" y="5630"/>
                  </a:lnTo>
                  <a:lnTo>
                    <a:pt x="9034" y="5813"/>
                  </a:lnTo>
                  <a:lnTo>
                    <a:pt x="8720" y="3116"/>
                  </a:lnTo>
                  <a:cubicBezTo>
                    <a:pt x="8510" y="1310"/>
                    <a:pt x="6992" y="0"/>
                    <a:pt x="51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2" name="Google Shape;852;p6"/>
            <p:cNvSpPr/>
            <p:nvPr/>
          </p:nvSpPr>
          <p:spPr>
            <a:xfrm>
              <a:off x="745425" y="3440900"/>
              <a:ext cx="574125" cy="235025"/>
            </a:xfrm>
            <a:custGeom>
              <a:rect b="b" l="l" r="r" t="t"/>
              <a:pathLst>
                <a:path extrusionOk="0" h="9401" w="22965">
                  <a:moveTo>
                    <a:pt x="237" y="0"/>
                  </a:moveTo>
                  <a:lnTo>
                    <a:pt x="1" y="40"/>
                  </a:lnTo>
                  <a:lnTo>
                    <a:pt x="1114" y="7397"/>
                  </a:lnTo>
                  <a:cubicBezTo>
                    <a:pt x="1296" y="8554"/>
                    <a:pt x="2277" y="9401"/>
                    <a:pt x="3431" y="9401"/>
                  </a:cubicBezTo>
                  <a:cubicBezTo>
                    <a:pt x="3440" y="9401"/>
                    <a:pt x="3448" y="9401"/>
                    <a:pt x="3457" y="9400"/>
                  </a:cubicBezTo>
                  <a:lnTo>
                    <a:pt x="3536" y="9400"/>
                  </a:lnTo>
                  <a:cubicBezTo>
                    <a:pt x="6794" y="9295"/>
                    <a:pt x="13408" y="9275"/>
                    <a:pt x="18009" y="9275"/>
                  </a:cubicBezTo>
                  <a:cubicBezTo>
                    <a:pt x="20841" y="9275"/>
                    <a:pt x="22910" y="9283"/>
                    <a:pt x="22965" y="9283"/>
                  </a:cubicBezTo>
                  <a:lnTo>
                    <a:pt x="22965" y="9047"/>
                  </a:lnTo>
                  <a:cubicBezTo>
                    <a:pt x="22910" y="9047"/>
                    <a:pt x="20841" y="9039"/>
                    <a:pt x="18009" y="9039"/>
                  </a:cubicBezTo>
                  <a:cubicBezTo>
                    <a:pt x="13408" y="9039"/>
                    <a:pt x="6794" y="9059"/>
                    <a:pt x="3536" y="9165"/>
                  </a:cubicBezTo>
                  <a:cubicBezTo>
                    <a:pt x="3509" y="9166"/>
                    <a:pt x="3483" y="9166"/>
                    <a:pt x="3457" y="9166"/>
                  </a:cubicBezTo>
                  <a:cubicBezTo>
                    <a:pt x="2404" y="9166"/>
                    <a:pt x="1516" y="8406"/>
                    <a:pt x="1362" y="7371"/>
                  </a:cubicBezTo>
                  <a:lnTo>
                    <a:pt x="2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3" name="Google Shape;853;p6"/>
            <p:cNvSpPr/>
            <p:nvPr/>
          </p:nvSpPr>
          <p:spPr>
            <a:xfrm>
              <a:off x="845925" y="3624825"/>
              <a:ext cx="125375" cy="129325"/>
            </a:xfrm>
            <a:custGeom>
              <a:rect b="b" l="l" r="r" t="t"/>
              <a:pathLst>
                <a:path extrusionOk="0" h="5173" w="5015">
                  <a:moveTo>
                    <a:pt x="2440" y="1"/>
                  </a:moveTo>
                  <a:cubicBezTo>
                    <a:pt x="2426" y="1"/>
                    <a:pt x="2411" y="1"/>
                    <a:pt x="2396" y="1"/>
                  </a:cubicBezTo>
                  <a:cubicBezTo>
                    <a:pt x="1048" y="27"/>
                    <a:pt x="0" y="1192"/>
                    <a:pt x="66" y="2619"/>
                  </a:cubicBezTo>
                  <a:cubicBezTo>
                    <a:pt x="130" y="4031"/>
                    <a:pt x="1258" y="5173"/>
                    <a:pt x="2587" y="5173"/>
                  </a:cubicBezTo>
                  <a:cubicBezTo>
                    <a:pt x="2602" y="5173"/>
                    <a:pt x="2617" y="5173"/>
                    <a:pt x="2632" y="5172"/>
                  </a:cubicBezTo>
                  <a:cubicBezTo>
                    <a:pt x="3967" y="5146"/>
                    <a:pt x="5014" y="3981"/>
                    <a:pt x="4949" y="2554"/>
                  </a:cubicBezTo>
                  <a:cubicBezTo>
                    <a:pt x="4884" y="1156"/>
                    <a:pt x="3757" y="1"/>
                    <a:pt x="244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4" name="Google Shape;854;p6"/>
            <p:cNvSpPr/>
            <p:nvPr/>
          </p:nvSpPr>
          <p:spPr>
            <a:xfrm>
              <a:off x="891750" y="3672300"/>
              <a:ext cx="34050" cy="34400"/>
            </a:xfrm>
            <a:custGeom>
              <a:rect b="b" l="l" r="r" t="t"/>
              <a:pathLst>
                <a:path extrusionOk="0" h="1376" w="1362">
                  <a:moveTo>
                    <a:pt x="655" y="0"/>
                  </a:moveTo>
                  <a:cubicBezTo>
                    <a:pt x="288" y="13"/>
                    <a:pt x="0" y="328"/>
                    <a:pt x="26" y="694"/>
                  </a:cubicBezTo>
                  <a:cubicBezTo>
                    <a:pt x="39" y="1061"/>
                    <a:pt x="340" y="1362"/>
                    <a:pt x="720" y="1375"/>
                  </a:cubicBezTo>
                  <a:cubicBezTo>
                    <a:pt x="1087" y="1362"/>
                    <a:pt x="1362" y="1048"/>
                    <a:pt x="1335" y="681"/>
                  </a:cubicBezTo>
                  <a:cubicBezTo>
                    <a:pt x="1322" y="302"/>
                    <a:pt x="1021" y="0"/>
                    <a:pt x="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5" name="Google Shape;855;p6"/>
            <p:cNvSpPr/>
            <p:nvPr/>
          </p:nvSpPr>
          <p:spPr>
            <a:xfrm>
              <a:off x="1131000" y="3621550"/>
              <a:ext cx="125375" cy="129325"/>
            </a:xfrm>
            <a:custGeom>
              <a:rect b="b" l="l" r="r" t="t"/>
              <a:pathLst>
                <a:path extrusionOk="0" h="5173" w="5015">
                  <a:moveTo>
                    <a:pt x="2428" y="1"/>
                  </a:moveTo>
                  <a:cubicBezTo>
                    <a:pt x="2413" y="1"/>
                    <a:pt x="2398" y="1"/>
                    <a:pt x="2383" y="1"/>
                  </a:cubicBezTo>
                  <a:cubicBezTo>
                    <a:pt x="1048" y="27"/>
                    <a:pt x="0" y="1193"/>
                    <a:pt x="66" y="2620"/>
                  </a:cubicBezTo>
                  <a:cubicBezTo>
                    <a:pt x="131" y="4038"/>
                    <a:pt x="1270" y="5173"/>
                    <a:pt x="2609" y="5173"/>
                  </a:cubicBezTo>
                  <a:cubicBezTo>
                    <a:pt x="2617" y="5173"/>
                    <a:pt x="2624" y="5173"/>
                    <a:pt x="2632" y="5173"/>
                  </a:cubicBezTo>
                  <a:cubicBezTo>
                    <a:pt x="3967" y="5159"/>
                    <a:pt x="5015" y="3981"/>
                    <a:pt x="4949" y="2554"/>
                  </a:cubicBezTo>
                  <a:cubicBezTo>
                    <a:pt x="4885" y="1156"/>
                    <a:pt x="3757" y="1"/>
                    <a:pt x="242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6" name="Google Shape;856;p6"/>
            <p:cNvSpPr/>
            <p:nvPr/>
          </p:nvSpPr>
          <p:spPr>
            <a:xfrm>
              <a:off x="1176500" y="3669025"/>
              <a:ext cx="34375" cy="34400"/>
            </a:xfrm>
            <a:custGeom>
              <a:rect b="b" l="l" r="r" t="t"/>
              <a:pathLst>
                <a:path extrusionOk="0" h="1376" w="1375">
                  <a:moveTo>
                    <a:pt x="655" y="0"/>
                  </a:moveTo>
                  <a:cubicBezTo>
                    <a:pt x="288" y="14"/>
                    <a:pt x="0" y="328"/>
                    <a:pt x="40" y="694"/>
                  </a:cubicBezTo>
                  <a:cubicBezTo>
                    <a:pt x="40" y="1074"/>
                    <a:pt x="341" y="1375"/>
                    <a:pt x="720" y="1375"/>
                  </a:cubicBezTo>
                  <a:cubicBezTo>
                    <a:pt x="1087" y="1362"/>
                    <a:pt x="1375" y="1048"/>
                    <a:pt x="1336" y="681"/>
                  </a:cubicBezTo>
                  <a:cubicBezTo>
                    <a:pt x="1323" y="315"/>
                    <a:pt x="1021" y="14"/>
                    <a:pt x="6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7" name="Google Shape;857;p6"/>
            <p:cNvSpPr/>
            <p:nvPr/>
          </p:nvSpPr>
          <p:spPr>
            <a:xfrm>
              <a:off x="1115950" y="3078900"/>
              <a:ext cx="34725" cy="326350"/>
            </a:xfrm>
            <a:custGeom>
              <a:rect b="b" l="l" r="r" t="t"/>
              <a:pathLst>
                <a:path extrusionOk="0" h="13054" w="1389">
                  <a:moveTo>
                    <a:pt x="1218" y="0"/>
                  </a:moveTo>
                  <a:lnTo>
                    <a:pt x="0" y="13040"/>
                  </a:lnTo>
                  <a:lnTo>
                    <a:pt x="157" y="13053"/>
                  </a:lnTo>
                  <a:lnTo>
                    <a:pt x="1388" y="13"/>
                  </a:lnTo>
                  <a:lnTo>
                    <a:pt x="121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8" name="Google Shape;858;p6"/>
            <p:cNvSpPr/>
            <p:nvPr/>
          </p:nvSpPr>
          <p:spPr>
            <a:xfrm>
              <a:off x="973900" y="3080525"/>
              <a:ext cx="3950" cy="334875"/>
            </a:xfrm>
            <a:custGeom>
              <a:rect b="b" l="l" r="r" t="t"/>
              <a:pathLst>
                <a:path extrusionOk="0" h="13395" w="158">
                  <a:moveTo>
                    <a:pt x="0" y="1"/>
                  </a:moveTo>
                  <a:lnTo>
                    <a:pt x="0" y="13394"/>
                  </a:lnTo>
                  <a:lnTo>
                    <a:pt x="157" y="13394"/>
                  </a:lnTo>
                  <a:lnTo>
                    <a:pt x="157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59" name="Google Shape;859;p6"/>
            <p:cNvSpPr/>
            <p:nvPr/>
          </p:nvSpPr>
          <p:spPr>
            <a:xfrm>
              <a:off x="802375" y="3081525"/>
              <a:ext cx="27850" cy="341400"/>
            </a:xfrm>
            <a:custGeom>
              <a:rect b="b" l="l" r="r" t="t"/>
              <a:pathLst>
                <a:path extrusionOk="0" h="13656" w="1114">
                  <a:moveTo>
                    <a:pt x="158" y="0"/>
                  </a:moveTo>
                  <a:lnTo>
                    <a:pt x="1" y="13"/>
                  </a:lnTo>
                  <a:lnTo>
                    <a:pt x="957" y="13655"/>
                  </a:lnTo>
                  <a:lnTo>
                    <a:pt x="1114" y="13642"/>
                  </a:lnTo>
                  <a:lnTo>
                    <a:pt x="15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0" name="Google Shape;860;p6"/>
            <p:cNvSpPr/>
            <p:nvPr/>
          </p:nvSpPr>
          <p:spPr>
            <a:xfrm>
              <a:off x="732350" y="3320125"/>
              <a:ext cx="679500" cy="8200"/>
            </a:xfrm>
            <a:custGeom>
              <a:rect b="b" l="l" r="r" t="t"/>
              <a:pathLst>
                <a:path extrusionOk="0" h="328" w="27180">
                  <a:moveTo>
                    <a:pt x="27180" y="0"/>
                  </a:moveTo>
                  <a:lnTo>
                    <a:pt x="0" y="157"/>
                  </a:lnTo>
                  <a:lnTo>
                    <a:pt x="0" y="328"/>
                  </a:lnTo>
                  <a:lnTo>
                    <a:pt x="27180" y="157"/>
                  </a:lnTo>
                  <a:lnTo>
                    <a:pt x="2718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1" name="Google Shape;861;p6"/>
            <p:cNvSpPr/>
            <p:nvPr/>
          </p:nvSpPr>
          <p:spPr>
            <a:xfrm>
              <a:off x="716950" y="3198025"/>
              <a:ext cx="738750" cy="8550"/>
            </a:xfrm>
            <a:custGeom>
              <a:rect b="b" l="l" r="r" t="t"/>
              <a:pathLst>
                <a:path extrusionOk="0" h="342" w="29550">
                  <a:moveTo>
                    <a:pt x="29550" y="1"/>
                  </a:moveTo>
                  <a:lnTo>
                    <a:pt x="1" y="171"/>
                  </a:lnTo>
                  <a:lnTo>
                    <a:pt x="1" y="341"/>
                  </a:lnTo>
                  <a:lnTo>
                    <a:pt x="29550" y="158"/>
                  </a:lnTo>
                  <a:lnTo>
                    <a:pt x="2955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2" name="Google Shape;862;p6"/>
            <p:cNvSpPr/>
            <p:nvPr/>
          </p:nvSpPr>
          <p:spPr>
            <a:xfrm>
              <a:off x="452825" y="2930300"/>
              <a:ext cx="124725" cy="32100"/>
            </a:xfrm>
            <a:custGeom>
              <a:rect b="b" l="l" r="r" t="t"/>
              <a:pathLst>
                <a:path extrusionOk="0" h="1284" w="4989">
                  <a:moveTo>
                    <a:pt x="642" y="1"/>
                  </a:moveTo>
                  <a:cubicBezTo>
                    <a:pt x="289" y="1"/>
                    <a:pt x="0" y="289"/>
                    <a:pt x="0" y="642"/>
                  </a:cubicBezTo>
                  <a:cubicBezTo>
                    <a:pt x="0" y="996"/>
                    <a:pt x="289" y="1284"/>
                    <a:pt x="642" y="1284"/>
                  </a:cubicBezTo>
                  <a:lnTo>
                    <a:pt x="4347" y="1284"/>
                  </a:lnTo>
                  <a:cubicBezTo>
                    <a:pt x="4701" y="1284"/>
                    <a:pt x="4989" y="996"/>
                    <a:pt x="4989" y="642"/>
                  </a:cubicBezTo>
                  <a:cubicBezTo>
                    <a:pt x="4989" y="289"/>
                    <a:pt x="4701" y="1"/>
                    <a:pt x="4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3" name="Google Shape;863;p6"/>
            <p:cNvSpPr/>
            <p:nvPr/>
          </p:nvSpPr>
          <p:spPr>
            <a:xfrm>
              <a:off x="552325" y="2888400"/>
              <a:ext cx="124725" cy="32100"/>
            </a:xfrm>
            <a:custGeom>
              <a:rect b="b" l="l" r="r" t="t"/>
              <a:pathLst>
                <a:path extrusionOk="0" h="1284" w="4989">
                  <a:moveTo>
                    <a:pt x="642" y="1"/>
                  </a:moveTo>
                  <a:cubicBezTo>
                    <a:pt x="289" y="1"/>
                    <a:pt x="0" y="289"/>
                    <a:pt x="0" y="655"/>
                  </a:cubicBezTo>
                  <a:cubicBezTo>
                    <a:pt x="0" y="996"/>
                    <a:pt x="289" y="1284"/>
                    <a:pt x="642" y="1284"/>
                  </a:cubicBezTo>
                  <a:lnTo>
                    <a:pt x="4347" y="1284"/>
                  </a:lnTo>
                  <a:cubicBezTo>
                    <a:pt x="4687" y="1284"/>
                    <a:pt x="4976" y="996"/>
                    <a:pt x="4989" y="655"/>
                  </a:cubicBezTo>
                  <a:cubicBezTo>
                    <a:pt x="4989" y="289"/>
                    <a:pt x="4701" y="1"/>
                    <a:pt x="434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7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g2c46d4357d6_0_1418"/>
          <p:cNvSpPr txBox="1"/>
          <p:nvPr>
            <p:ph type="title"/>
          </p:nvPr>
        </p:nvSpPr>
        <p:spPr>
          <a:xfrm>
            <a:off x="2470962" y="319100"/>
            <a:ext cx="4407900" cy="666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3400">
                <a:latin typeface="Roboto Serif Black"/>
                <a:ea typeface="Roboto Serif Black"/>
                <a:cs typeface="Roboto Serif Black"/>
                <a:sym typeface="Roboto Serif Black"/>
              </a:rPr>
              <a:t>Задачи</a:t>
            </a:r>
            <a:endParaRPr/>
          </a:p>
        </p:txBody>
      </p:sp>
      <p:grpSp>
        <p:nvGrpSpPr>
          <p:cNvPr id="869" name="Google Shape;869;g2c46d4357d6_0_1418"/>
          <p:cNvGrpSpPr/>
          <p:nvPr/>
        </p:nvGrpSpPr>
        <p:grpSpPr>
          <a:xfrm>
            <a:off x="720011" y="319100"/>
            <a:ext cx="1368528" cy="300900"/>
            <a:chOff x="7055224" y="4513500"/>
            <a:chExt cx="1368528" cy="300900"/>
          </a:xfrm>
        </p:grpSpPr>
        <p:grpSp>
          <p:nvGrpSpPr>
            <p:cNvPr id="870" name="Google Shape;870;g2c46d4357d6_0_1418"/>
            <p:cNvGrpSpPr/>
            <p:nvPr/>
          </p:nvGrpSpPr>
          <p:grpSpPr>
            <a:xfrm>
              <a:off x="7629309" y="4513500"/>
              <a:ext cx="794443" cy="300900"/>
              <a:chOff x="7310856" y="4513500"/>
              <a:chExt cx="1113132" cy="300900"/>
            </a:xfrm>
          </p:grpSpPr>
          <p:cxnSp>
            <p:nvCxnSpPr>
              <p:cNvPr id="871" name="Google Shape;871;g2c46d4357d6_0_1418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2" name="Google Shape;872;g2c46d4357d6_0_1418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3" name="Google Shape;873;g2c46d4357d6_0_1418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4" name="Google Shape;874;g2c46d4357d6_0_1418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5" name="Google Shape;875;g2c46d4357d6_0_1418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6" name="Google Shape;876;g2c46d4357d6_0_1418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7" name="Google Shape;877;g2c46d4357d6_0_1418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8" name="Google Shape;878;g2c46d4357d6_0_1418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79" name="Google Shape;879;g2c46d4357d6_0_1418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0" name="Google Shape;880;g2c46d4357d6_0_1418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1" name="Google Shape;881;g2c46d4357d6_0_1418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2" name="Google Shape;882;g2c46d4357d6_0_1418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3" name="Google Shape;883;g2c46d4357d6_0_1418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4" name="Google Shape;884;g2c46d4357d6_0_1418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5" name="Google Shape;885;g2c46d4357d6_0_1418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6" name="Google Shape;886;g2c46d4357d6_0_1418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7" name="Google Shape;887;g2c46d4357d6_0_1418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888" name="Google Shape;888;g2c46d4357d6_0_1418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  <p:cxnSp>
          <p:nvCxnSpPr>
            <p:cNvPr id="889" name="Google Shape;889;g2c46d4357d6_0_1418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0" name="Google Shape;890;g2c46d4357d6_0_1418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1" name="Google Shape;891;g2c46d4357d6_0_1418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2" name="Google Shape;892;g2c46d4357d6_0_1418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3" name="Google Shape;893;g2c46d4357d6_0_1418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4" name="Google Shape;894;g2c46d4357d6_0_1418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5" name="Google Shape;895;g2c46d4357d6_0_1418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6" name="Google Shape;896;g2c46d4357d6_0_1418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7" name="Google Shape;897;g2c46d4357d6_0_1418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8" name="Google Shape;898;g2c46d4357d6_0_1418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899" name="Google Shape;899;g2c46d4357d6_0_1418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900" name="Google Shape;900;g2c46d4357d6_0_1418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901" name="Google Shape;901;g2c46d4357d6_0_1418"/>
          <p:cNvSpPr/>
          <p:nvPr/>
        </p:nvSpPr>
        <p:spPr>
          <a:xfrm>
            <a:off x="1473011" y="2421761"/>
            <a:ext cx="13114" cy="33605"/>
          </a:xfrm>
          <a:custGeom>
            <a:rect b="b" l="l" r="r" t="t"/>
            <a:pathLst>
              <a:path extrusionOk="0" h="451" w="176">
                <a:moveTo>
                  <a:pt x="113" y="1"/>
                </a:moveTo>
                <a:cubicBezTo>
                  <a:pt x="38" y="51"/>
                  <a:pt x="0" y="138"/>
                  <a:pt x="0" y="226"/>
                </a:cubicBezTo>
                <a:cubicBezTo>
                  <a:pt x="0" y="326"/>
                  <a:pt x="50" y="401"/>
                  <a:pt x="125" y="451"/>
                </a:cubicBezTo>
                <a:lnTo>
                  <a:pt x="175" y="376"/>
                </a:lnTo>
                <a:cubicBezTo>
                  <a:pt x="125" y="338"/>
                  <a:pt x="100" y="288"/>
                  <a:pt x="113" y="226"/>
                </a:cubicBezTo>
                <a:cubicBezTo>
                  <a:pt x="100" y="176"/>
                  <a:pt x="125" y="113"/>
                  <a:pt x="175" y="76"/>
                </a:cubicBezTo>
                <a:lnTo>
                  <a:pt x="113" y="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902" name="Google Shape;902;g2c46d4357d6_0_1418"/>
          <p:cNvGrpSpPr/>
          <p:nvPr/>
        </p:nvGrpSpPr>
        <p:grpSpPr>
          <a:xfrm>
            <a:off x="1287343" y="912175"/>
            <a:ext cx="1995594" cy="3462161"/>
            <a:chOff x="1404981" y="951475"/>
            <a:chExt cx="1995594" cy="3462161"/>
          </a:xfrm>
        </p:grpSpPr>
        <p:sp>
          <p:nvSpPr>
            <p:cNvPr id="903" name="Google Shape;903;g2c46d4357d6_0_1418"/>
            <p:cNvSpPr/>
            <p:nvPr/>
          </p:nvSpPr>
          <p:spPr>
            <a:xfrm>
              <a:off x="1909728" y="1262491"/>
              <a:ext cx="1295325" cy="2805619"/>
            </a:xfrm>
            <a:custGeom>
              <a:rect b="b" l="l" r="r" t="t"/>
              <a:pathLst>
                <a:path extrusionOk="0" h="37653" w="17384">
                  <a:moveTo>
                    <a:pt x="550" y="0"/>
                  </a:moveTo>
                  <a:cubicBezTo>
                    <a:pt x="238" y="0"/>
                    <a:pt x="0" y="250"/>
                    <a:pt x="0" y="550"/>
                  </a:cubicBezTo>
                  <a:lnTo>
                    <a:pt x="0" y="37103"/>
                  </a:lnTo>
                  <a:cubicBezTo>
                    <a:pt x="0" y="37403"/>
                    <a:pt x="238" y="37653"/>
                    <a:pt x="550" y="37653"/>
                  </a:cubicBezTo>
                  <a:lnTo>
                    <a:pt x="16833" y="37653"/>
                  </a:lnTo>
                  <a:cubicBezTo>
                    <a:pt x="17146" y="37653"/>
                    <a:pt x="17383" y="37403"/>
                    <a:pt x="17383" y="37103"/>
                  </a:cubicBezTo>
                  <a:lnTo>
                    <a:pt x="17383" y="550"/>
                  </a:lnTo>
                  <a:cubicBezTo>
                    <a:pt x="17383" y="250"/>
                    <a:pt x="17146" y="0"/>
                    <a:pt x="16833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g2c46d4357d6_0_1418"/>
            <p:cNvSpPr/>
            <p:nvPr/>
          </p:nvSpPr>
          <p:spPr>
            <a:xfrm>
              <a:off x="1955330" y="1445942"/>
              <a:ext cx="1205910" cy="2438720"/>
            </a:xfrm>
            <a:custGeom>
              <a:rect b="b" l="l" r="r" t="t"/>
              <a:pathLst>
                <a:path extrusionOk="0" h="32729" w="16184">
                  <a:moveTo>
                    <a:pt x="1" y="0"/>
                  </a:moveTo>
                  <a:lnTo>
                    <a:pt x="1" y="32729"/>
                  </a:lnTo>
                  <a:lnTo>
                    <a:pt x="16184" y="32729"/>
                  </a:lnTo>
                  <a:lnTo>
                    <a:pt x="16184" y="0"/>
                  </a:lnTo>
                  <a:close/>
                </a:path>
              </a:pathLst>
            </a:custGeom>
            <a:solidFill>
              <a:schemeClr val="dk2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g2c46d4357d6_0_1418"/>
            <p:cNvSpPr/>
            <p:nvPr/>
          </p:nvSpPr>
          <p:spPr>
            <a:xfrm>
              <a:off x="2021422" y="1899426"/>
              <a:ext cx="1067243" cy="447969"/>
            </a:xfrm>
            <a:custGeom>
              <a:rect b="b" l="l" r="r" t="t"/>
              <a:pathLst>
                <a:path extrusionOk="0" h="6012" w="14323">
                  <a:moveTo>
                    <a:pt x="1" y="0"/>
                  </a:moveTo>
                  <a:lnTo>
                    <a:pt x="1" y="6011"/>
                  </a:lnTo>
                  <a:lnTo>
                    <a:pt x="14322" y="6011"/>
                  </a:lnTo>
                  <a:lnTo>
                    <a:pt x="14322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g2c46d4357d6_0_1418"/>
            <p:cNvSpPr/>
            <p:nvPr/>
          </p:nvSpPr>
          <p:spPr>
            <a:xfrm>
              <a:off x="2021422" y="1790489"/>
              <a:ext cx="1068137" cy="19597"/>
            </a:xfrm>
            <a:custGeom>
              <a:rect b="b" l="l" r="r" t="t"/>
              <a:pathLst>
                <a:path extrusionOk="0" h="263" w="14335">
                  <a:moveTo>
                    <a:pt x="1" y="0"/>
                  </a:moveTo>
                  <a:lnTo>
                    <a:pt x="1" y="263"/>
                  </a:lnTo>
                  <a:lnTo>
                    <a:pt x="14335" y="263"/>
                  </a:lnTo>
                  <a:lnTo>
                    <a:pt x="143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g2c46d4357d6_0_1418"/>
            <p:cNvSpPr/>
            <p:nvPr/>
          </p:nvSpPr>
          <p:spPr>
            <a:xfrm>
              <a:off x="2021422" y="2441358"/>
              <a:ext cx="1067243" cy="447969"/>
            </a:xfrm>
            <a:custGeom>
              <a:rect b="b" l="l" r="r" t="t"/>
              <a:pathLst>
                <a:path extrusionOk="0" h="6012" w="14323">
                  <a:moveTo>
                    <a:pt x="1" y="0"/>
                  </a:moveTo>
                  <a:lnTo>
                    <a:pt x="1" y="6011"/>
                  </a:lnTo>
                  <a:lnTo>
                    <a:pt x="14322" y="6011"/>
                  </a:lnTo>
                  <a:lnTo>
                    <a:pt x="14322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g2c46d4357d6_0_1418"/>
            <p:cNvSpPr/>
            <p:nvPr/>
          </p:nvSpPr>
          <p:spPr>
            <a:xfrm>
              <a:off x="2021422" y="2983289"/>
              <a:ext cx="1067243" cy="447969"/>
            </a:xfrm>
            <a:custGeom>
              <a:rect b="b" l="l" r="r" t="t"/>
              <a:pathLst>
                <a:path extrusionOk="0" h="6012" w="14323">
                  <a:moveTo>
                    <a:pt x="1" y="0"/>
                  </a:moveTo>
                  <a:lnTo>
                    <a:pt x="1" y="6011"/>
                  </a:lnTo>
                  <a:lnTo>
                    <a:pt x="14322" y="6011"/>
                  </a:lnTo>
                  <a:lnTo>
                    <a:pt x="14322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g2c46d4357d6_0_1418"/>
            <p:cNvSpPr/>
            <p:nvPr/>
          </p:nvSpPr>
          <p:spPr>
            <a:xfrm>
              <a:off x="2021422" y="3557782"/>
              <a:ext cx="1014115" cy="29880"/>
            </a:xfrm>
            <a:custGeom>
              <a:rect b="b" l="l" r="r" t="t"/>
              <a:pathLst>
                <a:path extrusionOk="0" h="401" w="13610">
                  <a:moveTo>
                    <a:pt x="1" y="1"/>
                  </a:moveTo>
                  <a:lnTo>
                    <a:pt x="1" y="401"/>
                  </a:lnTo>
                  <a:lnTo>
                    <a:pt x="13610" y="401"/>
                  </a:lnTo>
                  <a:lnTo>
                    <a:pt x="1361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g2c46d4357d6_0_1418"/>
            <p:cNvSpPr/>
            <p:nvPr/>
          </p:nvSpPr>
          <p:spPr>
            <a:xfrm>
              <a:off x="2021422" y="3620150"/>
              <a:ext cx="623074" cy="29880"/>
            </a:xfrm>
            <a:custGeom>
              <a:rect b="b" l="l" r="r" t="t"/>
              <a:pathLst>
                <a:path extrusionOk="0" h="401" w="8362">
                  <a:moveTo>
                    <a:pt x="1" y="1"/>
                  </a:moveTo>
                  <a:lnTo>
                    <a:pt x="1" y="401"/>
                  </a:lnTo>
                  <a:lnTo>
                    <a:pt x="8361" y="401"/>
                  </a:lnTo>
                  <a:lnTo>
                    <a:pt x="836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g2c46d4357d6_0_1418"/>
            <p:cNvSpPr/>
            <p:nvPr/>
          </p:nvSpPr>
          <p:spPr>
            <a:xfrm>
              <a:off x="2955436" y="1528800"/>
              <a:ext cx="164822" cy="109012"/>
            </a:xfrm>
            <a:custGeom>
              <a:rect b="b" l="l" r="r" t="t"/>
              <a:pathLst>
                <a:path extrusionOk="0" h="1463" w="2212">
                  <a:moveTo>
                    <a:pt x="2024" y="688"/>
                  </a:moveTo>
                  <a:cubicBezTo>
                    <a:pt x="2049" y="688"/>
                    <a:pt x="2062" y="700"/>
                    <a:pt x="2087" y="713"/>
                  </a:cubicBezTo>
                  <a:cubicBezTo>
                    <a:pt x="2099" y="725"/>
                    <a:pt x="2099" y="750"/>
                    <a:pt x="2099" y="775"/>
                  </a:cubicBezTo>
                  <a:lnTo>
                    <a:pt x="2012" y="1288"/>
                  </a:lnTo>
                  <a:cubicBezTo>
                    <a:pt x="2000" y="1325"/>
                    <a:pt x="1975" y="1350"/>
                    <a:pt x="1937" y="1350"/>
                  </a:cubicBezTo>
                  <a:lnTo>
                    <a:pt x="837" y="1350"/>
                  </a:lnTo>
                  <a:cubicBezTo>
                    <a:pt x="800" y="1350"/>
                    <a:pt x="775" y="1325"/>
                    <a:pt x="762" y="1300"/>
                  </a:cubicBezTo>
                  <a:lnTo>
                    <a:pt x="637" y="688"/>
                  </a:lnTo>
                  <a:close/>
                  <a:moveTo>
                    <a:pt x="13" y="1"/>
                  </a:moveTo>
                  <a:lnTo>
                    <a:pt x="0" y="100"/>
                  </a:lnTo>
                  <a:lnTo>
                    <a:pt x="375" y="163"/>
                  </a:lnTo>
                  <a:cubicBezTo>
                    <a:pt x="400" y="163"/>
                    <a:pt x="425" y="188"/>
                    <a:pt x="425" y="213"/>
                  </a:cubicBezTo>
                  <a:lnTo>
                    <a:pt x="650" y="1313"/>
                  </a:lnTo>
                  <a:cubicBezTo>
                    <a:pt x="675" y="1400"/>
                    <a:pt x="750" y="1463"/>
                    <a:pt x="837" y="1463"/>
                  </a:cubicBezTo>
                  <a:lnTo>
                    <a:pt x="1937" y="1463"/>
                  </a:lnTo>
                  <a:cubicBezTo>
                    <a:pt x="2024" y="1463"/>
                    <a:pt x="2099" y="1400"/>
                    <a:pt x="2124" y="1313"/>
                  </a:cubicBezTo>
                  <a:lnTo>
                    <a:pt x="2212" y="788"/>
                  </a:lnTo>
                  <a:cubicBezTo>
                    <a:pt x="2212" y="738"/>
                    <a:pt x="2199" y="688"/>
                    <a:pt x="2162" y="638"/>
                  </a:cubicBezTo>
                  <a:cubicBezTo>
                    <a:pt x="2137" y="600"/>
                    <a:pt x="2087" y="575"/>
                    <a:pt x="2024" y="575"/>
                  </a:cubicBezTo>
                  <a:lnTo>
                    <a:pt x="625" y="575"/>
                  </a:lnTo>
                  <a:lnTo>
                    <a:pt x="537" y="188"/>
                  </a:lnTo>
                  <a:cubicBezTo>
                    <a:pt x="525" y="113"/>
                    <a:pt x="462" y="63"/>
                    <a:pt x="387" y="51"/>
                  </a:cubicBezTo>
                  <a:lnTo>
                    <a:pt x="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g2c46d4357d6_0_1418"/>
            <p:cNvSpPr/>
            <p:nvPr/>
          </p:nvSpPr>
          <p:spPr>
            <a:xfrm>
              <a:off x="3014971" y="1638706"/>
              <a:ext cx="24291" cy="23322"/>
            </a:xfrm>
            <a:custGeom>
              <a:rect b="b" l="l" r="r" t="t"/>
              <a:pathLst>
                <a:path extrusionOk="0" h="313" w="326">
                  <a:moveTo>
                    <a:pt x="163" y="0"/>
                  </a:moveTo>
                  <a:cubicBezTo>
                    <a:pt x="76" y="0"/>
                    <a:pt x="1" y="63"/>
                    <a:pt x="1" y="150"/>
                  </a:cubicBezTo>
                  <a:cubicBezTo>
                    <a:pt x="1" y="250"/>
                    <a:pt x="76" y="313"/>
                    <a:pt x="163" y="313"/>
                  </a:cubicBezTo>
                  <a:cubicBezTo>
                    <a:pt x="251" y="313"/>
                    <a:pt x="326" y="250"/>
                    <a:pt x="326" y="150"/>
                  </a:cubicBezTo>
                  <a:cubicBezTo>
                    <a:pt x="326" y="63"/>
                    <a:pt x="251" y="0"/>
                    <a:pt x="1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g2c46d4357d6_0_1418"/>
            <p:cNvSpPr/>
            <p:nvPr/>
          </p:nvSpPr>
          <p:spPr>
            <a:xfrm>
              <a:off x="3061542" y="1639004"/>
              <a:ext cx="27123" cy="23099"/>
            </a:xfrm>
            <a:custGeom>
              <a:rect b="b" l="l" r="r" t="t"/>
              <a:pathLst>
                <a:path extrusionOk="0" h="310" w="364">
                  <a:moveTo>
                    <a:pt x="202" y="0"/>
                  </a:moveTo>
                  <a:cubicBezTo>
                    <a:pt x="165" y="0"/>
                    <a:pt x="128" y="14"/>
                    <a:pt x="101" y="46"/>
                  </a:cubicBezTo>
                  <a:cubicBezTo>
                    <a:pt x="1" y="134"/>
                    <a:pt x="63" y="309"/>
                    <a:pt x="188" y="309"/>
                  </a:cubicBezTo>
                  <a:cubicBezTo>
                    <a:pt x="195" y="309"/>
                    <a:pt x="203" y="310"/>
                    <a:pt x="210" y="310"/>
                  </a:cubicBezTo>
                  <a:cubicBezTo>
                    <a:pt x="299" y="310"/>
                    <a:pt x="363" y="240"/>
                    <a:pt x="363" y="159"/>
                  </a:cubicBezTo>
                  <a:cubicBezTo>
                    <a:pt x="363" y="65"/>
                    <a:pt x="282" y="0"/>
                    <a:pt x="20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g2c46d4357d6_0_1418"/>
            <p:cNvSpPr/>
            <p:nvPr/>
          </p:nvSpPr>
          <p:spPr>
            <a:xfrm>
              <a:off x="2754252" y="1534910"/>
              <a:ext cx="109012" cy="93588"/>
            </a:xfrm>
            <a:custGeom>
              <a:rect b="b" l="l" r="r" t="t"/>
              <a:pathLst>
                <a:path extrusionOk="0" h="1256" w="1463">
                  <a:moveTo>
                    <a:pt x="838" y="106"/>
                  </a:moveTo>
                  <a:cubicBezTo>
                    <a:pt x="1125" y="106"/>
                    <a:pt x="1350" y="343"/>
                    <a:pt x="1350" y="631"/>
                  </a:cubicBezTo>
                  <a:cubicBezTo>
                    <a:pt x="1350" y="936"/>
                    <a:pt x="1097" y="1144"/>
                    <a:pt x="828" y="1144"/>
                  </a:cubicBezTo>
                  <a:cubicBezTo>
                    <a:pt x="702" y="1144"/>
                    <a:pt x="571" y="1098"/>
                    <a:pt x="463" y="993"/>
                  </a:cubicBezTo>
                  <a:cubicBezTo>
                    <a:pt x="138" y="668"/>
                    <a:pt x="376" y="106"/>
                    <a:pt x="838" y="106"/>
                  </a:cubicBezTo>
                  <a:close/>
                  <a:moveTo>
                    <a:pt x="828" y="0"/>
                  </a:moveTo>
                  <a:cubicBezTo>
                    <a:pt x="674" y="0"/>
                    <a:pt x="517" y="56"/>
                    <a:pt x="388" y="181"/>
                  </a:cubicBezTo>
                  <a:cubicBezTo>
                    <a:pt x="1" y="581"/>
                    <a:pt x="276" y="1256"/>
                    <a:pt x="838" y="1256"/>
                  </a:cubicBezTo>
                  <a:cubicBezTo>
                    <a:pt x="1175" y="1256"/>
                    <a:pt x="1463" y="968"/>
                    <a:pt x="1463" y="631"/>
                  </a:cubicBezTo>
                  <a:cubicBezTo>
                    <a:pt x="1463" y="249"/>
                    <a:pt x="1152" y="0"/>
                    <a:pt x="8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g2c46d4357d6_0_1418"/>
            <p:cNvSpPr/>
            <p:nvPr/>
          </p:nvSpPr>
          <p:spPr>
            <a:xfrm>
              <a:off x="2837110" y="1615384"/>
              <a:ext cx="41056" cy="44782"/>
            </a:xfrm>
            <a:custGeom>
              <a:rect b="b" l="l" r="r" t="t"/>
              <a:pathLst>
                <a:path extrusionOk="0" h="601" w="551">
                  <a:moveTo>
                    <a:pt x="88" y="1"/>
                  </a:moveTo>
                  <a:lnTo>
                    <a:pt x="1" y="76"/>
                  </a:lnTo>
                  <a:lnTo>
                    <a:pt x="463" y="601"/>
                  </a:lnTo>
                  <a:lnTo>
                    <a:pt x="551" y="526"/>
                  </a:lnTo>
                  <a:lnTo>
                    <a:pt x="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g2c46d4357d6_0_1418"/>
            <p:cNvSpPr/>
            <p:nvPr/>
          </p:nvSpPr>
          <p:spPr>
            <a:xfrm>
              <a:off x="2005626" y="1591167"/>
              <a:ext cx="109906" cy="11251"/>
            </a:xfrm>
            <a:custGeom>
              <a:rect b="b" l="l" r="r" t="t"/>
              <a:pathLst>
                <a:path extrusionOk="0" h="151" w="1475">
                  <a:moveTo>
                    <a:pt x="1475" y="1"/>
                  </a:moveTo>
                  <a:lnTo>
                    <a:pt x="0" y="13"/>
                  </a:lnTo>
                  <a:lnTo>
                    <a:pt x="0" y="151"/>
                  </a:lnTo>
                  <a:lnTo>
                    <a:pt x="1475" y="151"/>
                  </a:lnTo>
                  <a:lnTo>
                    <a:pt x="1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g2c46d4357d6_0_1418"/>
            <p:cNvSpPr/>
            <p:nvPr/>
          </p:nvSpPr>
          <p:spPr>
            <a:xfrm>
              <a:off x="2005626" y="1556742"/>
              <a:ext cx="109906" cy="10283"/>
            </a:xfrm>
            <a:custGeom>
              <a:rect b="b" l="l" r="r" t="t"/>
              <a:pathLst>
                <a:path extrusionOk="0" h="138" w="1475">
                  <a:moveTo>
                    <a:pt x="0" y="0"/>
                  </a:moveTo>
                  <a:lnTo>
                    <a:pt x="0" y="138"/>
                  </a:lnTo>
                  <a:lnTo>
                    <a:pt x="1475" y="138"/>
                  </a:lnTo>
                  <a:lnTo>
                    <a:pt x="147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g2c46d4357d6_0_1418"/>
            <p:cNvSpPr/>
            <p:nvPr/>
          </p:nvSpPr>
          <p:spPr>
            <a:xfrm>
              <a:off x="2005626" y="1626561"/>
              <a:ext cx="109906" cy="10357"/>
            </a:xfrm>
            <a:custGeom>
              <a:rect b="b" l="l" r="r" t="t"/>
              <a:pathLst>
                <a:path extrusionOk="0" h="139" w="1475">
                  <a:moveTo>
                    <a:pt x="0" y="1"/>
                  </a:moveTo>
                  <a:lnTo>
                    <a:pt x="0" y="138"/>
                  </a:lnTo>
                  <a:lnTo>
                    <a:pt x="1475" y="138"/>
                  </a:lnTo>
                  <a:lnTo>
                    <a:pt x="1475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g2c46d4357d6_0_1418"/>
            <p:cNvSpPr/>
            <p:nvPr/>
          </p:nvSpPr>
          <p:spPr>
            <a:xfrm>
              <a:off x="1450657" y="2121549"/>
              <a:ext cx="582986" cy="403485"/>
            </a:xfrm>
            <a:custGeom>
              <a:rect b="b" l="l" r="r" t="t"/>
              <a:pathLst>
                <a:path extrusionOk="0" h="5415" w="7824">
                  <a:moveTo>
                    <a:pt x="6222" y="1"/>
                  </a:moveTo>
                  <a:cubicBezTo>
                    <a:pt x="6105" y="1"/>
                    <a:pt x="5986" y="14"/>
                    <a:pt x="5874" y="31"/>
                  </a:cubicBezTo>
                  <a:cubicBezTo>
                    <a:pt x="3687" y="406"/>
                    <a:pt x="1900" y="1968"/>
                    <a:pt x="350" y="3442"/>
                  </a:cubicBezTo>
                  <a:lnTo>
                    <a:pt x="288" y="3505"/>
                  </a:lnTo>
                  <a:cubicBezTo>
                    <a:pt x="213" y="3580"/>
                    <a:pt x="150" y="3655"/>
                    <a:pt x="100" y="3742"/>
                  </a:cubicBezTo>
                  <a:cubicBezTo>
                    <a:pt x="50" y="3867"/>
                    <a:pt x="25" y="4005"/>
                    <a:pt x="25" y="4155"/>
                  </a:cubicBezTo>
                  <a:cubicBezTo>
                    <a:pt x="0" y="4455"/>
                    <a:pt x="0" y="4805"/>
                    <a:pt x="225" y="5017"/>
                  </a:cubicBezTo>
                  <a:cubicBezTo>
                    <a:pt x="388" y="5154"/>
                    <a:pt x="588" y="5229"/>
                    <a:pt x="800" y="5242"/>
                  </a:cubicBezTo>
                  <a:cubicBezTo>
                    <a:pt x="1185" y="5304"/>
                    <a:pt x="1525" y="5415"/>
                    <a:pt x="1842" y="5415"/>
                  </a:cubicBezTo>
                  <a:cubicBezTo>
                    <a:pt x="2101" y="5415"/>
                    <a:pt x="2345" y="5341"/>
                    <a:pt x="2587" y="5105"/>
                  </a:cubicBezTo>
                  <a:cubicBezTo>
                    <a:pt x="2962" y="4742"/>
                    <a:pt x="5099" y="3717"/>
                    <a:pt x="5586" y="3193"/>
                  </a:cubicBezTo>
                  <a:cubicBezTo>
                    <a:pt x="6111" y="2605"/>
                    <a:pt x="7823" y="1106"/>
                    <a:pt x="6811" y="193"/>
                  </a:cubicBezTo>
                  <a:cubicBezTo>
                    <a:pt x="6656" y="46"/>
                    <a:pt x="6442" y="1"/>
                    <a:pt x="622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g2c46d4357d6_0_1418"/>
            <p:cNvSpPr/>
            <p:nvPr/>
          </p:nvSpPr>
          <p:spPr>
            <a:xfrm>
              <a:off x="1726279" y="2599623"/>
              <a:ext cx="246785" cy="132334"/>
            </a:xfrm>
            <a:custGeom>
              <a:rect b="b" l="l" r="r" t="t"/>
              <a:pathLst>
                <a:path extrusionOk="0" h="1776" w="3312">
                  <a:moveTo>
                    <a:pt x="513" y="1"/>
                  </a:moveTo>
                  <a:cubicBezTo>
                    <a:pt x="450" y="351"/>
                    <a:pt x="325" y="675"/>
                    <a:pt x="125" y="988"/>
                  </a:cubicBezTo>
                  <a:cubicBezTo>
                    <a:pt x="113" y="1000"/>
                    <a:pt x="100" y="1025"/>
                    <a:pt x="113" y="1050"/>
                  </a:cubicBezTo>
                  <a:cubicBezTo>
                    <a:pt x="113" y="1050"/>
                    <a:pt x="0" y="1200"/>
                    <a:pt x="13" y="1213"/>
                  </a:cubicBezTo>
                  <a:cubicBezTo>
                    <a:pt x="338" y="1425"/>
                    <a:pt x="775" y="1513"/>
                    <a:pt x="1063" y="1775"/>
                  </a:cubicBezTo>
                  <a:cubicBezTo>
                    <a:pt x="1188" y="1763"/>
                    <a:pt x="1313" y="1713"/>
                    <a:pt x="1425" y="1638"/>
                  </a:cubicBezTo>
                  <a:cubicBezTo>
                    <a:pt x="1450" y="1613"/>
                    <a:pt x="1475" y="1575"/>
                    <a:pt x="1487" y="1550"/>
                  </a:cubicBezTo>
                  <a:lnTo>
                    <a:pt x="1650" y="1625"/>
                  </a:lnTo>
                  <a:lnTo>
                    <a:pt x="1687" y="1625"/>
                  </a:lnTo>
                  <a:cubicBezTo>
                    <a:pt x="1700" y="1625"/>
                    <a:pt x="1712" y="1613"/>
                    <a:pt x="1725" y="1600"/>
                  </a:cubicBezTo>
                  <a:cubicBezTo>
                    <a:pt x="1937" y="1250"/>
                    <a:pt x="3312" y="1313"/>
                    <a:pt x="2725" y="813"/>
                  </a:cubicBezTo>
                  <a:cubicBezTo>
                    <a:pt x="2400" y="551"/>
                    <a:pt x="2037" y="513"/>
                    <a:pt x="1662" y="513"/>
                  </a:cubicBezTo>
                  <a:cubicBezTo>
                    <a:pt x="1263" y="513"/>
                    <a:pt x="850" y="126"/>
                    <a:pt x="51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g2c46d4357d6_0_1418"/>
            <p:cNvSpPr/>
            <p:nvPr/>
          </p:nvSpPr>
          <p:spPr>
            <a:xfrm>
              <a:off x="1723447" y="2594034"/>
              <a:ext cx="221749" cy="141648"/>
            </a:xfrm>
            <a:custGeom>
              <a:rect b="b" l="l" r="r" t="t"/>
              <a:pathLst>
                <a:path extrusionOk="0" h="1901" w="2976">
                  <a:moveTo>
                    <a:pt x="601" y="138"/>
                  </a:moveTo>
                  <a:cubicBezTo>
                    <a:pt x="701" y="188"/>
                    <a:pt x="813" y="251"/>
                    <a:pt x="913" y="313"/>
                  </a:cubicBezTo>
                  <a:cubicBezTo>
                    <a:pt x="1151" y="463"/>
                    <a:pt x="1425" y="626"/>
                    <a:pt x="1700" y="626"/>
                  </a:cubicBezTo>
                  <a:cubicBezTo>
                    <a:pt x="2050" y="626"/>
                    <a:pt x="2413" y="651"/>
                    <a:pt x="2725" y="913"/>
                  </a:cubicBezTo>
                  <a:cubicBezTo>
                    <a:pt x="2825" y="1000"/>
                    <a:pt x="2863" y="1063"/>
                    <a:pt x="2850" y="1113"/>
                  </a:cubicBezTo>
                  <a:cubicBezTo>
                    <a:pt x="2825" y="1200"/>
                    <a:pt x="2575" y="1275"/>
                    <a:pt x="2350" y="1338"/>
                  </a:cubicBezTo>
                  <a:cubicBezTo>
                    <a:pt x="2088" y="1413"/>
                    <a:pt x="1813" y="1475"/>
                    <a:pt x="1725" y="1638"/>
                  </a:cubicBezTo>
                  <a:lnTo>
                    <a:pt x="1725" y="1650"/>
                  </a:lnTo>
                  <a:lnTo>
                    <a:pt x="1713" y="1650"/>
                  </a:lnTo>
                  <a:lnTo>
                    <a:pt x="1513" y="1550"/>
                  </a:lnTo>
                  <a:lnTo>
                    <a:pt x="1488" y="1600"/>
                  </a:lnTo>
                  <a:cubicBezTo>
                    <a:pt x="1475" y="1625"/>
                    <a:pt x="1450" y="1650"/>
                    <a:pt x="1425" y="1675"/>
                  </a:cubicBezTo>
                  <a:cubicBezTo>
                    <a:pt x="1338" y="1738"/>
                    <a:pt x="1226" y="1775"/>
                    <a:pt x="1113" y="1800"/>
                  </a:cubicBezTo>
                  <a:cubicBezTo>
                    <a:pt x="938" y="1650"/>
                    <a:pt x="726" y="1538"/>
                    <a:pt x="513" y="1463"/>
                  </a:cubicBezTo>
                  <a:cubicBezTo>
                    <a:pt x="376" y="1400"/>
                    <a:pt x="238" y="1338"/>
                    <a:pt x="113" y="1275"/>
                  </a:cubicBezTo>
                  <a:lnTo>
                    <a:pt x="151" y="1238"/>
                  </a:lnTo>
                  <a:cubicBezTo>
                    <a:pt x="201" y="1150"/>
                    <a:pt x="213" y="1138"/>
                    <a:pt x="201" y="1100"/>
                  </a:cubicBezTo>
                  <a:cubicBezTo>
                    <a:pt x="201" y="1100"/>
                    <a:pt x="201" y="1088"/>
                    <a:pt x="213" y="1088"/>
                  </a:cubicBezTo>
                  <a:cubicBezTo>
                    <a:pt x="401" y="800"/>
                    <a:pt x="526" y="476"/>
                    <a:pt x="601" y="138"/>
                  </a:cubicBezTo>
                  <a:close/>
                  <a:moveTo>
                    <a:pt x="513" y="1"/>
                  </a:moveTo>
                  <a:lnTo>
                    <a:pt x="513" y="63"/>
                  </a:lnTo>
                  <a:cubicBezTo>
                    <a:pt x="438" y="401"/>
                    <a:pt x="313" y="725"/>
                    <a:pt x="138" y="1025"/>
                  </a:cubicBezTo>
                  <a:cubicBezTo>
                    <a:pt x="113" y="1050"/>
                    <a:pt x="101" y="1088"/>
                    <a:pt x="101" y="1113"/>
                  </a:cubicBezTo>
                  <a:lnTo>
                    <a:pt x="63" y="1175"/>
                  </a:lnTo>
                  <a:cubicBezTo>
                    <a:pt x="1" y="1250"/>
                    <a:pt x="1" y="1275"/>
                    <a:pt x="1" y="1300"/>
                  </a:cubicBezTo>
                  <a:lnTo>
                    <a:pt x="1" y="1325"/>
                  </a:lnTo>
                  <a:lnTo>
                    <a:pt x="26" y="1338"/>
                  </a:lnTo>
                  <a:cubicBezTo>
                    <a:pt x="163" y="1413"/>
                    <a:pt x="313" y="1488"/>
                    <a:pt x="476" y="1550"/>
                  </a:cubicBezTo>
                  <a:cubicBezTo>
                    <a:pt x="688" y="1625"/>
                    <a:pt x="888" y="1738"/>
                    <a:pt x="1063" y="1888"/>
                  </a:cubicBezTo>
                  <a:cubicBezTo>
                    <a:pt x="1076" y="1888"/>
                    <a:pt x="1088" y="1900"/>
                    <a:pt x="1113" y="1900"/>
                  </a:cubicBezTo>
                  <a:cubicBezTo>
                    <a:pt x="1251" y="1875"/>
                    <a:pt x="1376" y="1825"/>
                    <a:pt x="1500" y="1750"/>
                  </a:cubicBezTo>
                  <a:cubicBezTo>
                    <a:pt x="1513" y="1738"/>
                    <a:pt x="1525" y="1713"/>
                    <a:pt x="1550" y="1688"/>
                  </a:cubicBezTo>
                  <a:lnTo>
                    <a:pt x="1663" y="1750"/>
                  </a:lnTo>
                  <a:cubicBezTo>
                    <a:pt x="1688" y="1763"/>
                    <a:pt x="1713" y="1763"/>
                    <a:pt x="1738" y="1763"/>
                  </a:cubicBezTo>
                  <a:cubicBezTo>
                    <a:pt x="1763" y="1750"/>
                    <a:pt x="1788" y="1725"/>
                    <a:pt x="1800" y="1700"/>
                  </a:cubicBezTo>
                  <a:cubicBezTo>
                    <a:pt x="1875" y="1588"/>
                    <a:pt x="2150" y="1513"/>
                    <a:pt x="2375" y="1450"/>
                  </a:cubicBezTo>
                  <a:cubicBezTo>
                    <a:pt x="2663" y="1363"/>
                    <a:pt x="2913" y="1300"/>
                    <a:pt x="2950" y="1150"/>
                  </a:cubicBezTo>
                  <a:cubicBezTo>
                    <a:pt x="2975" y="1063"/>
                    <a:pt x="2925" y="963"/>
                    <a:pt x="2788" y="850"/>
                  </a:cubicBezTo>
                  <a:cubicBezTo>
                    <a:pt x="2450" y="563"/>
                    <a:pt x="2050" y="538"/>
                    <a:pt x="1713" y="538"/>
                  </a:cubicBezTo>
                  <a:cubicBezTo>
                    <a:pt x="1463" y="538"/>
                    <a:pt x="1213" y="388"/>
                    <a:pt x="963" y="226"/>
                  </a:cubicBezTo>
                  <a:cubicBezTo>
                    <a:pt x="838" y="151"/>
                    <a:pt x="713" y="76"/>
                    <a:pt x="576" y="13"/>
                  </a:cubicBezTo>
                  <a:lnTo>
                    <a:pt x="513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g2c46d4357d6_0_1418"/>
            <p:cNvSpPr/>
            <p:nvPr/>
          </p:nvSpPr>
          <p:spPr>
            <a:xfrm>
              <a:off x="1404981" y="2370720"/>
              <a:ext cx="399611" cy="337467"/>
            </a:xfrm>
            <a:custGeom>
              <a:rect b="b" l="l" r="r" t="t"/>
              <a:pathLst>
                <a:path extrusionOk="0" h="4529" w="5363">
                  <a:moveTo>
                    <a:pt x="1528" y="1"/>
                  </a:moveTo>
                  <a:cubicBezTo>
                    <a:pt x="1231" y="1"/>
                    <a:pt x="946" y="132"/>
                    <a:pt x="751" y="373"/>
                  </a:cubicBezTo>
                  <a:cubicBezTo>
                    <a:pt x="1" y="1236"/>
                    <a:pt x="1213" y="2373"/>
                    <a:pt x="1838" y="2885"/>
                  </a:cubicBezTo>
                  <a:cubicBezTo>
                    <a:pt x="2275" y="3248"/>
                    <a:pt x="2675" y="3623"/>
                    <a:pt x="3188" y="3885"/>
                  </a:cubicBezTo>
                  <a:cubicBezTo>
                    <a:pt x="3306" y="3956"/>
                    <a:pt x="4505" y="4528"/>
                    <a:pt x="4680" y="4528"/>
                  </a:cubicBezTo>
                  <a:cubicBezTo>
                    <a:pt x="4690" y="4528"/>
                    <a:pt x="4697" y="4526"/>
                    <a:pt x="4700" y="4522"/>
                  </a:cubicBezTo>
                  <a:cubicBezTo>
                    <a:pt x="4700" y="4522"/>
                    <a:pt x="5362" y="3373"/>
                    <a:pt x="5337" y="3248"/>
                  </a:cubicBezTo>
                  <a:cubicBezTo>
                    <a:pt x="5225" y="2910"/>
                    <a:pt x="4662" y="2348"/>
                    <a:pt x="4400" y="2098"/>
                  </a:cubicBezTo>
                  <a:cubicBezTo>
                    <a:pt x="3675" y="1398"/>
                    <a:pt x="2975" y="411"/>
                    <a:pt x="1963" y="86"/>
                  </a:cubicBezTo>
                  <a:lnTo>
                    <a:pt x="1838" y="48"/>
                  </a:lnTo>
                  <a:cubicBezTo>
                    <a:pt x="1735" y="16"/>
                    <a:pt x="1631" y="1"/>
                    <a:pt x="15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g2c46d4357d6_0_1418"/>
            <p:cNvSpPr/>
            <p:nvPr/>
          </p:nvSpPr>
          <p:spPr>
            <a:xfrm>
              <a:off x="1905034" y="1787955"/>
              <a:ext cx="213329" cy="417792"/>
            </a:xfrm>
            <a:custGeom>
              <a:rect b="b" l="l" r="r" t="t"/>
              <a:pathLst>
                <a:path extrusionOk="0" h="5607" w="2863">
                  <a:moveTo>
                    <a:pt x="1732" y="1"/>
                  </a:moveTo>
                  <a:cubicBezTo>
                    <a:pt x="1699" y="1"/>
                    <a:pt x="1663" y="3"/>
                    <a:pt x="1625" y="9"/>
                  </a:cubicBezTo>
                  <a:cubicBezTo>
                    <a:pt x="1300" y="72"/>
                    <a:pt x="1000" y="197"/>
                    <a:pt x="738" y="371"/>
                  </a:cubicBezTo>
                  <a:cubicBezTo>
                    <a:pt x="376" y="596"/>
                    <a:pt x="1" y="959"/>
                    <a:pt x="38" y="1434"/>
                  </a:cubicBezTo>
                  <a:cubicBezTo>
                    <a:pt x="88" y="1934"/>
                    <a:pt x="338" y="2383"/>
                    <a:pt x="413" y="2883"/>
                  </a:cubicBezTo>
                  <a:cubicBezTo>
                    <a:pt x="501" y="3446"/>
                    <a:pt x="501" y="4008"/>
                    <a:pt x="413" y="4558"/>
                  </a:cubicBezTo>
                  <a:cubicBezTo>
                    <a:pt x="413" y="4620"/>
                    <a:pt x="388" y="4683"/>
                    <a:pt x="388" y="4733"/>
                  </a:cubicBezTo>
                  <a:cubicBezTo>
                    <a:pt x="363" y="4870"/>
                    <a:pt x="376" y="5020"/>
                    <a:pt x="426" y="5158"/>
                  </a:cubicBezTo>
                  <a:cubicBezTo>
                    <a:pt x="476" y="5245"/>
                    <a:pt x="538" y="5333"/>
                    <a:pt x="626" y="5395"/>
                  </a:cubicBezTo>
                  <a:cubicBezTo>
                    <a:pt x="804" y="5536"/>
                    <a:pt x="1024" y="5606"/>
                    <a:pt x="1249" y="5606"/>
                  </a:cubicBezTo>
                  <a:cubicBezTo>
                    <a:pt x="1325" y="5606"/>
                    <a:pt x="1400" y="5598"/>
                    <a:pt x="1475" y="5583"/>
                  </a:cubicBezTo>
                  <a:cubicBezTo>
                    <a:pt x="1725" y="5520"/>
                    <a:pt x="1938" y="5370"/>
                    <a:pt x="2088" y="5170"/>
                  </a:cubicBezTo>
                  <a:cubicBezTo>
                    <a:pt x="2263" y="4945"/>
                    <a:pt x="2225" y="4708"/>
                    <a:pt x="2175" y="4433"/>
                  </a:cubicBezTo>
                  <a:cubicBezTo>
                    <a:pt x="2125" y="4095"/>
                    <a:pt x="2050" y="3746"/>
                    <a:pt x="2163" y="3408"/>
                  </a:cubicBezTo>
                  <a:cubicBezTo>
                    <a:pt x="2325" y="2871"/>
                    <a:pt x="2862" y="2646"/>
                    <a:pt x="2787" y="1996"/>
                  </a:cubicBezTo>
                  <a:cubicBezTo>
                    <a:pt x="2738" y="1721"/>
                    <a:pt x="2650" y="1459"/>
                    <a:pt x="2538" y="1209"/>
                  </a:cubicBezTo>
                  <a:lnTo>
                    <a:pt x="2288" y="609"/>
                  </a:lnTo>
                  <a:cubicBezTo>
                    <a:pt x="2151" y="279"/>
                    <a:pt x="2066" y="1"/>
                    <a:pt x="173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g2c46d4357d6_0_1418"/>
            <p:cNvSpPr/>
            <p:nvPr/>
          </p:nvSpPr>
          <p:spPr>
            <a:xfrm>
              <a:off x="1900414" y="1785124"/>
              <a:ext cx="218843" cy="424796"/>
            </a:xfrm>
            <a:custGeom>
              <a:rect b="b" l="l" r="r" t="t"/>
              <a:pathLst>
                <a:path extrusionOk="0" h="5701" w="2937">
                  <a:moveTo>
                    <a:pt x="1787" y="85"/>
                  </a:moveTo>
                  <a:cubicBezTo>
                    <a:pt x="2062" y="85"/>
                    <a:pt x="2150" y="285"/>
                    <a:pt x="2275" y="572"/>
                  </a:cubicBezTo>
                  <a:lnTo>
                    <a:pt x="2575" y="1272"/>
                  </a:lnTo>
                  <a:cubicBezTo>
                    <a:pt x="2687" y="1522"/>
                    <a:pt x="2775" y="1772"/>
                    <a:pt x="2812" y="2047"/>
                  </a:cubicBezTo>
                  <a:cubicBezTo>
                    <a:pt x="2862" y="2421"/>
                    <a:pt x="2687" y="2646"/>
                    <a:pt x="2500" y="2884"/>
                  </a:cubicBezTo>
                  <a:cubicBezTo>
                    <a:pt x="2362" y="3059"/>
                    <a:pt x="2250" y="3234"/>
                    <a:pt x="2175" y="3434"/>
                  </a:cubicBezTo>
                  <a:cubicBezTo>
                    <a:pt x="2100" y="3746"/>
                    <a:pt x="2100" y="4071"/>
                    <a:pt x="2175" y="4371"/>
                  </a:cubicBezTo>
                  <a:lnTo>
                    <a:pt x="2200" y="4521"/>
                  </a:lnTo>
                  <a:cubicBezTo>
                    <a:pt x="2237" y="4771"/>
                    <a:pt x="2275" y="4983"/>
                    <a:pt x="2112" y="5183"/>
                  </a:cubicBezTo>
                  <a:cubicBezTo>
                    <a:pt x="1975" y="5371"/>
                    <a:pt x="1775" y="5521"/>
                    <a:pt x="1537" y="5583"/>
                  </a:cubicBezTo>
                  <a:cubicBezTo>
                    <a:pt x="1473" y="5594"/>
                    <a:pt x="1409" y="5600"/>
                    <a:pt x="1345" y="5600"/>
                  </a:cubicBezTo>
                  <a:cubicBezTo>
                    <a:pt x="1120" y="5600"/>
                    <a:pt x="900" y="5532"/>
                    <a:pt x="725" y="5396"/>
                  </a:cubicBezTo>
                  <a:cubicBezTo>
                    <a:pt x="650" y="5333"/>
                    <a:pt x="588" y="5258"/>
                    <a:pt x="538" y="5171"/>
                  </a:cubicBezTo>
                  <a:cubicBezTo>
                    <a:pt x="500" y="5046"/>
                    <a:pt x="488" y="4908"/>
                    <a:pt x="513" y="4783"/>
                  </a:cubicBezTo>
                  <a:cubicBezTo>
                    <a:pt x="513" y="4733"/>
                    <a:pt x="538" y="4696"/>
                    <a:pt x="538" y="4646"/>
                  </a:cubicBezTo>
                  <a:lnTo>
                    <a:pt x="538" y="4608"/>
                  </a:lnTo>
                  <a:cubicBezTo>
                    <a:pt x="625" y="4046"/>
                    <a:pt x="625" y="3471"/>
                    <a:pt x="538" y="2921"/>
                  </a:cubicBezTo>
                  <a:cubicBezTo>
                    <a:pt x="488" y="2684"/>
                    <a:pt x="425" y="2459"/>
                    <a:pt x="350" y="2234"/>
                  </a:cubicBezTo>
                  <a:cubicBezTo>
                    <a:pt x="250" y="1984"/>
                    <a:pt x="188" y="1734"/>
                    <a:pt x="163" y="1472"/>
                  </a:cubicBezTo>
                  <a:cubicBezTo>
                    <a:pt x="113" y="972"/>
                    <a:pt x="563" y="622"/>
                    <a:pt x="825" y="459"/>
                  </a:cubicBezTo>
                  <a:cubicBezTo>
                    <a:pt x="1087" y="285"/>
                    <a:pt x="1375" y="160"/>
                    <a:pt x="1687" y="97"/>
                  </a:cubicBezTo>
                  <a:cubicBezTo>
                    <a:pt x="1725" y="97"/>
                    <a:pt x="1750" y="85"/>
                    <a:pt x="1787" y="85"/>
                  </a:cubicBezTo>
                  <a:close/>
                  <a:moveTo>
                    <a:pt x="1789" y="1"/>
                  </a:moveTo>
                  <a:cubicBezTo>
                    <a:pt x="1754" y="1"/>
                    <a:pt x="1716" y="4"/>
                    <a:pt x="1675" y="10"/>
                  </a:cubicBezTo>
                  <a:cubicBezTo>
                    <a:pt x="1350" y="72"/>
                    <a:pt x="1037" y="197"/>
                    <a:pt x="763" y="372"/>
                  </a:cubicBezTo>
                  <a:cubicBezTo>
                    <a:pt x="475" y="559"/>
                    <a:pt x="0" y="934"/>
                    <a:pt x="50" y="1484"/>
                  </a:cubicBezTo>
                  <a:cubicBezTo>
                    <a:pt x="88" y="1747"/>
                    <a:pt x="150" y="2009"/>
                    <a:pt x="250" y="2259"/>
                  </a:cubicBezTo>
                  <a:cubicBezTo>
                    <a:pt x="325" y="2484"/>
                    <a:pt x="388" y="2709"/>
                    <a:pt x="425" y="2934"/>
                  </a:cubicBezTo>
                  <a:cubicBezTo>
                    <a:pt x="513" y="3484"/>
                    <a:pt x="513" y="4046"/>
                    <a:pt x="425" y="4583"/>
                  </a:cubicBezTo>
                  <a:lnTo>
                    <a:pt x="425" y="4633"/>
                  </a:lnTo>
                  <a:cubicBezTo>
                    <a:pt x="413" y="4671"/>
                    <a:pt x="400" y="4721"/>
                    <a:pt x="400" y="4771"/>
                  </a:cubicBezTo>
                  <a:cubicBezTo>
                    <a:pt x="375" y="4921"/>
                    <a:pt x="388" y="5071"/>
                    <a:pt x="450" y="5208"/>
                  </a:cubicBezTo>
                  <a:cubicBezTo>
                    <a:pt x="488" y="5321"/>
                    <a:pt x="563" y="5408"/>
                    <a:pt x="650" y="5471"/>
                  </a:cubicBezTo>
                  <a:cubicBezTo>
                    <a:pt x="838" y="5621"/>
                    <a:pt x="1075" y="5696"/>
                    <a:pt x="1312" y="5696"/>
                  </a:cubicBezTo>
                  <a:cubicBezTo>
                    <a:pt x="1334" y="5699"/>
                    <a:pt x="1356" y="5701"/>
                    <a:pt x="1378" y="5701"/>
                  </a:cubicBezTo>
                  <a:cubicBezTo>
                    <a:pt x="1430" y="5701"/>
                    <a:pt x="1481" y="5692"/>
                    <a:pt x="1525" y="5683"/>
                  </a:cubicBezTo>
                  <a:cubicBezTo>
                    <a:pt x="1787" y="5621"/>
                    <a:pt x="2012" y="5471"/>
                    <a:pt x="2162" y="5246"/>
                  </a:cubicBezTo>
                  <a:cubicBezTo>
                    <a:pt x="2350" y="5021"/>
                    <a:pt x="2312" y="4771"/>
                    <a:pt x="2275" y="4508"/>
                  </a:cubicBezTo>
                  <a:lnTo>
                    <a:pt x="2250" y="4371"/>
                  </a:lnTo>
                  <a:cubicBezTo>
                    <a:pt x="2175" y="4071"/>
                    <a:pt x="2175" y="3771"/>
                    <a:pt x="2250" y="3484"/>
                  </a:cubicBezTo>
                  <a:cubicBezTo>
                    <a:pt x="2325" y="3284"/>
                    <a:pt x="2425" y="3109"/>
                    <a:pt x="2562" y="2959"/>
                  </a:cubicBezTo>
                  <a:cubicBezTo>
                    <a:pt x="2750" y="2709"/>
                    <a:pt x="2937" y="2459"/>
                    <a:pt x="2887" y="2034"/>
                  </a:cubicBezTo>
                  <a:cubicBezTo>
                    <a:pt x="2849" y="1759"/>
                    <a:pt x="2762" y="1497"/>
                    <a:pt x="2637" y="1247"/>
                  </a:cubicBezTo>
                  <a:lnTo>
                    <a:pt x="2350" y="547"/>
                  </a:lnTo>
                  <a:cubicBezTo>
                    <a:pt x="2225" y="253"/>
                    <a:pt x="2122" y="1"/>
                    <a:pt x="178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g2c46d4357d6_0_1418"/>
            <p:cNvSpPr/>
            <p:nvPr/>
          </p:nvSpPr>
          <p:spPr>
            <a:xfrm>
              <a:off x="2368799" y="4047555"/>
              <a:ext cx="208635" cy="315262"/>
            </a:xfrm>
            <a:custGeom>
              <a:rect b="b" l="l" r="r" t="t"/>
              <a:pathLst>
                <a:path extrusionOk="0" h="4231" w="2800">
                  <a:moveTo>
                    <a:pt x="1047" y="1"/>
                  </a:moveTo>
                  <a:cubicBezTo>
                    <a:pt x="732" y="1"/>
                    <a:pt x="174" y="380"/>
                    <a:pt x="100" y="651"/>
                  </a:cubicBezTo>
                  <a:cubicBezTo>
                    <a:pt x="0" y="1013"/>
                    <a:pt x="475" y="2000"/>
                    <a:pt x="587" y="2363"/>
                  </a:cubicBezTo>
                  <a:cubicBezTo>
                    <a:pt x="762" y="2975"/>
                    <a:pt x="950" y="3575"/>
                    <a:pt x="1175" y="4162"/>
                  </a:cubicBezTo>
                  <a:cubicBezTo>
                    <a:pt x="1346" y="4211"/>
                    <a:pt x="1522" y="4231"/>
                    <a:pt x="1700" y="4231"/>
                  </a:cubicBezTo>
                  <a:cubicBezTo>
                    <a:pt x="2068" y="4231"/>
                    <a:pt x="2441" y="4147"/>
                    <a:pt x="2787" y="4062"/>
                  </a:cubicBezTo>
                  <a:lnTo>
                    <a:pt x="2799" y="4062"/>
                  </a:lnTo>
                  <a:cubicBezTo>
                    <a:pt x="2587" y="3038"/>
                    <a:pt x="2474" y="2000"/>
                    <a:pt x="2337" y="963"/>
                  </a:cubicBezTo>
                  <a:cubicBezTo>
                    <a:pt x="2287" y="888"/>
                    <a:pt x="2237" y="813"/>
                    <a:pt x="2200" y="751"/>
                  </a:cubicBezTo>
                  <a:cubicBezTo>
                    <a:pt x="1975" y="451"/>
                    <a:pt x="1450" y="13"/>
                    <a:pt x="1062" y="1"/>
                  </a:cubicBezTo>
                  <a:cubicBezTo>
                    <a:pt x="1057" y="1"/>
                    <a:pt x="1052" y="1"/>
                    <a:pt x="104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g2c46d4357d6_0_1418"/>
            <p:cNvSpPr/>
            <p:nvPr/>
          </p:nvSpPr>
          <p:spPr>
            <a:xfrm>
              <a:off x="2366937" y="4044798"/>
              <a:ext cx="215118" cy="322267"/>
            </a:xfrm>
            <a:custGeom>
              <a:rect b="b" l="l" r="r" t="t"/>
              <a:pathLst>
                <a:path extrusionOk="0" h="4325" w="2887">
                  <a:moveTo>
                    <a:pt x="1087" y="100"/>
                  </a:moveTo>
                  <a:cubicBezTo>
                    <a:pt x="1462" y="113"/>
                    <a:pt x="1975" y="538"/>
                    <a:pt x="2187" y="825"/>
                  </a:cubicBezTo>
                  <a:cubicBezTo>
                    <a:pt x="2225" y="888"/>
                    <a:pt x="2275" y="950"/>
                    <a:pt x="2312" y="1025"/>
                  </a:cubicBezTo>
                  <a:cubicBezTo>
                    <a:pt x="2337" y="1250"/>
                    <a:pt x="2374" y="1488"/>
                    <a:pt x="2399" y="1725"/>
                  </a:cubicBezTo>
                  <a:cubicBezTo>
                    <a:pt x="2499" y="2487"/>
                    <a:pt x="2612" y="3287"/>
                    <a:pt x="2774" y="4062"/>
                  </a:cubicBezTo>
                  <a:cubicBezTo>
                    <a:pt x="2446" y="4146"/>
                    <a:pt x="2088" y="4225"/>
                    <a:pt x="1737" y="4225"/>
                  </a:cubicBezTo>
                  <a:cubicBezTo>
                    <a:pt x="1568" y="4225"/>
                    <a:pt x="1400" y="4207"/>
                    <a:pt x="1237" y="4162"/>
                  </a:cubicBezTo>
                  <a:cubicBezTo>
                    <a:pt x="1050" y="3637"/>
                    <a:pt x="862" y="3075"/>
                    <a:pt x="662" y="2400"/>
                  </a:cubicBezTo>
                  <a:cubicBezTo>
                    <a:pt x="625" y="2300"/>
                    <a:pt x="575" y="2150"/>
                    <a:pt x="500" y="1975"/>
                  </a:cubicBezTo>
                  <a:cubicBezTo>
                    <a:pt x="338" y="1538"/>
                    <a:pt x="113" y="950"/>
                    <a:pt x="175" y="700"/>
                  </a:cubicBezTo>
                  <a:cubicBezTo>
                    <a:pt x="238" y="463"/>
                    <a:pt x="787" y="100"/>
                    <a:pt x="1075" y="100"/>
                  </a:cubicBezTo>
                  <a:close/>
                  <a:moveTo>
                    <a:pt x="1072" y="0"/>
                  </a:moveTo>
                  <a:cubicBezTo>
                    <a:pt x="744" y="0"/>
                    <a:pt x="149" y="392"/>
                    <a:pt x="75" y="675"/>
                  </a:cubicBezTo>
                  <a:cubicBezTo>
                    <a:pt x="0" y="963"/>
                    <a:pt x="225" y="1538"/>
                    <a:pt x="412" y="2012"/>
                  </a:cubicBezTo>
                  <a:cubicBezTo>
                    <a:pt x="475" y="2175"/>
                    <a:pt x="537" y="2325"/>
                    <a:pt x="562" y="2425"/>
                  </a:cubicBezTo>
                  <a:cubicBezTo>
                    <a:pt x="775" y="3125"/>
                    <a:pt x="962" y="3687"/>
                    <a:pt x="1150" y="4224"/>
                  </a:cubicBezTo>
                  <a:lnTo>
                    <a:pt x="1162" y="4249"/>
                  </a:lnTo>
                  <a:lnTo>
                    <a:pt x="1187" y="4249"/>
                  </a:lnTo>
                  <a:cubicBezTo>
                    <a:pt x="1362" y="4299"/>
                    <a:pt x="1550" y="4324"/>
                    <a:pt x="1737" y="4324"/>
                  </a:cubicBezTo>
                  <a:cubicBezTo>
                    <a:pt x="2112" y="4312"/>
                    <a:pt x="2474" y="4249"/>
                    <a:pt x="2837" y="4149"/>
                  </a:cubicBezTo>
                  <a:lnTo>
                    <a:pt x="2887" y="4137"/>
                  </a:lnTo>
                  <a:lnTo>
                    <a:pt x="2874" y="4087"/>
                  </a:lnTo>
                  <a:cubicBezTo>
                    <a:pt x="2699" y="3312"/>
                    <a:pt x="2599" y="2487"/>
                    <a:pt x="2487" y="1700"/>
                  </a:cubicBezTo>
                  <a:cubicBezTo>
                    <a:pt x="2462" y="1463"/>
                    <a:pt x="2437" y="1238"/>
                    <a:pt x="2399" y="1000"/>
                  </a:cubicBezTo>
                  <a:lnTo>
                    <a:pt x="2399" y="988"/>
                  </a:lnTo>
                  <a:cubicBezTo>
                    <a:pt x="2362" y="913"/>
                    <a:pt x="2312" y="838"/>
                    <a:pt x="2262" y="763"/>
                  </a:cubicBezTo>
                  <a:cubicBezTo>
                    <a:pt x="2025" y="450"/>
                    <a:pt x="1500" y="13"/>
                    <a:pt x="1087" y="0"/>
                  </a:cubicBezTo>
                  <a:cubicBezTo>
                    <a:pt x="1082" y="0"/>
                    <a:pt x="1077" y="0"/>
                    <a:pt x="10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g2c46d4357d6_0_1418"/>
            <p:cNvSpPr/>
            <p:nvPr/>
          </p:nvSpPr>
          <p:spPr>
            <a:xfrm>
              <a:off x="1863158" y="4083246"/>
              <a:ext cx="175104" cy="279645"/>
            </a:xfrm>
            <a:custGeom>
              <a:rect b="b" l="l" r="r" t="t"/>
              <a:pathLst>
                <a:path extrusionOk="0" h="3753" w="2350">
                  <a:moveTo>
                    <a:pt x="1684" y="1"/>
                  </a:moveTo>
                  <a:cubicBezTo>
                    <a:pt x="1514" y="1"/>
                    <a:pt x="1313" y="55"/>
                    <a:pt x="1100" y="72"/>
                  </a:cubicBezTo>
                  <a:cubicBezTo>
                    <a:pt x="871" y="89"/>
                    <a:pt x="647" y="140"/>
                    <a:pt x="422" y="140"/>
                  </a:cubicBezTo>
                  <a:cubicBezTo>
                    <a:pt x="315" y="140"/>
                    <a:pt x="209" y="129"/>
                    <a:pt x="100" y="97"/>
                  </a:cubicBezTo>
                  <a:cubicBezTo>
                    <a:pt x="88" y="91"/>
                    <a:pt x="75" y="87"/>
                    <a:pt x="63" y="87"/>
                  </a:cubicBezTo>
                  <a:cubicBezTo>
                    <a:pt x="50" y="87"/>
                    <a:pt x="38" y="91"/>
                    <a:pt x="25" y="97"/>
                  </a:cubicBezTo>
                  <a:cubicBezTo>
                    <a:pt x="0" y="122"/>
                    <a:pt x="13" y="159"/>
                    <a:pt x="13" y="197"/>
                  </a:cubicBezTo>
                  <a:cubicBezTo>
                    <a:pt x="150" y="1084"/>
                    <a:pt x="775" y="3021"/>
                    <a:pt x="988" y="3696"/>
                  </a:cubicBezTo>
                  <a:cubicBezTo>
                    <a:pt x="1297" y="3736"/>
                    <a:pt x="1470" y="3752"/>
                    <a:pt x="1631" y="3752"/>
                  </a:cubicBezTo>
                  <a:cubicBezTo>
                    <a:pt x="1820" y="3752"/>
                    <a:pt x="1992" y="3730"/>
                    <a:pt x="2350" y="3696"/>
                  </a:cubicBezTo>
                  <a:cubicBezTo>
                    <a:pt x="2350" y="3696"/>
                    <a:pt x="2175" y="659"/>
                    <a:pt x="2150" y="472"/>
                  </a:cubicBezTo>
                  <a:cubicBezTo>
                    <a:pt x="2072" y="92"/>
                    <a:pt x="1904" y="1"/>
                    <a:pt x="1684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g2c46d4357d6_0_1418"/>
            <p:cNvSpPr/>
            <p:nvPr/>
          </p:nvSpPr>
          <p:spPr>
            <a:xfrm>
              <a:off x="1858464" y="4080266"/>
              <a:ext cx="185387" cy="286799"/>
            </a:xfrm>
            <a:custGeom>
              <a:rect b="b" l="l" r="r" t="t"/>
              <a:pathLst>
                <a:path extrusionOk="0" h="3849" w="2488">
                  <a:moveTo>
                    <a:pt x="1746" y="89"/>
                  </a:moveTo>
                  <a:cubicBezTo>
                    <a:pt x="1946" y="89"/>
                    <a:pt x="2085" y="176"/>
                    <a:pt x="2163" y="524"/>
                  </a:cubicBezTo>
                  <a:cubicBezTo>
                    <a:pt x="2200" y="687"/>
                    <a:pt x="2350" y="3311"/>
                    <a:pt x="2350" y="3686"/>
                  </a:cubicBezTo>
                  <a:lnTo>
                    <a:pt x="2163" y="3711"/>
                  </a:lnTo>
                  <a:cubicBezTo>
                    <a:pt x="2005" y="3727"/>
                    <a:pt x="1846" y="3736"/>
                    <a:pt x="1689" y="3736"/>
                  </a:cubicBezTo>
                  <a:cubicBezTo>
                    <a:pt x="1486" y="3736"/>
                    <a:pt x="1285" y="3721"/>
                    <a:pt x="1088" y="3686"/>
                  </a:cubicBezTo>
                  <a:lnTo>
                    <a:pt x="1063" y="3661"/>
                  </a:lnTo>
                  <a:cubicBezTo>
                    <a:pt x="851" y="2961"/>
                    <a:pt x="251" y="1087"/>
                    <a:pt x="113" y="224"/>
                  </a:cubicBezTo>
                  <a:lnTo>
                    <a:pt x="113" y="174"/>
                  </a:lnTo>
                  <a:lnTo>
                    <a:pt x="151" y="174"/>
                  </a:lnTo>
                  <a:cubicBezTo>
                    <a:pt x="283" y="207"/>
                    <a:pt x="415" y="223"/>
                    <a:pt x="548" y="223"/>
                  </a:cubicBezTo>
                  <a:cubicBezTo>
                    <a:pt x="668" y="223"/>
                    <a:pt x="789" y="210"/>
                    <a:pt x="913" y="187"/>
                  </a:cubicBezTo>
                  <a:cubicBezTo>
                    <a:pt x="988" y="174"/>
                    <a:pt x="1076" y="162"/>
                    <a:pt x="1163" y="162"/>
                  </a:cubicBezTo>
                  <a:cubicBezTo>
                    <a:pt x="1251" y="149"/>
                    <a:pt x="1351" y="137"/>
                    <a:pt x="1451" y="124"/>
                  </a:cubicBezTo>
                  <a:cubicBezTo>
                    <a:pt x="1561" y="105"/>
                    <a:pt x="1659" y="89"/>
                    <a:pt x="1746" y="89"/>
                  </a:cubicBezTo>
                  <a:close/>
                  <a:moveTo>
                    <a:pt x="1739" y="1"/>
                  </a:moveTo>
                  <a:cubicBezTo>
                    <a:pt x="1640" y="1"/>
                    <a:pt x="1533" y="18"/>
                    <a:pt x="1426" y="37"/>
                  </a:cubicBezTo>
                  <a:cubicBezTo>
                    <a:pt x="1338" y="49"/>
                    <a:pt x="1238" y="74"/>
                    <a:pt x="1151" y="74"/>
                  </a:cubicBezTo>
                  <a:cubicBezTo>
                    <a:pt x="1063" y="87"/>
                    <a:pt x="976" y="87"/>
                    <a:pt x="901" y="99"/>
                  </a:cubicBezTo>
                  <a:cubicBezTo>
                    <a:pt x="782" y="124"/>
                    <a:pt x="660" y="137"/>
                    <a:pt x="538" y="137"/>
                  </a:cubicBezTo>
                  <a:cubicBezTo>
                    <a:pt x="416" y="137"/>
                    <a:pt x="295" y="124"/>
                    <a:pt x="176" y="99"/>
                  </a:cubicBezTo>
                  <a:cubicBezTo>
                    <a:pt x="157" y="93"/>
                    <a:pt x="135" y="90"/>
                    <a:pt x="113" y="90"/>
                  </a:cubicBezTo>
                  <a:cubicBezTo>
                    <a:pt x="91" y="90"/>
                    <a:pt x="70" y="93"/>
                    <a:pt x="51" y="99"/>
                  </a:cubicBezTo>
                  <a:cubicBezTo>
                    <a:pt x="1" y="149"/>
                    <a:pt x="26" y="224"/>
                    <a:pt x="26" y="262"/>
                  </a:cubicBezTo>
                  <a:cubicBezTo>
                    <a:pt x="163" y="1112"/>
                    <a:pt x="751" y="2986"/>
                    <a:pt x="976" y="3698"/>
                  </a:cubicBezTo>
                  <a:lnTo>
                    <a:pt x="1013" y="3786"/>
                  </a:lnTo>
                  <a:lnTo>
                    <a:pt x="1038" y="3786"/>
                  </a:lnTo>
                  <a:cubicBezTo>
                    <a:pt x="1263" y="3823"/>
                    <a:pt x="1476" y="3836"/>
                    <a:pt x="1688" y="3848"/>
                  </a:cubicBezTo>
                  <a:cubicBezTo>
                    <a:pt x="1838" y="3848"/>
                    <a:pt x="1963" y="3823"/>
                    <a:pt x="2175" y="3811"/>
                  </a:cubicBezTo>
                  <a:lnTo>
                    <a:pt x="2413" y="3786"/>
                  </a:lnTo>
                  <a:lnTo>
                    <a:pt x="2438" y="3786"/>
                  </a:lnTo>
                  <a:lnTo>
                    <a:pt x="2450" y="3773"/>
                  </a:lnTo>
                  <a:cubicBezTo>
                    <a:pt x="2488" y="3723"/>
                    <a:pt x="2250" y="537"/>
                    <a:pt x="2250" y="512"/>
                  </a:cubicBezTo>
                  <a:cubicBezTo>
                    <a:pt x="2171" y="99"/>
                    <a:pt x="1975" y="1"/>
                    <a:pt x="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g2c46d4357d6_0_1418"/>
            <p:cNvSpPr/>
            <p:nvPr/>
          </p:nvSpPr>
          <p:spPr>
            <a:xfrm>
              <a:off x="1711376" y="2683822"/>
              <a:ext cx="393948" cy="1541664"/>
            </a:xfrm>
            <a:custGeom>
              <a:rect b="b" l="l" r="r" t="t"/>
              <a:pathLst>
                <a:path extrusionOk="0" h="20690" w="5287">
                  <a:moveTo>
                    <a:pt x="2941" y="0"/>
                  </a:moveTo>
                  <a:cubicBezTo>
                    <a:pt x="2586" y="0"/>
                    <a:pt x="2234" y="72"/>
                    <a:pt x="1962" y="245"/>
                  </a:cubicBezTo>
                  <a:cubicBezTo>
                    <a:pt x="1363" y="633"/>
                    <a:pt x="988" y="1695"/>
                    <a:pt x="613" y="2320"/>
                  </a:cubicBezTo>
                  <a:cubicBezTo>
                    <a:pt x="388" y="2732"/>
                    <a:pt x="150" y="3145"/>
                    <a:pt x="75" y="3607"/>
                  </a:cubicBezTo>
                  <a:cubicBezTo>
                    <a:pt x="0" y="4069"/>
                    <a:pt x="125" y="4594"/>
                    <a:pt x="500" y="4857"/>
                  </a:cubicBezTo>
                  <a:cubicBezTo>
                    <a:pt x="588" y="4894"/>
                    <a:pt x="663" y="4957"/>
                    <a:pt x="713" y="5031"/>
                  </a:cubicBezTo>
                  <a:cubicBezTo>
                    <a:pt x="750" y="5119"/>
                    <a:pt x="775" y="5219"/>
                    <a:pt x="763" y="5319"/>
                  </a:cubicBezTo>
                  <a:cubicBezTo>
                    <a:pt x="763" y="5731"/>
                    <a:pt x="763" y="6131"/>
                    <a:pt x="750" y="6519"/>
                  </a:cubicBezTo>
                  <a:cubicBezTo>
                    <a:pt x="725" y="8156"/>
                    <a:pt x="700" y="9793"/>
                    <a:pt x="738" y="11417"/>
                  </a:cubicBezTo>
                  <a:cubicBezTo>
                    <a:pt x="775" y="13617"/>
                    <a:pt x="938" y="15804"/>
                    <a:pt x="1238" y="17978"/>
                  </a:cubicBezTo>
                  <a:cubicBezTo>
                    <a:pt x="1313" y="18465"/>
                    <a:pt x="1363" y="19940"/>
                    <a:pt x="1637" y="20690"/>
                  </a:cubicBezTo>
                  <a:cubicBezTo>
                    <a:pt x="1850" y="20690"/>
                    <a:pt x="2062" y="20677"/>
                    <a:pt x="2275" y="20677"/>
                  </a:cubicBezTo>
                  <a:cubicBezTo>
                    <a:pt x="3112" y="20627"/>
                    <a:pt x="3949" y="20540"/>
                    <a:pt x="4774" y="20415"/>
                  </a:cubicBezTo>
                  <a:cubicBezTo>
                    <a:pt x="4812" y="20165"/>
                    <a:pt x="4824" y="19915"/>
                    <a:pt x="4837" y="19690"/>
                  </a:cubicBezTo>
                  <a:cubicBezTo>
                    <a:pt x="4987" y="17978"/>
                    <a:pt x="5099" y="16266"/>
                    <a:pt x="5149" y="14554"/>
                  </a:cubicBezTo>
                  <a:cubicBezTo>
                    <a:pt x="5287" y="11092"/>
                    <a:pt x="5237" y="7606"/>
                    <a:pt x="5012" y="4144"/>
                  </a:cubicBezTo>
                  <a:cubicBezTo>
                    <a:pt x="4949" y="3120"/>
                    <a:pt x="4712" y="2120"/>
                    <a:pt x="4537" y="1108"/>
                  </a:cubicBezTo>
                  <a:cubicBezTo>
                    <a:pt x="4474" y="683"/>
                    <a:pt x="4362" y="358"/>
                    <a:pt x="3962" y="195"/>
                  </a:cubicBezTo>
                  <a:cubicBezTo>
                    <a:pt x="3671" y="75"/>
                    <a:pt x="3304" y="0"/>
                    <a:pt x="29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g2c46d4357d6_0_1418"/>
            <p:cNvSpPr/>
            <p:nvPr/>
          </p:nvSpPr>
          <p:spPr>
            <a:xfrm>
              <a:off x="1901308" y="2632334"/>
              <a:ext cx="657498" cy="1554480"/>
            </a:xfrm>
            <a:custGeom>
              <a:rect b="b" l="l" r="r" t="t"/>
              <a:pathLst>
                <a:path extrusionOk="0" h="20862" w="8824">
                  <a:moveTo>
                    <a:pt x="3399" y="0"/>
                  </a:moveTo>
                  <a:cubicBezTo>
                    <a:pt x="3299" y="0"/>
                    <a:pt x="3191" y="12"/>
                    <a:pt x="3075" y="37"/>
                  </a:cubicBezTo>
                  <a:cubicBezTo>
                    <a:pt x="2613" y="137"/>
                    <a:pt x="2113" y="99"/>
                    <a:pt x="1638" y="261"/>
                  </a:cubicBezTo>
                  <a:cubicBezTo>
                    <a:pt x="876" y="536"/>
                    <a:pt x="501" y="1624"/>
                    <a:pt x="363" y="2711"/>
                  </a:cubicBezTo>
                  <a:cubicBezTo>
                    <a:pt x="1" y="5435"/>
                    <a:pt x="1763" y="8434"/>
                    <a:pt x="2987" y="10784"/>
                  </a:cubicBezTo>
                  <a:cubicBezTo>
                    <a:pt x="3237" y="11246"/>
                    <a:pt x="3462" y="11721"/>
                    <a:pt x="3662" y="12208"/>
                  </a:cubicBezTo>
                  <a:cubicBezTo>
                    <a:pt x="3800" y="12608"/>
                    <a:pt x="3912" y="12996"/>
                    <a:pt x="4000" y="13408"/>
                  </a:cubicBezTo>
                  <a:cubicBezTo>
                    <a:pt x="4125" y="13933"/>
                    <a:pt x="4250" y="14470"/>
                    <a:pt x="4375" y="14995"/>
                  </a:cubicBezTo>
                  <a:cubicBezTo>
                    <a:pt x="4837" y="16957"/>
                    <a:pt x="5299" y="18906"/>
                    <a:pt x="5762" y="20856"/>
                  </a:cubicBezTo>
                  <a:cubicBezTo>
                    <a:pt x="5810" y="20860"/>
                    <a:pt x="5858" y="20861"/>
                    <a:pt x="5907" y="20861"/>
                  </a:cubicBezTo>
                  <a:cubicBezTo>
                    <a:pt x="6336" y="20861"/>
                    <a:pt x="6773" y="20725"/>
                    <a:pt x="7211" y="20668"/>
                  </a:cubicBezTo>
                  <a:cubicBezTo>
                    <a:pt x="7686" y="20606"/>
                    <a:pt x="8161" y="20519"/>
                    <a:pt x="8648" y="20419"/>
                  </a:cubicBezTo>
                  <a:lnTo>
                    <a:pt x="8823" y="20381"/>
                  </a:lnTo>
                  <a:cubicBezTo>
                    <a:pt x="8786" y="19194"/>
                    <a:pt x="8586" y="17969"/>
                    <a:pt x="8499" y="16807"/>
                  </a:cubicBezTo>
                  <a:cubicBezTo>
                    <a:pt x="8236" y="13333"/>
                    <a:pt x="7199" y="9934"/>
                    <a:pt x="6274" y="6572"/>
                  </a:cubicBezTo>
                  <a:cubicBezTo>
                    <a:pt x="5862" y="5110"/>
                    <a:pt x="5437" y="3648"/>
                    <a:pt x="4999" y="2198"/>
                  </a:cubicBezTo>
                  <a:cubicBezTo>
                    <a:pt x="4737" y="1319"/>
                    <a:pt x="4474" y="0"/>
                    <a:pt x="3399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g2c46d4357d6_0_1418"/>
            <p:cNvSpPr/>
            <p:nvPr/>
          </p:nvSpPr>
          <p:spPr>
            <a:xfrm>
              <a:off x="1687160" y="2096289"/>
              <a:ext cx="580154" cy="622626"/>
            </a:xfrm>
            <a:custGeom>
              <a:rect b="b" l="l" r="r" t="t"/>
              <a:pathLst>
                <a:path extrusionOk="0" h="8356" w="7786">
                  <a:moveTo>
                    <a:pt x="4677" y="0"/>
                  </a:moveTo>
                  <a:cubicBezTo>
                    <a:pt x="3551" y="0"/>
                    <a:pt x="2433" y="245"/>
                    <a:pt x="1400" y="720"/>
                  </a:cubicBezTo>
                  <a:cubicBezTo>
                    <a:pt x="1000" y="870"/>
                    <a:pt x="638" y="1120"/>
                    <a:pt x="363" y="1445"/>
                  </a:cubicBezTo>
                  <a:cubicBezTo>
                    <a:pt x="113" y="1782"/>
                    <a:pt x="0" y="2269"/>
                    <a:pt x="213" y="2644"/>
                  </a:cubicBezTo>
                  <a:cubicBezTo>
                    <a:pt x="525" y="3219"/>
                    <a:pt x="1388" y="3232"/>
                    <a:pt x="1663" y="3781"/>
                  </a:cubicBezTo>
                  <a:cubicBezTo>
                    <a:pt x="1912" y="4256"/>
                    <a:pt x="1750" y="5231"/>
                    <a:pt x="1788" y="5756"/>
                  </a:cubicBezTo>
                  <a:cubicBezTo>
                    <a:pt x="1838" y="6606"/>
                    <a:pt x="1800" y="7530"/>
                    <a:pt x="1987" y="8355"/>
                  </a:cubicBezTo>
                  <a:lnTo>
                    <a:pt x="7574" y="8205"/>
                  </a:lnTo>
                  <a:cubicBezTo>
                    <a:pt x="7561" y="8018"/>
                    <a:pt x="7499" y="7793"/>
                    <a:pt x="7499" y="7705"/>
                  </a:cubicBezTo>
                  <a:cubicBezTo>
                    <a:pt x="7399" y="6756"/>
                    <a:pt x="7436" y="5793"/>
                    <a:pt x="7611" y="4856"/>
                  </a:cubicBezTo>
                  <a:cubicBezTo>
                    <a:pt x="7786" y="3831"/>
                    <a:pt x="7786" y="2794"/>
                    <a:pt x="7611" y="1782"/>
                  </a:cubicBezTo>
                  <a:cubicBezTo>
                    <a:pt x="7386" y="520"/>
                    <a:pt x="6624" y="132"/>
                    <a:pt x="5387" y="32"/>
                  </a:cubicBezTo>
                  <a:cubicBezTo>
                    <a:pt x="5150" y="11"/>
                    <a:pt x="4914" y="0"/>
                    <a:pt x="46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g2c46d4357d6_0_1418"/>
            <p:cNvSpPr/>
            <p:nvPr/>
          </p:nvSpPr>
          <p:spPr>
            <a:xfrm>
              <a:off x="1881786" y="1748538"/>
              <a:ext cx="222569" cy="271822"/>
            </a:xfrm>
            <a:custGeom>
              <a:rect b="b" l="l" r="r" t="t"/>
              <a:pathLst>
                <a:path extrusionOk="0" h="3648" w="2987">
                  <a:moveTo>
                    <a:pt x="2175" y="1"/>
                  </a:moveTo>
                  <a:cubicBezTo>
                    <a:pt x="2100" y="1"/>
                    <a:pt x="2000" y="1"/>
                    <a:pt x="1962" y="63"/>
                  </a:cubicBezTo>
                  <a:cubicBezTo>
                    <a:pt x="1937" y="113"/>
                    <a:pt x="1925" y="163"/>
                    <a:pt x="1937" y="226"/>
                  </a:cubicBezTo>
                  <a:cubicBezTo>
                    <a:pt x="1912" y="313"/>
                    <a:pt x="1837" y="401"/>
                    <a:pt x="1750" y="438"/>
                  </a:cubicBezTo>
                  <a:cubicBezTo>
                    <a:pt x="1575" y="488"/>
                    <a:pt x="1387" y="538"/>
                    <a:pt x="1200" y="576"/>
                  </a:cubicBezTo>
                  <a:cubicBezTo>
                    <a:pt x="713" y="726"/>
                    <a:pt x="13" y="1013"/>
                    <a:pt x="0" y="1613"/>
                  </a:cubicBezTo>
                  <a:cubicBezTo>
                    <a:pt x="0" y="1738"/>
                    <a:pt x="13" y="1875"/>
                    <a:pt x="63" y="2000"/>
                  </a:cubicBezTo>
                  <a:cubicBezTo>
                    <a:pt x="88" y="2075"/>
                    <a:pt x="125" y="2163"/>
                    <a:pt x="150" y="2225"/>
                  </a:cubicBezTo>
                  <a:cubicBezTo>
                    <a:pt x="263" y="2538"/>
                    <a:pt x="375" y="2825"/>
                    <a:pt x="488" y="3137"/>
                  </a:cubicBezTo>
                  <a:cubicBezTo>
                    <a:pt x="538" y="3275"/>
                    <a:pt x="600" y="3400"/>
                    <a:pt x="700" y="3512"/>
                  </a:cubicBezTo>
                  <a:cubicBezTo>
                    <a:pt x="799" y="3605"/>
                    <a:pt x="927" y="3647"/>
                    <a:pt x="1060" y="3647"/>
                  </a:cubicBezTo>
                  <a:cubicBezTo>
                    <a:pt x="1249" y="3647"/>
                    <a:pt x="1448" y="3564"/>
                    <a:pt x="1587" y="3425"/>
                  </a:cubicBezTo>
                  <a:cubicBezTo>
                    <a:pt x="1725" y="3262"/>
                    <a:pt x="1825" y="3075"/>
                    <a:pt x="1875" y="2875"/>
                  </a:cubicBezTo>
                  <a:cubicBezTo>
                    <a:pt x="1912" y="2725"/>
                    <a:pt x="1887" y="2475"/>
                    <a:pt x="1987" y="2350"/>
                  </a:cubicBezTo>
                  <a:cubicBezTo>
                    <a:pt x="2037" y="2288"/>
                    <a:pt x="2125" y="2250"/>
                    <a:pt x="2175" y="2188"/>
                  </a:cubicBezTo>
                  <a:cubicBezTo>
                    <a:pt x="2275" y="2063"/>
                    <a:pt x="2225" y="1875"/>
                    <a:pt x="2225" y="1725"/>
                  </a:cubicBezTo>
                  <a:cubicBezTo>
                    <a:pt x="2237" y="1563"/>
                    <a:pt x="2312" y="1400"/>
                    <a:pt x="2437" y="1300"/>
                  </a:cubicBezTo>
                  <a:cubicBezTo>
                    <a:pt x="2600" y="1188"/>
                    <a:pt x="2737" y="1050"/>
                    <a:pt x="2850" y="900"/>
                  </a:cubicBezTo>
                  <a:cubicBezTo>
                    <a:pt x="2950" y="788"/>
                    <a:pt x="2987" y="638"/>
                    <a:pt x="2987" y="488"/>
                  </a:cubicBezTo>
                  <a:cubicBezTo>
                    <a:pt x="2950" y="313"/>
                    <a:pt x="2837" y="176"/>
                    <a:pt x="2675" y="101"/>
                  </a:cubicBezTo>
                  <a:cubicBezTo>
                    <a:pt x="2512" y="38"/>
                    <a:pt x="2337" y="1"/>
                    <a:pt x="21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g2c46d4357d6_0_1418"/>
            <p:cNvSpPr/>
            <p:nvPr/>
          </p:nvSpPr>
          <p:spPr>
            <a:xfrm>
              <a:off x="2650903" y="2052103"/>
              <a:ext cx="201184" cy="269065"/>
            </a:xfrm>
            <a:custGeom>
              <a:rect b="b" l="l" r="r" t="t"/>
              <a:pathLst>
                <a:path extrusionOk="0" h="3611" w="2700">
                  <a:moveTo>
                    <a:pt x="2273" y="0"/>
                  </a:moveTo>
                  <a:cubicBezTo>
                    <a:pt x="2248" y="0"/>
                    <a:pt x="2224" y="14"/>
                    <a:pt x="2200" y="38"/>
                  </a:cubicBezTo>
                  <a:cubicBezTo>
                    <a:pt x="2175" y="63"/>
                    <a:pt x="2150" y="88"/>
                    <a:pt x="2125" y="126"/>
                  </a:cubicBezTo>
                  <a:cubicBezTo>
                    <a:pt x="1863" y="501"/>
                    <a:pt x="1500" y="813"/>
                    <a:pt x="1250" y="1175"/>
                  </a:cubicBezTo>
                  <a:cubicBezTo>
                    <a:pt x="1000" y="1538"/>
                    <a:pt x="725" y="1888"/>
                    <a:pt x="450" y="2238"/>
                  </a:cubicBezTo>
                  <a:cubicBezTo>
                    <a:pt x="400" y="2300"/>
                    <a:pt x="351" y="2375"/>
                    <a:pt x="301" y="2437"/>
                  </a:cubicBezTo>
                  <a:cubicBezTo>
                    <a:pt x="151" y="2650"/>
                    <a:pt x="1" y="2862"/>
                    <a:pt x="13" y="3112"/>
                  </a:cubicBezTo>
                  <a:cubicBezTo>
                    <a:pt x="26" y="3300"/>
                    <a:pt x="151" y="3462"/>
                    <a:pt x="313" y="3550"/>
                  </a:cubicBezTo>
                  <a:cubicBezTo>
                    <a:pt x="403" y="3592"/>
                    <a:pt x="487" y="3611"/>
                    <a:pt x="565" y="3611"/>
                  </a:cubicBezTo>
                  <a:cubicBezTo>
                    <a:pt x="1016" y="3611"/>
                    <a:pt x="1276" y="2982"/>
                    <a:pt x="1500" y="2662"/>
                  </a:cubicBezTo>
                  <a:cubicBezTo>
                    <a:pt x="1600" y="2525"/>
                    <a:pt x="1863" y="2500"/>
                    <a:pt x="2000" y="2425"/>
                  </a:cubicBezTo>
                  <a:cubicBezTo>
                    <a:pt x="2188" y="2300"/>
                    <a:pt x="2350" y="2138"/>
                    <a:pt x="2475" y="1950"/>
                  </a:cubicBezTo>
                  <a:cubicBezTo>
                    <a:pt x="2700" y="1638"/>
                    <a:pt x="2625" y="1200"/>
                    <a:pt x="2300" y="988"/>
                  </a:cubicBezTo>
                  <a:cubicBezTo>
                    <a:pt x="2188" y="938"/>
                    <a:pt x="2075" y="888"/>
                    <a:pt x="1950" y="850"/>
                  </a:cubicBezTo>
                  <a:cubicBezTo>
                    <a:pt x="2013" y="738"/>
                    <a:pt x="2088" y="638"/>
                    <a:pt x="2175" y="550"/>
                  </a:cubicBezTo>
                  <a:cubicBezTo>
                    <a:pt x="2263" y="451"/>
                    <a:pt x="2337" y="326"/>
                    <a:pt x="2375" y="201"/>
                  </a:cubicBezTo>
                  <a:cubicBezTo>
                    <a:pt x="2387" y="126"/>
                    <a:pt x="2387" y="38"/>
                    <a:pt x="2312" y="13"/>
                  </a:cubicBezTo>
                  <a:cubicBezTo>
                    <a:pt x="2299" y="4"/>
                    <a:pt x="2286" y="0"/>
                    <a:pt x="227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g2c46d4357d6_0_1418"/>
            <p:cNvSpPr/>
            <p:nvPr/>
          </p:nvSpPr>
          <p:spPr>
            <a:xfrm>
              <a:off x="2647178" y="2048377"/>
              <a:ext cx="207741" cy="276665"/>
            </a:xfrm>
            <a:custGeom>
              <a:rect b="b" l="l" r="r" t="t"/>
              <a:pathLst>
                <a:path extrusionOk="0" h="3713" w="2788">
                  <a:moveTo>
                    <a:pt x="2336" y="108"/>
                  </a:moveTo>
                  <a:cubicBezTo>
                    <a:pt x="2342" y="108"/>
                    <a:pt x="2346" y="109"/>
                    <a:pt x="2350" y="113"/>
                  </a:cubicBezTo>
                  <a:cubicBezTo>
                    <a:pt x="2387" y="126"/>
                    <a:pt x="2400" y="188"/>
                    <a:pt x="2387" y="238"/>
                  </a:cubicBezTo>
                  <a:cubicBezTo>
                    <a:pt x="2337" y="363"/>
                    <a:pt x="2275" y="476"/>
                    <a:pt x="2200" y="575"/>
                  </a:cubicBezTo>
                  <a:lnTo>
                    <a:pt x="2150" y="625"/>
                  </a:lnTo>
                  <a:cubicBezTo>
                    <a:pt x="2075" y="700"/>
                    <a:pt x="2013" y="788"/>
                    <a:pt x="1963" y="888"/>
                  </a:cubicBezTo>
                  <a:lnTo>
                    <a:pt x="1938" y="925"/>
                  </a:lnTo>
                  <a:lnTo>
                    <a:pt x="1988" y="950"/>
                  </a:lnTo>
                  <a:cubicBezTo>
                    <a:pt x="2038" y="975"/>
                    <a:pt x="2088" y="1000"/>
                    <a:pt x="2138" y="1013"/>
                  </a:cubicBezTo>
                  <a:cubicBezTo>
                    <a:pt x="2213" y="1025"/>
                    <a:pt x="2275" y="1050"/>
                    <a:pt x="2325" y="1088"/>
                  </a:cubicBezTo>
                  <a:cubicBezTo>
                    <a:pt x="2625" y="1288"/>
                    <a:pt x="2700" y="1688"/>
                    <a:pt x="2487" y="1988"/>
                  </a:cubicBezTo>
                  <a:cubicBezTo>
                    <a:pt x="2362" y="2163"/>
                    <a:pt x="2200" y="2325"/>
                    <a:pt x="2013" y="2437"/>
                  </a:cubicBezTo>
                  <a:cubicBezTo>
                    <a:pt x="1963" y="2462"/>
                    <a:pt x="1900" y="2487"/>
                    <a:pt x="1838" y="2512"/>
                  </a:cubicBezTo>
                  <a:cubicBezTo>
                    <a:pt x="1700" y="2525"/>
                    <a:pt x="1588" y="2587"/>
                    <a:pt x="1500" y="2687"/>
                  </a:cubicBezTo>
                  <a:cubicBezTo>
                    <a:pt x="1450" y="2762"/>
                    <a:pt x="1400" y="2837"/>
                    <a:pt x="1350" y="2925"/>
                  </a:cubicBezTo>
                  <a:cubicBezTo>
                    <a:pt x="1157" y="3251"/>
                    <a:pt x="938" y="3610"/>
                    <a:pt x="614" y="3610"/>
                  </a:cubicBezTo>
                  <a:cubicBezTo>
                    <a:pt x="540" y="3610"/>
                    <a:pt x="461" y="3591"/>
                    <a:pt x="376" y="3550"/>
                  </a:cubicBezTo>
                  <a:cubicBezTo>
                    <a:pt x="226" y="3475"/>
                    <a:pt x="126" y="3325"/>
                    <a:pt x="113" y="3162"/>
                  </a:cubicBezTo>
                  <a:cubicBezTo>
                    <a:pt x="88" y="2937"/>
                    <a:pt x="238" y="2725"/>
                    <a:pt x="388" y="2525"/>
                  </a:cubicBezTo>
                  <a:lnTo>
                    <a:pt x="550" y="2325"/>
                  </a:lnTo>
                  <a:lnTo>
                    <a:pt x="725" y="2113"/>
                  </a:lnTo>
                  <a:cubicBezTo>
                    <a:pt x="925" y="1838"/>
                    <a:pt x="1150" y="1550"/>
                    <a:pt x="1350" y="1263"/>
                  </a:cubicBezTo>
                  <a:cubicBezTo>
                    <a:pt x="1475" y="1088"/>
                    <a:pt x="1625" y="913"/>
                    <a:pt x="1775" y="763"/>
                  </a:cubicBezTo>
                  <a:cubicBezTo>
                    <a:pt x="1938" y="588"/>
                    <a:pt x="2088" y="401"/>
                    <a:pt x="2225" y="201"/>
                  </a:cubicBezTo>
                  <a:cubicBezTo>
                    <a:pt x="2250" y="176"/>
                    <a:pt x="2263" y="151"/>
                    <a:pt x="2288" y="126"/>
                  </a:cubicBezTo>
                  <a:cubicBezTo>
                    <a:pt x="2305" y="117"/>
                    <a:pt x="2323" y="108"/>
                    <a:pt x="2336" y="108"/>
                  </a:cubicBezTo>
                  <a:close/>
                  <a:moveTo>
                    <a:pt x="2306" y="0"/>
                  </a:moveTo>
                  <a:cubicBezTo>
                    <a:pt x="2271" y="0"/>
                    <a:pt x="2237" y="14"/>
                    <a:pt x="2213" y="38"/>
                  </a:cubicBezTo>
                  <a:cubicBezTo>
                    <a:pt x="2175" y="76"/>
                    <a:pt x="2150" y="113"/>
                    <a:pt x="2125" y="151"/>
                  </a:cubicBezTo>
                  <a:cubicBezTo>
                    <a:pt x="1988" y="338"/>
                    <a:pt x="1838" y="513"/>
                    <a:pt x="1688" y="675"/>
                  </a:cubicBezTo>
                  <a:cubicBezTo>
                    <a:pt x="1525" y="850"/>
                    <a:pt x="1388" y="1013"/>
                    <a:pt x="1250" y="1200"/>
                  </a:cubicBezTo>
                  <a:cubicBezTo>
                    <a:pt x="1050" y="1488"/>
                    <a:pt x="838" y="1775"/>
                    <a:pt x="625" y="2038"/>
                  </a:cubicBezTo>
                  <a:lnTo>
                    <a:pt x="475" y="2263"/>
                  </a:lnTo>
                  <a:lnTo>
                    <a:pt x="313" y="2462"/>
                  </a:lnTo>
                  <a:cubicBezTo>
                    <a:pt x="151" y="2687"/>
                    <a:pt x="1" y="2912"/>
                    <a:pt x="13" y="3162"/>
                  </a:cubicBezTo>
                  <a:cubicBezTo>
                    <a:pt x="38" y="3375"/>
                    <a:pt x="151" y="3550"/>
                    <a:pt x="338" y="3650"/>
                  </a:cubicBezTo>
                  <a:cubicBezTo>
                    <a:pt x="426" y="3687"/>
                    <a:pt x="525" y="3712"/>
                    <a:pt x="613" y="3712"/>
                  </a:cubicBezTo>
                  <a:cubicBezTo>
                    <a:pt x="1000" y="3712"/>
                    <a:pt x="1250" y="3287"/>
                    <a:pt x="1413" y="2975"/>
                  </a:cubicBezTo>
                  <a:cubicBezTo>
                    <a:pt x="1475" y="2887"/>
                    <a:pt x="1525" y="2800"/>
                    <a:pt x="1575" y="2737"/>
                  </a:cubicBezTo>
                  <a:cubicBezTo>
                    <a:pt x="1650" y="2662"/>
                    <a:pt x="1738" y="2612"/>
                    <a:pt x="1850" y="2600"/>
                  </a:cubicBezTo>
                  <a:cubicBezTo>
                    <a:pt x="1913" y="2575"/>
                    <a:pt x="1988" y="2550"/>
                    <a:pt x="2050" y="2512"/>
                  </a:cubicBezTo>
                  <a:cubicBezTo>
                    <a:pt x="2250" y="2388"/>
                    <a:pt x="2412" y="2225"/>
                    <a:pt x="2550" y="2025"/>
                  </a:cubicBezTo>
                  <a:cubicBezTo>
                    <a:pt x="2787" y="1688"/>
                    <a:pt x="2700" y="1225"/>
                    <a:pt x="2350" y="1000"/>
                  </a:cubicBezTo>
                  <a:cubicBezTo>
                    <a:pt x="2288" y="950"/>
                    <a:pt x="2213" y="925"/>
                    <a:pt x="2138" y="900"/>
                  </a:cubicBezTo>
                  <a:cubicBezTo>
                    <a:pt x="2113" y="900"/>
                    <a:pt x="2075" y="888"/>
                    <a:pt x="2050" y="875"/>
                  </a:cubicBezTo>
                  <a:cubicBezTo>
                    <a:pt x="2100" y="813"/>
                    <a:pt x="2150" y="750"/>
                    <a:pt x="2200" y="688"/>
                  </a:cubicBezTo>
                  <a:lnTo>
                    <a:pt x="2250" y="638"/>
                  </a:lnTo>
                  <a:cubicBezTo>
                    <a:pt x="2337" y="526"/>
                    <a:pt x="2412" y="401"/>
                    <a:pt x="2450" y="263"/>
                  </a:cubicBezTo>
                  <a:cubicBezTo>
                    <a:pt x="2487" y="163"/>
                    <a:pt x="2450" y="63"/>
                    <a:pt x="2362" y="13"/>
                  </a:cubicBezTo>
                  <a:cubicBezTo>
                    <a:pt x="2345" y="4"/>
                    <a:pt x="2326" y="0"/>
                    <a:pt x="23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g2c46d4357d6_0_1418"/>
            <p:cNvSpPr/>
            <p:nvPr/>
          </p:nvSpPr>
          <p:spPr>
            <a:xfrm>
              <a:off x="2023062" y="2108360"/>
              <a:ext cx="497594" cy="607351"/>
            </a:xfrm>
            <a:custGeom>
              <a:rect b="b" l="l" r="r" t="t"/>
              <a:pathLst>
                <a:path extrusionOk="0" h="8151" w="6678">
                  <a:moveTo>
                    <a:pt x="1716" y="0"/>
                  </a:moveTo>
                  <a:cubicBezTo>
                    <a:pt x="707" y="0"/>
                    <a:pt x="0" y="1069"/>
                    <a:pt x="179" y="2057"/>
                  </a:cubicBezTo>
                  <a:cubicBezTo>
                    <a:pt x="429" y="3370"/>
                    <a:pt x="2141" y="5019"/>
                    <a:pt x="2991" y="6006"/>
                  </a:cubicBezTo>
                  <a:cubicBezTo>
                    <a:pt x="3690" y="6819"/>
                    <a:pt x="4465" y="7606"/>
                    <a:pt x="5440" y="8043"/>
                  </a:cubicBezTo>
                  <a:cubicBezTo>
                    <a:pt x="5606" y="8116"/>
                    <a:pt x="5759" y="8150"/>
                    <a:pt x="5896" y="8150"/>
                  </a:cubicBezTo>
                  <a:cubicBezTo>
                    <a:pt x="6344" y="8150"/>
                    <a:pt x="6620" y="7784"/>
                    <a:pt x="6640" y="7218"/>
                  </a:cubicBezTo>
                  <a:cubicBezTo>
                    <a:pt x="6677" y="6094"/>
                    <a:pt x="6190" y="5032"/>
                    <a:pt x="5627" y="4044"/>
                  </a:cubicBezTo>
                  <a:cubicBezTo>
                    <a:pt x="5390" y="3607"/>
                    <a:pt x="5127" y="3182"/>
                    <a:pt x="4865" y="2770"/>
                  </a:cubicBezTo>
                  <a:cubicBezTo>
                    <a:pt x="4603" y="2382"/>
                    <a:pt x="4328" y="1995"/>
                    <a:pt x="4053" y="1620"/>
                  </a:cubicBezTo>
                  <a:cubicBezTo>
                    <a:pt x="3540" y="933"/>
                    <a:pt x="2741" y="108"/>
                    <a:pt x="1866" y="8"/>
                  </a:cubicBezTo>
                  <a:cubicBezTo>
                    <a:pt x="1815" y="3"/>
                    <a:pt x="1765" y="0"/>
                    <a:pt x="17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g2c46d4357d6_0_1418"/>
            <p:cNvSpPr/>
            <p:nvPr/>
          </p:nvSpPr>
          <p:spPr>
            <a:xfrm>
              <a:off x="2367831" y="2220651"/>
              <a:ext cx="390222" cy="493273"/>
            </a:xfrm>
            <a:custGeom>
              <a:rect b="b" l="l" r="r" t="t"/>
              <a:pathLst>
                <a:path extrusionOk="0" h="6620" w="5237">
                  <a:moveTo>
                    <a:pt x="4025" y="1"/>
                  </a:moveTo>
                  <a:cubicBezTo>
                    <a:pt x="3425" y="513"/>
                    <a:pt x="2150" y="1738"/>
                    <a:pt x="1975" y="1875"/>
                  </a:cubicBezTo>
                  <a:cubicBezTo>
                    <a:pt x="1250" y="2525"/>
                    <a:pt x="588" y="3200"/>
                    <a:pt x="238" y="4137"/>
                  </a:cubicBezTo>
                  <a:cubicBezTo>
                    <a:pt x="26" y="4724"/>
                    <a:pt x="1" y="5399"/>
                    <a:pt x="313" y="5936"/>
                  </a:cubicBezTo>
                  <a:cubicBezTo>
                    <a:pt x="538" y="6324"/>
                    <a:pt x="990" y="6620"/>
                    <a:pt x="1426" y="6620"/>
                  </a:cubicBezTo>
                  <a:cubicBezTo>
                    <a:pt x="1595" y="6620"/>
                    <a:pt x="1762" y="6575"/>
                    <a:pt x="1913" y="6474"/>
                  </a:cubicBezTo>
                  <a:cubicBezTo>
                    <a:pt x="2537" y="6024"/>
                    <a:pt x="2862" y="5137"/>
                    <a:pt x="3275" y="4512"/>
                  </a:cubicBezTo>
                  <a:cubicBezTo>
                    <a:pt x="3812" y="3725"/>
                    <a:pt x="4299" y="2900"/>
                    <a:pt x="4737" y="2050"/>
                  </a:cubicBezTo>
                  <a:cubicBezTo>
                    <a:pt x="4924" y="1738"/>
                    <a:pt x="5087" y="1413"/>
                    <a:pt x="5237" y="1075"/>
                  </a:cubicBezTo>
                  <a:cubicBezTo>
                    <a:pt x="4837" y="725"/>
                    <a:pt x="4412" y="388"/>
                    <a:pt x="40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g2c46d4357d6_0_1418"/>
            <p:cNvSpPr/>
            <p:nvPr/>
          </p:nvSpPr>
          <p:spPr>
            <a:xfrm>
              <a:off x="1797065" y="2711392"/>
              <a:ext cx="57151" cy="84870"/>
            </a:xfrm>
            <a:custGeom>
              <a:rect b="b" l="l" r="r" t="t"/>
              <a:pathLst>
                <a:path extrusionOk="0" h="1139" w="767">
                  <a:moveTo>
                    <a:pt x="487" y="0"/>
                  </a:moveTo>
                  <a:lnTo>
                    <a:pt x="25" y="75"/>
                  </a:lnTo>
                  <a:cubicBezTo>
                    <a:pt x="0" y="325"/>
                    <a:pt x="75" y="588"/>
                    <a:pt x="225" y="788"/>
                  </a:cubicBezTo>
                  <a:cubicBezTo>
                    <a:pt x="288" y="850"/>
                    <a:pt x="325" y="888"/>
                    <a:pt x="363" y="925"/>
                  </a:cubicBezTo>
                  <a:cubicBezTo>
                    <a:pt x="388" y="950"/>
                    <a:pt x="400" y="1000"/>
                    <a:pt x="400" y="1037"/>
                  </a:cubicBezTo>
                  <a:cubicBezTo>
                    <a:pt x="405" y="1109"/>
                    <a:pt x="463" y="1138"/>
                    <a:pt x="530" y="1138"/>
                  </a:cubicBezTo>
                  <a:cubicBezTo>
                    <a:pt x="638" y="1138"/>
                    <a:pt x="767" y="1059"/>
                    <a:pt x="712" y="950"/>
                  </a:cubicBezTo>
                  <a:cubicBezTo>
                    <a:pt x="700" y="875"/>
                    <a:pt x="675" y="800"/>
                    <a:pt x="637" y="738"/>
                  </a:cubicBezTo>
                  <a:cubicBezTo>
                    <a:pt x="625" y="725"/>
                    <a:pt x="612" y="713"/>
                    <a:pt x="600" y="700"/>
                  </a:cubicBezTo>
                  <a:cubicBezTo>
                    <a:pt x="600" y="700"/>
                    <a:pt x="600" y="688"/>
                    <a:pt x="600" y="688"/>
                  </a:cubicBezTo>
                  <a:cubicBezTo>
                    <a:pt x="562" y="663"/>
                    <a:pt x="525" y="625"/>
                    <a:pt x="487" y="588"/>
                  </a:cubicBezTo>
                  <a:cubicBezTo>
                    <a:pt x="487" y="588"/>
                    <a:pt x="475" y="163"/>
                    <a:pt x="48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g2c46d4357d6_0_1418"/>
            <p:cNvSpPr/>
            <p:nvPr/>
          </p:nvSpPr>
          <p:spPr>
            <a:xfrm>
              <a:off x="1792371" y="2710423"/>
              <a:ext cx="63410" cy="91352"/>
            </a:xfrm>
            <a:custGeom>
              <a:rect b="b" l="l" r="r" t="t"/>
              <a:pathLst>
                <a:path extrusionOk="0" h="1226" w="851">
                  <a:moveTo>
                    <a:pt x="500" y="1"/>
                  </a:moveTo>
                  <a:lnTo>
                    <a:pt x="500" y="1"/>
                  </a:lnTo>
                  <a:cubicBezTo>
                    <a:pt x="488" y="151"/>
                    <a:pt x="513" y="576"/>
                    <a:pt x="513" y="601"/>
                  </a:cubicBezTo>
                  <a:lnTo>
                    <a:pt x="513" y="613"/>
                  </a:lnTo>
                  <a:lnTo>
                    <a:pt x="525" y="626"/>
                  </a:lnTo>
                  <a:cubicBezTo>
                    <a:pt x="550" y="663"/>
                    <a:pt x="575" y="688"/>
                    <a:pt x="600" y="713"/>
                  </a:cubicBezTo>
                  <a:lnTo>
                    <a:pt x="625" y="726"/>
                  </a:lnTo>
                  <a:cubicBezTo>
                    <a:pt x="625" y="738"/>
                    <a:pt x="638" y="751"/>
                    <a:pt x="650" y="776"/>
                  </a:cubicBezTo>
                  <a:cubicBezTo>
                    <a:pt x="688" y="826"/>
                    <a:pt x="713" y="888"/>
                    <a:pt x="725" y="950"/>
                  </a:cubicBezTo>
                  <a:cubicBezTo>
                    <a:pt x="738" y="1013"/>
                    <a:pt x="713" y="1088"/>
                    <a:pt x="638" y="1113"/>
                  </a:cubicBezTo>
                  <a:cubicBezTo>
                    <a:pt x="600" y="1113"/>
                    <a:pt x="575" y="1113"/>
                    <a:pt x="538" y="1088"/>
                  </a:cubicBezTo>
                  <a:cubicBezTo>
                    <a:pt x="525" y="1075"/>
                    <a:pt x="500" y="1063"/>
                    <a:pt x="500" y="1038"/>
                  </a:cubicBezTo>
                  <a:cubicBezTo>
                    <a:pt x="500" y="988"/>
                    <a:pt x="475" y="938"/>
                    <a:pt x="463" y="901"/>
                  </a:cubicBezTo>
                  <a:lnTo>
                    <a:pt x="451" y="888"/>
                  </a:lnTo>
                  <a:cubicBezTo>
                    <a:pt x="413" y="863"/>
                    <a:pt x="388" y="838"/>
                    <a:pt x="351" y="801"/>
                  </a:cubicBezTo>
                  <a:lnTo>
                    <a:pt x="313" y="763"/>
                  </a:lnTo>
                  <a:cubicBezTo>
                    <a:pt x="163" y="576"/>
                    <a:pt x="101" y="326"/>
                    <a:pt x="126" y="76"/>
                  </a:cubicBezTo>
                  <a:lnTo>
                    <a:pt x="26" y="76"/>
                  </a:lnTo>
                  <a:cubicBezTo>
                    <a:pt x="1" y="351"/>
                    <a:pt x="76" y="626"/>
                    <a:pt x="251" y="838"/>
                  </a:cubicBezTo>
                  <a:lnTo>
                    <a:pt x="276" y="876"/>
                  </a:lnTo>
                  <a:cubicBezTo>
                    <a:pt x="313" y="913"/>
                    <a:pt x="351" y="938"/>
                    <a:pt x="376" y="963"/>
                  </a:cubicBezTo>
                  <a:cubicBezTo>
                    <a:pt x="388" y="988"/>
                    <a:pt x="401" y="1025"/>
                    <a:pt x="401" y="1050"/>
                  </a:cubicBezTo>
                  <a:cubicBezTo>
                    <a:pt x="413" y="1113"/>
                    <a:pt x="438" y="1150"/>
                    <a:pt x="488" y="1175"/>
                  </a:cubicBezTo>
                  <a:cubicBezTo>
                    <a:pt x="525" y="1200"/>
                    <a:pt x="575" y="1213"/>
                    <a:pt x="613" y="1225"/>
                  </a:cubicBezTo>
                  <a:cubicBezTo>
                    <a:pt x="638" y="1213"/>
                    <a:pt x="650" y="1213"/>
                    <a:pt x="675" y="1200"/>
                  </a:cubicBezTo>
                  <a:cubicBezTo>
                    <a:pt x="788" y="1175"/>
                    <a:pt x="850" y="1050"/>
                    <a:pt x="825" y="938"/>
                  </a:cubicBezTo>
                  <a:cubicBezTo>
                    <a:pt x="813" y="863"/>
                    <a:pt x="788" y="788"/>
                    <a:pt x="738" y="713"/>
                  </a:cubicBezTo>
                  <a:cubicBezTo>
                    <a:pt x="738" y="713"/>
                    <a:pt x="725" y="701"/>
                    <a:pt x="725" y="688"/>
                  </a:cubicBezTo>
                  <a:lnTo>
                    <a:pt x="725" y="676"/>
                  </a:lnTo>
                  <a:lnTo>
                    <a:pt x="688" y="651"/>
                  </a:lnTo>
                  <a:cubicBezTo>
                    <a:pt x="663" y="626"/>
                    <a:pt x="638" y="601"/>
                    <a:pt x="600" y="576"/>
                  </a:cubicBezTo>
                  <a:cubicBezTo>
                    <a:pt x="600" y="476"/>
                    <a:pt x="600" y="138"/>
                    <a:pt x="600" y="13"/>
                  </a:cubicBezTo>
                  <a:lnTo>
                    <a:pt x="5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g2c46d4357d6_0_1418"/>
            <p:cNvSpPr/>
            <p:nvPr/>
          </p:nvSpPr>
          <p:spPr>
            <a:xfrm>
              <a:off x="2019560" y="1876029"/>
              <a:ext cx="41056" cy="58492"/>
            </a:xfrm>
            <a:custGeom>
              <a:rect b="b" l="l" r="r" t="t"/>
              <a:pathLst>
                <a:path extrusionOk="0" h="785" w="551">
                  <a:moveTo>
                    <a:pt x="256" y="0"/>
                  </a:moveTo>
                  <a:cubicBezTo>
                    <a:pt x="229" y="0"/>
                    <a:pt x="202" y="5"/>
                    <a:pt x="176" y="14"/>
                  </a:cubicBezTo>
                  <a:cubicBezTo>
                    <a:pt x="1" y="102"/>
                    <a:pt x="1" y="364"/>
                    <a:pt x="51" y="514"/>
                  </a:cubicBezTo>
                  <a:cubicBezTo>
                    <a:pt x="95" y="621"/>
                    <a:pt x="235" y="784"/>
                    <a:pt x="356" y="784"/>
                  </a:cubicBezTo>
                  <a:cubicBezTo>
                    <a:pt x="406" y="784"/>
                    <a:pt x="452" y="758"/>
                    <a:pt x="488" y="689"/>
                  </a:cubicBezTo>
                  <a:cubicBezTo>
                    <a:pt x="538" y="589"/>
                    <a:pt x="551" y="477"/>
                    <a:pt x="538" y="364"/>
                  </a:cubicBezTo>
                  <a:cubicBezTo>
                    <a:pt x="526" y="302"/>
                    <a:pt x="513" y="252"/>
                    <a:pt x="488" y="202"/>
                  </a:cubicBezTo>
                  <a:cubicBezTo>
                    <a:pt x="478" y="81"/>
                    <a:pt x="370" y="0"/>
                    <a:pt x="25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g2c46d4357d6_0_1418"/>
            <p:cNvSpPr/>
            <p:nvPr/>
          </p:nvSpPr>
          <p:spPr>
            <a:xfrm>
              <a:off x="1906897" y="4314907"/>
              <a:ext cx="143511" cy="95003"/>
            </a:xfrm>
            <a:custGeom>
              <a:rect b="b" l="l" r="r" t="t"/>
              <a:pathLst>
                <a:path extrusionOk="0" h="1275" w="1926">
                  <a:moveTo>
                    <a:pt x="1376" y="1"/>
                  </a:moveTo>
                  <a:cubicBezTo>
                    <a:pt x="1116" y="1"/>
                    <a:pt x="780" y="62"/>
                    <a:pt x="638" y="62"/>
                  </a:cubicBezTo>
                  <a:cubicBezTo>
                    <a:pt x="351" y="62"/>
                    <a:pt x="263" y="62"/>
                    <a:pt x="163" y="349"/>
                  </a:cubicBezTo>
                  <a:cubicBezTo>
                    <a:pt x="88" y="574"/>
                    <a:pt x="1" y="1087"/>
                    <a:pt x="226" y="1274"/>
                  </a:cubicBezTo>
                  <a:lnTo>
                    <a:pt x="1863" y="1274"/>
                  </a:lnTo>
                  <a:lnTo>
                    <a:pt x="1888" y="1249"/>
                  </a:lnTo>
                  <a:cubicBezTo>
                    <a:pt x="1913" y="1187"/>
                    <a:pt x="1925" y="1099"/>
                    <a:pt x="1913" y="1024"/>
                  </a:cubicBezTo>
                  <a:cubicBezTo>
                    <a:pt x="1888" y="824"/>
                    <a:pt x="1863" y="199"/>
                    <a:pt x="1675" y="62"/>
                  </a:cubicBezTo>
                  <a:cubicBezTo>
                    <a:pt x="1617" y="16"/>
                    <a:pt x="1506" y="1"/>
                    <a:pt x="13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g2c46d4357d6_0_1418"/>
            <p:cNvSpPr/>
            <p:nvPr/>
          </p:nvSpPr>
          <p:spPr>
            <a:xfrm>
              <a:off x="2438618" y="4315354"/>
              <a:ext cx="303638" cy="98282"/>
            </a:xfrm>
            <a:custGeom>
              <a:rect b="b" l="l" r="r" t="t"/>
              <a:pathLst>
                <a:path extrusionOk="0" h="1319" w="4075">
                  <a:moveTo>
                    <a:pt x="1148" y="1"/>
                  </a:moveTo>
                  <a:cubicBezTo>
                    <a:pt x="979" y="1"/>
                    <a:pt x="812" y="26"/>
                    <a:pt x="650" y="68"/>
                  </a:cubicBezTo>
                  <a:cubicBezTo>
                    <a:pt x="113" y="256"/>
                    <a:pt x="0" y="831"/>
                    <a:pt x="63" y="1318"/>
                  </a:cubicBezTo>
                  <a:lnTo>
                    <a:pt x="3812" y="1193"/>
                  </a:lnTo>
                  <a:cubicBezTo>
                    <a:pt x="4074" y="318"/>
                    <a:pt x="1950" y="68"/>
                    <a:pt x="1387" y="18"/>
                  </a:cubicBezTo>
                  <a:cubicBezTo>
                    <a:pt x="1307" y="6"/>
                    <a:pt x="1227" y="1"/>
                    <a:pt x="11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g2c46d4357d6_0_1418"/>
            <p:cNvSpPr/>
            <p:nvPr/>
          </p:nvSpPr>
          <p:spPr>
            <a:xfrm>
              <a:off x="2164859" y="2388230"/>
              <a:ext cx="84795" cy="171453"/>
            </a:xfrm>
            <a:custGeom>
              <a:rect b="b" l="l" r="r" t="t"/>
              <a:pathLst>
                <a:path extrusionOk="0" h="2301" w="1138">
                  <a:moveTo>
                    <a:pt x="100" y="1"/>
                  </a:moveTo>
                  <a:lnTo>
                    <a:pt x="0" y="38"/>
                  </a:lnTo>
                  <a:cubicBezTo>
                    <a:pt x="300" y="813"/>
                    <a:pt x="650" y="1575"/>
                    <a:pt x="1050" y="2300"/>
                  </a:cubicBezTo>
                  <a:lnTo>
                    <a:pt x="1138" y="2250"/>
                  </a:lnTo>
                  <a:cubicBezTo>
                    <a:pt x="738" y="1526"/>
                    <a:pt x="388" y="776"/>
                    <a:pt x="1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g2c46d4357d6_0_1418"/>
            <p:cNvSpPr/>
            <p:nvPr/>
          </p:nvSpPr>
          <p:spPr>
            <a:xfrm>
              <a:off x="2469317" y="2669441"/>
              <a:ext cx="37331" cy="14977"/>
            </a:xfrm>
            <a:custGeom>
              <a:rect b="b" l="l" r="r" t="t"/>
              <a:pathLst>
                <a:path extrusionOk="0" h="201" w="501">
                  <a:moveTo>
                    <a:pt x="426" y="1"/>
                  </a:moveTo>
                  <a:cubicBezTo>
                    <a:pt x="367" y="68"/>
                    <a:pt x="276" y="106"/>
                    <a:pt x="184" y="106"/>
                  </a:cubicBezTo>
                  <a:cubicBezTo>
                    <a:pt x="138" y="106"/>
                    <a:pt x="92" y="97"/>
                    <a:pt x="51" y="76"/>
                  </a:cubicBezTo>
                  <a:lnTo>
                    <a:pt x="1" y="163"/>
                  </a:lnTo>
                  <a:cubicBezTo>
                    <a:pt x="63" y="188"/>
                    <a:pt x="126" y="201"/>
                    <a:pt x="188" y="201"/>
                  </a:cubicBezTo>
                  <a:cubicBezTo>
                    <a:pt x="301" y="201"/>
                    <a:pt x="426" y="151"/>
                    <a:pt x="501" y="63"/>
                  </a:cubicBezTo>
                  <a:lnTo>
                    <a:pt x="42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g2c46d4357d6_0_1418"/>
            <p:cNvSpPr/>
            <p:nvPr/>
          </p:nvSpPr>
          <p:spPr>
            <a:xfrm>
              <a:off x="1849150" y="2931130"/>
              <a:ext cx="255205" cy="463766"/>
            </a:xfrm>
            <a:custGeom>
              <a:rect b="b" l="l" r="r" t="t"/>
              <a:pathLst>
                <a:path extrusionOk="0" h="6224" w="3425">
                  <a:moveTo>
                    <a:pt x="213" y="0"/>
                  </a:moveTo>
                  <a:cubicBezTo>
                    <a:pt x="1" y="425"/>
                    <a:pt x="26" y="925"/>
                    <a:pt x="263" y="1325"/>
                  </a:cubicBezTo>
                  <a:cubicBezTo>
                    <a:pt x="513" y="1725"/>
                    <a:pt x="913" y="2000"/>
                    <a:pt x="1363" y="2112"/>
                  </a:cubicBezTo>
                  <a:lnTo>
                    <a:pt x="1376" y="2112"/>
                  </a:lnTo>
                  <a:cubicBezTo>
                    <a:pt x="1438" y="2125"/>
                    <a:pt x="1488" y="2137"/>
                    <a:pt x="1538" y="2175"/>
                  </a:cubicBezTo>
                  <a:cubicBezTo>
                    <a:pt x="1576" y="2212"/>
                    <a:pt x="1601" y="2262"/>
                    <a:pt x="1625" y="2325"/>
                  </a:cubicBezTo>
                  <a:lnTo>
                    <a:pt x="3350" y="6224"/>
                  </a:lnTo>
                  <a:lnTo>
                    <a:pt x="3425" y="6186"/>
                  </a:lnTo>
                  <a:lnTo>
                    <a:pt x="1713" y="2287"/>
                  </a:lnTo>
                  <a:cubicBezTo>
                    <a:pt x="1688" y="2212"/>
                    <a:pt x="1638" y="2150"/>
                    <a:pt x="1588" y="2100"/>
                  </a:cubicBezTo>
                  <a:cubicBezTo>
                    <a:pt x="1538" y="2062"/>
                    <a:pt x="1463" y="2037"/>
                    <a:pt x="1401" y="2025"/>
                  </a:cubicBezTo>
                  <a:lnTo>
                    <a:pt x="1388" y="2025"/>
                  </a:lnTo>
                  <a:cubicBezTo>
                    <a:pt x="963" y="1912"/>
                    <a:pt x="588" y="1650"/>
                    <a:pt x="351" y="1275"/>
                  </a:cubicBezTo>
                  <a:cubicBezTo>
                    <a:pt x="126" y="900"/>
                    <a:pt x="101" y="438"/>
                    <a:pt x="301" y="50"/>
                  </a:cubicBezTo>
                  <a:lnTo>
                    <a:pt x="21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g2c46d4357d6_0_1418"/>
            <p:cNvSpPr/>
            <p:nvPr/>
          </p:nvSpPr>
          <p:spPr>
            <a:xfrm>
              <a:off x="1680677" y="951475"/>
              <a:ext cx="1719898" cy="329718"/>
            </a:xfrm>
            <a:custGeom>
              <a:rect b="b" l="l" r="r" t="t"/>
              <a:pathLst>
                <a:path extrusionOk="0" h="4425" w="23082">
                  <a:moveTo>
                    <a:pt x="3824" y="1"/>
                  </a:moveTo>
                  <a:lnTo>
                    <a:pt x="0" y="4424"/>
                  </a:lnTo>
                  <a:lnTo>
                    <a:pt x="23081" y="4424"/>
                  </a:lnTo>
                  <a:lnTo>
                    <a:pt x="1925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g2c46d4357d6_0_1418"/>
            <p:cNvSpPr/>
            <p:nvPr/>
          </p:nvSpPr>
          <p:spPr>
            <a:xfrm>
              <a:off x="1680677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0" y="0"/>
                  </a:moveTo>
                  <a:cubicBezTo>
                    <a:pt x="0" y="650"/>
                    <a:pt x="425" y="1175"/>
                    <a:pt x="962" y="1175"/>
                  </a:cubicBezTo>
                  <a:cubicBezTo>
                    <a:pt x="1487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g2c46d4357d6_0_1418"/>
            <p:cNvSpPr/>
            <p:nvPr/>
          </p:nvSpPr>
          <p:spPr>
            <a:xfrm>
              <a:off x="1824039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1" y="0"/>
                  </a:moveTo>
                  <a:cubicBezTo>
                    <a:pt x="1" y="650"/>
                    <a:pt x="425" y="1175"/>
                    <a:pt x="963" y="1175"/>
                  </a:cubicBezTo>
                  <a:cubicBezTo>
                    <a:pt x="1488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g2c46d4357d6_0_1418"/>
            <p:cNvSpPr/>
            <p:nvPr/>
          </p:nvSpPr>
          <p:spPr>
            <a:xfrm>
              <a:off x="1967475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0" y="0"/>
                  </a:moveTo>
                  <a:cubicBezTo>
                    <a:pt x="0" y="650"/>
                    <a:pt x="425" y="1175"/>
                    <a:pt x="962" y="1175"/>
                  </a:cubicBezTo>
                  <a:cubicBezTo>
                    <a:pt x="1487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g2c46d4357d6_0_1418"/>
            <p:cNvSpPr/>
            <p:nvPr/>
          </p:nvSpPr>
          <p:spPr>
            <a:xfrm>
              <a:off x="2110837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1" y="0"/>
                  </a:moveTo>
                  <a:cubicBezTo>
                    <a:pt x="1" y="650"/>
                    <a:pt x="425" y="1175"/>
                    <a:pt x="963" y="1175"/>
                  </a:cubicBezTo>
                  <a:cubicBezTo>
                    <a:pt x="1488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g2c46d4357d6_0_1418"/>
            <p:cNvSpPr/>
            <p:nvPr/>
          </p:nvSpPr>
          <p:spPr>
            <a:xfrm>
              <a:off x="2253305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0" y="0"/>
                  </a:moveTo>
                  <a:cubicBezTo>
                    <a:pt x="0" y="650"/>
                    <a:pt x="438" y="1175"/>
                    <a:pt x="963" y="1175"/>
                  </a:cubicBezTo>
                  <a:cubicBezTo>
                    <a:pt x="1500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g2c46d4357d6_0_1418"/>
            <p:cNvSpPr/>
            <p:nvPr/>
          </p:nvSpPr>
          <p:spPr>
            <a:xfrm>
              <a:off x="2396667" y="1281119"/>
              <a:ext cx="143511" cy="87627"/>
            </a:xfrm>
            <a:custGeom>
              <a:rect b="b" l="l" r="r" t="t"/>
              <a:pathLst>
                <a:path extrusionOk="0" h="1176" w="1926">
                  <a:moveTo>
                    <a:pt x="1" y="0"/>
                  </a:moveTo>
                  <a:cubicBezTo>
                    <a:pt x="1" y="650"/>
                    <a:pt x="438" y="1175"/>
                    <a:pt x="963" y="1175"/>
                  </a:cubicBezTo>
                  <a:cubicBezTo>
                    <a:pt x="1501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g2c46d4357d6_0_1418"/>
            <p:cNvSpPr/>
            <p:nvPr/>
          </p:nvSpPr>
          <p:spPr>
            <a:xfrm>
              <a:off x="2540103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0" y="0"/>
                  </a:moveTo>
                  <a:cubicBezTo>
                    <a:pt x="0" y="650"/>
                    <a:pt x="438" y="1175"/>
                    <a:pt x="963" y="1175"/>
                  </a:cubicBezTo>
                  <a:cubicBezTo>
                    <a:pt x="1500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g2c46d4357d6_0_1418"/>
            <p:cNvSpPr/>
            <p:nvPr/>
          </p:nvSpPr>
          <p:spPr>
            <a:xfrm>
              <a:off x="2683465" y="1281119"/>
              <a:ext cx="143511" cy="87627"/>
            </a:xfrm>
            <a:custGeom>
              <a:rect b="b" l="l" r="r" t="t"/>
              <a:pathLst>
                <a:path extrusionOk="0" h="1176" w="1926">
                  <a:moveTo>
                    <a:pt x="1" y="0"/>
                  </a:moveTo>
                  <a:cubicBezTo>
                    <a:pt x="1" y="650"/>
                    <a:pt x="438" y="1175"/>
                    <a:pt x="963" y="1175"/>
                  </a:cubicBezTo>
                  <a:cubicBezTo>
                    <a:pt x="1501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g2c46d4357d6_0_1418"/>
            <p:cNvSpPr/>
            <p:nvPr/>
          </p:nvSpPr>
          <p:spPr>
            <a:xfrm>
              <a:off x="2826902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0" y="0"/>
                  </a:moveTo>
                  <a:cubicBezTo>
                    <a:pt x="0" y="650"/>
                    <a:pt x="438" y="1175"/>
                    <a:pt x="963" y="1175"/>
                  </a:cubicBezTo>
                  <a:cubicBezTo>
                    <a:pt x="1500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g2c46d4357d6_0_1418"/>
            <p:cNvSpPr/>
            <p:nvPr/>
          </p:nvSpPr>
          <p:spPr>
            <a:xfrm>
              <a:off x="2970264" y="1281119"/>
              <a:ext cx="143511" cy="87627"/>
            </a:xfrm>
            <a:custGeom>
              <a:rect b="b" l="l" r="r" t="t"/>
              <a:pathLst>
                <a:path extrusionOk="0" h="1176" w="1926">
                  <a:moveTo>
                    <a:pt x="1" y="0"/>
                  </a:moveTo>
                  <a:cubicBezTo>
                    <a:pt x="1" y="650"/>
                    <a:pt x="438" y="1175"/>
                    <a:pt x="963" y="1175"/>
                  </a:cubicBezTo>
                  <a:cubicBezTo>
                    <a:pt x="1501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g2c46d4357d6_0_1418"/>
            <p:cNvSpPr/>
            <p:nvPr/>
          </p:nvSpPr>
          <p:spPr>
            <a:xfrm>
              <a:off x="3113700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0" y="0"/>
                  </a:moveTo>
                  <a:cubicBezTo>
                    <a:pt x="0" y="650"/>
                    <a:pt x="425" y="1175"/>
                    <a:pt x="963" y="1175"/>
                  </a:cubicBezTo>
                  <a:cubicBezTo>
                    <a:pt x="1500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g2c46d4357d6_0_1418"/>
            <p:cNvSpPr/>
            <p:nvPr/>
          </p:nvSpPr>
          <p:spPr>
            <a:xfrm>
              <a:off x="1677845" y="951475"/>
              <a:ext cx="383739" cy="331581"/>
            </a:xfrm>
            <a:custGeom>
              <a:rect b="b" l="l" r="r" t="t"/>
              <a:pathLst>
                <a:path extrusionOk="0" h="4450" w="5150">
                  <a:moveTo>
                    <a:pt x="3862" y="1"/>
                  </a:moveTo>
                  <a:lnTo>
                    <a:pt x="1" y="4449"/>
                  </a:lnTo>
                  <a:lnTo>
                    <a:pt x="1938" y="4449"/>
                  </a:lnTo>
                  <a:lnTo>
                    <a:pt x="514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g2c46d4357d6_0_1418"/>
            <p:cNvSpPr/>
            <p:nvPr/>
          </p:nvSpPr>
          <p:spPr>
            <a:xfrm>
              <a:off x="1965613" y="951475"/>
              <a:ext cx="287767" cy="331581"/>
            </a:xfrm>
            <a:custGeom>
              <a:rect b="b" l="l" r="r" t="t"/>
              <a:pathLst>
                <a:path extrusionOk="0" h="4450" w="3862">
                  <a:moveTo>
                    <a:pt x="2574" y="1"/>
                  </a:moveTo>
                  <a:lnTo>
                    <a:pt x="0" y="4449"/>
                  </a:lnTo>
                  <a:lnTo>
                    <a:pt x="1937" y="4449"/>
                  </a:lnTo>
                  <a:lnTo>
                    <a:pt x="3861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g2c46d4357d6_0_1418"/>
            <p:cNvSpPr/>
            <p:nvPr/>
          </p:nvSpPr>
          <p:spPr>
            <a:xfrm>
              <a:off x="2253305" y="951475"/>
              <a:ext cx="191870" cy="331581"/>
            </a:xfrm>
            <a:custGeom>
              <a:rect b="b" l="l" r="r" t="t"/>
              <a:pathLst>
                <a:path extrusionOk="0" h="4450" w="2575">
                  <a:moveTo>
                    <a:pt x="1288" y="1"/>
                  </a:moveTo>
                  <a:lnTo>
                    <a:pt x="0" y="4449"/>
                  </a:lnTo>
                  <a:lnTo>
                    <a:pt x="1925" y="4449"/>
                  </a:lnTo>
                  <a:lnTo>
                    <a:pt x="257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g2c46d4357d6_0_1418"/>
            <p:cNvSpPr/>
            <p:nvPr/>
          </p:nvSpPr>
          <p:spPr>
            <a:xfrm>
              <a:off x="2540998" y="951475"/>
              <a:ext cx="143511" cy="331581"/>
            </a:xfrm>
            <a:custGeom>
              <a:rect b="b" l="l" r="r" t="t"/>
              <a:pathLst>
                <a:path extrusionOk="0" h="4450" w="1926">
                  <a:moveTo>
                    <a:pt x="1" y="1"/>
                  </a:moveTo>
                  <a:lnTo>
                    <a:pt x="1" y="4449"/>
                  </a:lnTo>
                  <a:lnTo>
                    <a:pt x="1925" y="4449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g2c46d4357d6_0_1418"/>
            <p:cNvSpPr/>
            <p:nvPr/>
          </p:nvSpPr>
          <p:spPr>
            <a:xfrm>
              <a:off x="2732867" y="951475"/>
              <a:ext cx="239334" cy="331581"/>
            </a:xfrm>
            <a:custGeom>
              <a:rect b="b" l="l" r="r" t="t"/>
              <a:pathLst>
                <a:path extrusionOk="0" h="4450" w="3212">
                  <a:moveTo>
                    <a:pt x="0" y="1"/>
                  </a:moveTo>
                  <a:lnTo>
                    <a:pt x="1287" y="4449"/>
                  </a:lnTo>
                  <a:lnTo>
                    <a:pt x="3212" y="4449"/>
                  </a:lnTo>
                  <a:lnTo>
                    <a:pt x="12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g2c46d4357d6_0_1418"/>
            <p:cNvSpPr/>
            <p:nvPr/>
          </p:nvSpPr>
          <p:spPr>
            <a:xfrm>
              <a:off x="2923768" y="951475"/>
              <a:ext cx="336200" cy="331581"/>
            </a:xfrm>
            <a:custGeom>
              <a:rect b="b" l="l" r="r" t="t"/>
              <a:pathLst>
                <a:path extrusionOk="0" h="4450" w="4512">
                  <a:moveTo>
                    <a:pt x="0" y="1"/>
                  </a:moveTo>
                  <a:lnTo>
                    <a:pt x="2574" y="4449"/>
                  </a:lnTo>
                  <a:lnTo>
                    <a:pt x="4511" y="4449"/>
                  </a:lnTo>
                  <a:lnTo>
                    <a:pt x="128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g2c46d4357d6_0_1418"/>
            <p:cNvSpPr/>
            <p:nvPr/>
          </p:nvSpPr>
          <p:spPr>
            <a:xfrm>
              <a:off x="1943259" y="1714709"/>
              <a:ext cx="135985" cy="133526"/>
            </a:xfrm>
            <a:custGeom>
              <a:rect b="b" l="l" r="r" t="t"/>
              <a:pathLst>
                <a:path extrusionOk="0" h="1792" w="1825">
                  <a:moveTo>
                    <a:pt x="1522" y="1"/>
                  </a:moveTo>
                  <a:cubicBezTo>
                    <a:pt x="1506" y="1"/>
                    <a:pt x="1490" y="2"/>
                    <a:pt x="1475" y="5"/>
                  </a:cubicBezTo>
                  <a:cubicBezTo>
                    <a:pt x="1237" y="30"/>
                    <a:pt x="1025" y="117"/>
                    <a:pt x="825" y="242"/>
                  </a:cubicBezTo>
                  <a:cubicBezTo>
                    <a:pt x="537" y="417"/>
                    <a:pt x="250" y="617"/>
                    <a:pt x="0" y="855"/>
                  </a:cubicBezTo>
                  <a:lnTo>
                    <a:pt x="350" y="1792"/>
                  </a:lnTo>
                  <a:cubicBezTo>
                    <a:pt x="625" y="1604"/>
                    <a:pt x="875" y="1392"/>
                    <a:pt x="1125" y="1167"/>
                  </a:cubicBezTo>
                  <a:cubicBezTo>
                    <a:pt x="1350" y="967"/>
                    <a:pt x="1625" y="742"/>
                    <a:pt x="1762" y="467"/>
                  </a:cubicBezTo>
                  <a:cubicBezTo>
                    <a:pt x="1812" y="392"/>
                    <a:pt x="1825" y="292"/>
                    <a:pt x="1812" y="205"/>
                  </a:cubicBezTo>
                  <a:cubicBezTo>
                    <a:pt x="1768" y="83"/>
                    <a:pt x="1645" y="1"/>
                    <a:pt x="152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g2c46d4357d6_0_1418"/>
            <p:cNvSpPr/>
            <p:nvPr/>
          </p:nvSpPr>
          <p:spPr>
            <a:xfrm>
              <a:off x="1819568" y="1741087"/>
              <a:ext cx="199172" cy="165343"/>
            </a:xfrm>
            <a:custGeom>
              <a:rect b="b" l="l" r="r" t="t"/>
              <a:pathLst>
                <a:path extrusionOk="0" h="2219" w="2673">
                  <a:moveTo>
                    <a:pt x="1760" y="1"/>
                  </a:moveTo>
                  <a:cubicBezTo>
                    <a:pt x="773" y="1"/>
                    <a:pt x="1" y="1239"/>
                    <a:pt x="810" y="2150"/>
                  </a:cubicBezTo>
                  <a:cubicBezTo>
                    <a:pt x="810" y="2159"/>
                    <a:pt x="824" y="2188"/>
                    <a:pt x="836" y="2203"/>
                  </a:cubicBezTo>
                  <a:lnTo>
                    <a:pt x="836" y="2203"/>
                  </a:lnTo>
                  <a:cubicBezTo>
                    <a:pt x="839" y="2202"/>
                    <a:pt x="844" y="2200"/>
                    <a:pt x="848" y="2200"/>
                  </a:cubicBezTo>
                  <a:cubicBezTo>
                    <a:pt x="1573" y="1900"/>
                    <a:pt x="2185" y="1363"/>
                    <a:pt x="2572" y="688"/>
                  </a:cubicBezTo>
                  <a:cubicBezTo>
                    <a:pt x="2672" y="526"/>
                    <a:pt x="2622" y="326"/>
                    <a:pt x="2472" y="226"/>
                  </a:cubicBezTo>
                  <a:cubicBezTo>
                    <a:pt x="2235" y="69"/>
                    <a:pt x="1991" y="1"/>
                    <a:pt x="1760" y="1"/>
                  </a:cubicBezTo>
                  <a:close/>
                  <a:moveTo>
                    <a:pt x="836" y="2203"/>
                  </a:moveTo>
                  <a:lnTo>
                    <a:pt x="836" y="2203"/>
                  </a:lnTo>
                  <a:cubicBezTo>
                    <a:pt x="828" y="2207"/>
                    <a:pt x="823" y="2213"/>
                    <a:pt x="823" y="2213"/>
                  </a:cubicBezTo>
                  <a:cubicBezTo>
                    <a:pt x="827" y="2217"/>
                    <a:pt x="831" y="2218"/>
                    <a:pt x="835" y="2218"/>
                  </a:cubicBezTo>
                  <a:cubicBezTo>
                    <a:pt x="842" y="2218"/>
                    <a:pt x="848" y="2213"/>
                    <a:pt x="848" y="2213"/>
                  </a:cubicBezTo>
                  <a:cubicBezTo>
                    <a:pt x="844" y="2213"/>
                    <a:pt x="840" y="2209"/>
                    <a:pt x="836" y="220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g2c46d4357d6_0_1418"/>
            <p:cNvSpPr/>
            <p:nvPr/>
          </p:nvSpPr>
          <p:spPr>
            <a:xfrm>
              <a:off x="2021422" y="2006501"/>
              <a:ext cx="64379" cy="53127"/>
            </a:xfrm>
            <a:custGeom>
              <a:rect b="b" l="l" r="r" t="t"/>
              <a:pathLst>
                <a:path extrusionOk="0" h="713" w="864">
                  <a:moveTo>
                    <a:pt x="863" y="0"/>
                  </a:moveTo>
                  <a:cubicBezTo>
                    <a:pt x="813" y="25"/>
                    <a:pt x="751" y="63"/>
                    <a:pt x="688" y="88"/>
                  </a:cubicBezTo>
                  <a:cubicBezTo>
                    <a:pt x="551" y="138"/>
                    <a:pt x="401" y="175"/>
                    <a:pt x="251" y="200"/>
                  </a:cubicBezTo>
                  <a:cubicBezTo>
                    <a:pt x="176" y="225"/>
                    <a:pt x="88" y="238"/>
                    <a:pt x="1" y="250"/>
                  </a:cubicBezTo>
                  <a:cubicBezTo>
                    <a:pt x="163" y="425"/>
                    <a:pt x="351" y="575"/>
                    <a:pt x="538" y="713"/>
                  </a:cubicBezTo>
                  <a:cubicBezTo>
                    <a:pt x="438" y="638"/>
                    <a:pt x="826" y="163"/>
                    <a:pt x="86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g2c46d4357d6_0_1418"/>
            <p:cNvSpPr/>
            <p:nvPr/>
          </p:nvSpPr>
          <p:spPr>
            <a:xfrm>
              <a:off x="3257077" y="1281119"/>
              <a:ext cx="143437" cy="87627"/>
            </a:xfrm>
            <a:custGeom>
              <a:rect b="b" l="l" r="r" t="t"/>
              <a:pathLst>
                <a:path extrusionOk="0" h="1176" w="1925">
                  <a:moveTo>
                    <a:pt x="0" y="0"/>
                  </a:moveTo>
                  <a:cubicBezTo>
                    <a:pt x="0" y="650"/>
                    <a:pt x="425" y="1175"/>
                    <a:pt x="962" y="1175"/>
                  </a:cubicBezTo>
                  <a:cubicBezTo>
                    <a:pt x="1487" y="1175"/>
                    <a:pt x="1925" y="650"/>
                    <a:pt x="19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967" name="Google Shape;967;g2c46d4357d6_0_1418"/>
          <p:cNvGrpSpPr/>
          <p:nvPr/>
        </p:nvGrpSpPr>
        <p:grpSpPr>
          <a:xfrm rot="314072">
            <a:off x="740120" y="1060472"/>
            <a:ext cx="479289" cy="463075"/>
            <a:chOff x="6085197" y="1608975"/>
            <a:chExt cx="296453" cy="286425"/>
          </a:xfrm>
        </p:grpSpPr>
        <p:sp>
          <p:nvSpPr>
            <p:cNvPr id="968" name="Google Shape;968;g2c46d4357d6_0_1418"/>
            <p:cNvSpPr/>
            <p:nvPr/>
          </p:nvSpPr>
          <p:spPr>
            <a:xfrm>
              <a:off x="6227450" y="1611925"/>
              <a:ext cx="154200" cy="280850"/>
            </a:xfrm>
            <a:custGeom>
              <a:rect b="b" l="l" r="r" t="t"/>
              <a:pathLst>
                <a:path extrusionOk="0" h="11234" w="6168">
                  <a:moveTo>
                    <a:pt x="2515" y="0"/>
                  </a:moveTo>
                  <a:lnTo>
                    <a:pt x="2515" y="956"/>
                  </a:lnTo>
                  <a:cubicBezTo>
                    <a:pt x="1114" y="1126"/>
                    <a:pt x="223" y="2003"/>
                    <a:pt x="223" y="3273"/>
                  </a:cubicBezTo>
                  <a:cubicBezTo>
                    <a:pt x="223" y="4622"/>
                    <a:pt x="1088" y="5303"/>
                    <a:pt x="2999" y="5853"/>
                  </a:cubicBezTo>
                  <a:cubicBezTo>
                    <a:pt x="4544" y="6271"/>
                    <a:pt x="4989" y="6861"/>
                    <a:pt x="4989" y="7699"/>
                  </a:cubicBezTo>
                  <a:cubicBezTo>
                    <a:pt x="4989" y="8641"/>
                    <a:pt x="4334" y="9178"/>
                    <a:pt x="3156" y="9178"/>
                  </a:cubicBezTo>
                  <a:cubicBezTo>
                    <a:pt x="2096" y="9178"/>
                    <a:pt x="1415" y="8667"/>
                    <a:pt x="1192" y="7633"/>
                  </a:cubicBezTo>
                  <a:lnTo>
                    <a:pt x="1" y="7633"/>
                  </a:lnTo>
                  <a:cubicBezTo>
                    <a:pt x="158" y="8929"/>
                    <a:pt x="1009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85" y="9911"/>
                    <a:pt x="6167" y="8995"/>
                    <a:pt x="6167" y="7581"/>
                  </a:cubicBezTo>
                  <a:cubicBezTo>
                    <a:pt x="6167" y="6298"/>
                    <a:pt x="5539" y="5394"/>
                    <a:pt x="3339" y="4740"/>
                  </a:cubicBezTo>
                  <a:cubicBezTo>
                    <a:pt x="1899" y="4321"/>
                    <a:pt x="1415" y="4007"/>
                    <a:pt x="1415" y="3169"/>
                  </a:cubicBezTo>
                  <a:cubicBezTo>
                    <a:pt x="1415" y="2501"/>
                    <a:pt x="1808" y="1859"/>
                    <a:pt x="2973" y="1859"/>
                  </a:cubicBezTo>
                  <a:cubicBezTo>
                    <a:pt x="4243" y="1859"/>
                    <a:pt x="4609" y="2527"/>
                    <a:pt x="4727" y="3103"/>
                  </a:cubicBezTo>
                  <a:lnTo>
                    <a:pt x="5945" y="3103"/>
                  </a:lnTo>
                  <a:cubicBezTo>
                    <a:pt x="5827" y="2226"/>
                    <a:pt x="5303" y="1152"/>
                    <a:pt x="3549" y="969"/>
                  </a:cubicBezTo>
                  <a:lnTo>
                    <a:pt x="3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g2c46d4357d6_0_1418"/>
            <p:cNvSpPr/>
            <p:nvPr/>
          </p:nvSpPr>
          <p:spPr>
            <a:xfrm>
              <a:off x="6152500" y="1611925"/>
              <a:ext cx="153875" cy="280850"/>
            </a:xfrm>
            <a:custGeom>
              <a:rect b="b" l="l" r="r" t="t"/>
              <a:pathLst>
                <a:path extrusionOk="0" h="11234" w="6155">
                  <a:moveTo>
                    <a:pt x="2501" y="0"/>
                  </a:moveTo>
                  <a:lnTo>
                    <a:pt x="2501" y="956"/>
                  </a:lnTo>
                  <a:cubicBezTo>
                    <a:pt x="1101" y="1126"/>
                    <a:pt x="210" y="2003"/>
                    <a:pt x="210" y="3273"/>
                  </a:cubicBezTo>
                  <a:cubicBezTo>
                    <a:pt x="210" y="4622"/>
                    <a:pt x="1074" y="5303"/>
                    <a:pt x="2986" y="5853"/>
                  </a:cubicBezTo>
                  <a:cubicBezTo>
                    <a:pt x="4531" y="6271"/>
                    <a:pt x="4976" y="6861"/>
                    <a:pt x="4976" y="7699"/>
                  </a:cubicBezTo>
                  <a:cubicBezTo>
                    <a:pt x="4976" y="8641"/>
                    <a:pt x="4321" y="9178"/>
                    <a:pt x="3143" y="9178"/>
                  </a:cubicBezTo>
                  <a:cubicBezTo>
                    <a:pt x="2082" y="9178"/>
                    <a:pt x="1389" y="8667"/>
                    <a:pt x="1179" y="7633"/>
                  </a:cubicBezTo>
                  <a:lnTo>
                    <a:pt x="1" y="7633"/>
                  </a:lnTo>
                  <a:cubicBezTo>
                    <a:pt x="158" y="8929"/>
                    <a:pt x="996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72" y="9911"/>
                    <a:pt x="6154" y="8995"/>
                    <a:pt x="6154" y="7581"/>
                  </a:cubicBezTo>
                  <a:cubicBezTo>
                    <a:pt x="6154" y="6298"/>
                    <a:pt x="5526" y="5394"/>
                    <a:pt x="3326" y="4740"/>
                  </a:cubicBezTo>
                  <a:cubicBezTo>
                    <a:pt x="1873" y="4321"/>
                    <a:pt x="1389" y="4007"/>
                    <a:pt x="1389" y="3169"/>
                  </a:cubicBezTo>
                  <a:cubicBezTo>
                    <a:pt x="1389" y="2501"/>
                    <a:pt x="1794" y="1859"/>
                    <a:pt x="2947" y="1859"/>
                  </a:cubicBezTo>
                  <a:cubicBezTo>
                    <a:pt x="4230" y="1859"/>
                    <a:pt x="4583" y="2527"/>
                    <a:pt x="4714" y="3103"/>
                  </a:cubicBezTo>
                  <a:lnTo>
                    <a:pt x="5918" y="3103"/>
                  </a:lnTo>
                  <a:cubicBezTo>
                    <a:pt x="5814" y="2226"/>
                    <a:pt x="5290" y="1152"/>
                    <a:pt x="3523" y="969"/>
                  </a:cubicBezTo>
                  <a:lnTo>
                    <a:pt x="3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g2c46d4357d6_0_1418"/>
            <p:cNvSpPr/>
            <p:nvPr/>
          </p:nvSpPr>
          <p:spPr>
            <a:xfrm>
              <a:off x="6085197" y="1608975"/>
              <a:ext cx="160075" cy="286425"/>
            </a:xfrm>
            <a:custGeom>
              <a:rect b="b" l="l" r="r" t="t"/>
              <a:pathLst>
                <a:path extrusionOk="0" h="11457" w="6403">
                  <a:moveTo>
                    <a:pt x="3562" y="210"/>
                  </a:moveTo>
                  <a:lnTo>
                    <a:pt x="3562" y="1166"/>
                  </a:lnTo>
                  <a:lnTo>
                    <a:pt x="3653" y="1179"/>
                  </a:lnTo>
                  <a:cubicBezTo>
                    <a:pt x="5290" y="1349"/>
                    <a:pt x="5814" y="2292"/>
                    <a:pt x="5945" y="3103"/>
                  </a:cubicBezTo>
                  <a:lnTo>
                    <a:pt x="4937" y="3103"/>
                  </a:lnTo>
                  <a:cubicBezTo>
                    <a:pt x="4727" y="2279"/>
                    <a:pt x="4125" y="1873"/>
                    <a:pt x="3091" y="1873"/>
                  </a:cubicBezTo>
                  <a:cubicBezTo>
                    <a:pt x="2056" y="1873"/>
                    <a:pt x="1441" y="2396"/>
                    <a:pt x="1441" y="3287"/>
                  </a:cubicBezTo>
                  <a:cubicBezTo>
                    <a:pt x="1441" y="4216"/>
                    <a:pt x="2030" y="4543"/>
                    <a:pt x="3431" y="4949"/>
                  </a:cubicBezTo>
                  <a:cubicBezTo>
                    <a:pt x="5395" y="5525"/>
                    <a:pt x="6193" y="6324"/>
                    <a:pt x="6193" y="7699"/>
                  </a:cubicBezTo>
                  <a:cubicBezTo>
                    <a:pt x="6193" y="9047"/>
                    <a:pt x="5264" y="9937"/>
                    <a:pt x="3719" y="10081"/>
                  </a:cubicBezTo>
                  <a:lnTo>
                    <a:pt x="3627" y="10095"/>
                  </a:lnTo>
                  <a:lnTo>
                    <a:pt x="3627" y="11247"/>
                  </a:lnTo>
                  <a:lnTo>
                    <a:pt x="2789" y="11247"/>
                  </a:lnTo>
                  <a:lnTo>
                    <a:pt x="2789" y="10081"/>
                  </a:lnTo>
                  <a:lnTo>
                    <a:pt x="2698" y="10068"/>
                  </a:lnTo>
                  <a:cubicBezTo>
                    <a:pt x="1310" y="9911"/>
                    <a:pt x="446" y="9126"/>
                    <a:pt x="236" y="7856"/>
                  </a:cubicBezTo>
                  <a:lnTo>
                    <a:pt x="1218" y="7856"/>
                  </a:lnTo>
                  <a:cubicBezTo>
                    <a:pt x="1467" y="8864"/>
                    <a:pt x="2174" y="9401"/>
                    <a:pt x="3274" y="9401"/>
                  </a:cubicBezTo>
                  <a:cubicBezTo>
                    <a:pt x="4504" y="9401"/>
                    <a:pt x="5211" y="8825"/>
                    <a:pt x="5211" y="7817"/>
                  </a:cubicBezTo>
                  <a:cubicBezTo>
                    <a:pt x="5211" y="6848"/>
                    <a:pt x="4609" y="6272"/>
                    <a:pt x="3156" y="5866"/>
                  </a:cubicBezTo>
                  <a:cubicBezTo>
                    <a:pt x="1179" y="5303"/>
                    <a:pt x="446" y="4635"/>
                    <a:pt x="446" y="3391"/>
                  </a:cubicBezTo>
                  <a:cubicBezTo>
                    <a:pt x="446" y="2187"/>
                    <a:pt x="1297" y="1336"/>
                    <a:pt x="2658" y="1179"/>
                  </a:cubicBezTo>
                  <a:lnTo>
                    <a:pt x="2750" y="1166"/>
                  </a:lnTo>
                  <a:lnTo>
                    <a:pt x="2750" y="210"/>
                  </a:lnTo>
                  <a:close/>
                  <a:moveTo>
                    <a:pt x="2528" y="1"/>
                  </a:moveTo>
                  <a:lnTo>
                    <a:pt x="2528" y="982"/>
                  </a:lnTo>
                  <a:cubicBezTo>
                    <a:pt x="1114" y="1192"/>
                    <a:pt x="236" y="2095"/>
                    <a:pt x="236" y="3391"/>
                  </a:cubicBezTo>
                  <a:cubicBezTo>
                    <a:pt x="236" y="4936"/>
                    <a:pt x="1375" y="5565"/>
                    <a:pt x="3091" y="6062"/>
                  </a:cubicBezTo>
                  <a:cubicBezTo>
                    <a:pt x="4766" y="6533"/>
                    <a:pt x="5002" y="7188"/>
                    <a:pt x="5002" y="7817"/>
                  </a:cubicBezTo>
                  <a:cubicBezTo>
                    <a:pt x="5002" y="8707"/>
                    <a:pt x="4387" y="9191"/>
                    <a:pt x="3274" y="9191"/>
                  </a:cubicBezTo>
                  <a:cubicBezTo>
                    <a:pt x="2240" y="9191"/>
                    <a:pt x="1611" y="8707"/>
                    <a:pt x="1402" y="7738"/>
                  </a:cubicBezTo>
                  <a:lnTo>
                    <a:pt x="1375" y="7646"/>
                  </a:lnTo>
                  <a:lnTo>
                    <a:pt x="1" y="7646"/>
                  </a:lnTo>
                  <a:lnTo>
                    <a:pt x="14" y="7764"/>
                  </a:lnTo>
                  <a:cubicBezTo>
                    <a:pt x="197" y="9165"/>
                    <a:pt x="1127" y="10068"/>
                    <a:pt x="2593" y="10265"/>
                  </a:cubicBezTo>
                  <a:lnTo>
                    <a:pt x="2593" y="11456"/>
                  </a:lnTo>
                  <a:lnTo>
                    <a:pt x="3824" y="11456"/>
                  </a:lnTo>
                  <a:lnTo>
                    <a:pt x="3837" y="10304"/>
                  </a:lnTo>
                  <a:cubicBezTo>
                    <a:pt x="5447" y="10121"/>
                    <a:pt x="6403" y="9152"/>
                    <a:pt x="6403" y="7725"/>
                  </a:cubicBezTo>
                  <a:cubicBezTo>
                    <a:pt x="6403" y="6232"/>
                    <a:pt x="5565" y="5381"/>
                    <a:pt x="3496" y="4779"/>
                  </a:cubicBezTo>
                  <a:cubicBezTo>
                    <a:pt x="2004" y="4334"/>
                    <a:pt x="1637" y="4046"/>
                    <a:pt x="1637" y="3300"/>
                  </a:cubicBezTo>
                  <a:cubicBezTo>
                    <a:pt x="1637" y="2933"/>
                    <a:pt x="1781" y="2082"/>
                    <a:pt x="3091" y="2082"/>
                  </a:cubicBezTo>
                  <a:cubicBezTo>
                    <a:pt x="4046" y="2082"/>
                    <a:pt x="4596" y="2462"/>
                    <a:pt x="4766" y="3234"/>
                  </a:cubicBezTo>
                  <a:lnTo>
                    <a:pt x="4779" y="3313"/>
                  </a:lnTo>
                  <a:lnTo>
                    <a:pt x="6180" y="3313"/>
                  </a:lnTo>
                  <a:lnTo>
                    <a:pt x="6167" y="3195"/>
                  </a:lnTo>
                  <a:cubicBezTo>
                    <a:pt x="6076" y="2462"/>
                    <a:pt x="5630" y="1218"/>
                    <a:pt x="3771" y="982"/>
                  </a:cubicBezTo>
                  <a:lnTo>
                    <a:pt x="37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71" name="Google Shape;971;g2c46d4357d6_0_1418"/>
          <p:cNvSpPr txBox="1"/>
          <p:nvPr/>
        </p:nvSpPr>
        <p:spPr>
          <a:xfrm>
            <a:off x="3606000" y="1138688"/>
            <a:ext cx="5113800" cy="314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30200" lvl="0" marL="457200" marR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AutoNum type="arabicPeriod"/>
            </a:pPr>
            <a:r>
              <a:rPr b="1" lang="en" sz="1600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Изучить </a:t>
            </a: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востребованность подобной функции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marR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AutoNum type="arabicPeriod"/>
            </a:pPr>
            <a:r>
              <a:rPr b="1" lang="en" sz="1600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Проанализировать </a:t>
            </a: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аналоги на рынке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marR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AutoNum type="arabicPeriod"/>
            </a:pPr>
            <a:r>
              <a:rPr b="1" lang="en" sz="1600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Изучить </a:t>
            </a: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необходимые средства языка программирования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marR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AutoNum type="arabicPeriod"/>
            </a:pPr>
            <a:r>
              <a:rPr b="1" lang="en" sz="1600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Разработать </a:t>
            </a: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пользовательский интерфейс приложения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marR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AutoNum type="arabicPeriod"/>
            </a:pPr>
            <a:r>
              <a:rPr b="1" lang="en" sz="1600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Разработать </a:t>
            </a: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прототип приложения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marR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AutoNum type="arabicPeriod"/>
            </a:pPr>
            <a:r>
              <a:rPr b="1" lang="en" sz="1600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Протестировать </a:t>
            </a: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приложение, получить обратную связь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marR="179705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AutoNum type="arabicPeriod"/>
            </a:pPr>
            <a:r>
              <a:rPr b="1" lang="en" sz="1600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Доработать и задокументировать</a:t>
            </a: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 приложение</a:t>
            </a:r>
            <a:endParaRPr sz="15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5" name="Shape 9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6" name="Google Shape;976;p5"/>
          <p:cNvPicPr preferRelativeResize="0"/>
          <p:nvPr/>
        </p:nvPicPr>
        <p:blipFill rotWithShape="1">
          <a:blip r:embed="rId3">
            <a:alphaModFix/>
          </a:blip>
          <a:srcRect b="0" l="47426" r="8875" t="0"/>
          <a:stretch/>
        </p:blipFill>
        <p:spPr>
          <a:xfrm>
            <a:off x="1448350" y="1531050"/>
            <a:ext cx="2082000" cy="2680009"/>
          </a:xfrm>
          <a:prstGeom prst="rect">
            <a:avLst/>
          </a:prstGeom>
          <a:noFill/>
          <a:ln>
            <a:noFill/>
          </a:ln>
        </p:spPr>
      </p:pic>
      <p:sp>
        <p:nvSpPr>
          <p:cNvPr id="977" name="Google Shape;977;p5"/>
          <p:cNvSpPr txBox="1"/>
          <p:nvPr>
            <p:ph type="title"/>
          </p:nvPr>
        </p:nvSpPr>
        <p:spPr>
          <a:xfrm>
            <a:off x="-318850" y="378775"/>
            <a:ext cx="8641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Потенциальные потребители </a:t>
            </a:r>
            <a:endParaRPr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978" name="Google Shape;978;p5"/>
          <p:cNvSpPr txBox="1"/>
          <p:nvPr>
            <p:ph idx="1" type="subTitle"/>
          </p:nvPr>
        </p:nvSpPr>
        <p:spPr>
          <a:xfrm>
            <a:off x="4388100" y="1531050"/>
            <a:ext cx="3889500" cy="324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Люди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, посещающие торговые центры в поисках необходимых товаров;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администраторы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торговых центров, заинтересованные в качестве обслуживания клиентов; </a:t>
            </a:r>
            <a:r>
              <a:rPr b="1" lang="en">
                <a:solidFill>
                  <a:srgbClr val="212121"/>
                </a:solidFill>
                <a:latin typeface="Roboto Serif"/>
                <a:ea typeface="Roboto Serif"/>
                <a:cs typeface="Roboto Serif"/>
                <a:sym typeface="Roboto Serif"/>
              </a:rPr>
              <a:t>продавцы </a:t>
            </a:r>
            <a:r>
              <a:rPr lang="en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торговых центров, желающие привлечь новых клиентов в свои магазины.</a:t>
            </a:r>
            <a:r>
              <a:rPr lang="en" sz="15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 </a:t>
            </a:r>
            <a:endParaRPr sz="1500"/>
          </a:p>
        </p:txBody>
      </p:sp>
      <p:grpSp>
        <p:nvGrpSpPr>
          <p:cNvPr id="979" name="Google Shape;979;p5"/>
          <p:cNvGrpSpPr/>
          <p:nvPr/>
        </p:nvGrpSpPr>
        <p:grpSpPr>
          <a:xfrm>
            <a:off x="1448338" y="1221636"/>
            <a:ext cx="2082005" cy="2824691"/>
            <a:chOff x="1511100" y="1238286"/>
            <a:chExt cx="2082005" cy="2824691"/>
          </a:xfrm>
        </p:grpSpPr>
        <p:sp>
          <p:nvSpPr>
            <p:cNvPr id="980" name="Google Shape;980;p5"/>
            <p:cNvSpPr/>
            <p:nvPr/>
          </p:nvSpPr>
          <p:spPr>
            <a:xfrm>
              <a:off x="1511100" y="1238286"/>
              <a:ext cx="2082005" cy="2824691"/>
            </a:xfrm>
            <a:custGeom>
              <a:rect b="b" l="l" r="r" t="t"/>
              <a:pathLst>
                <a:path extrusionOk="0" h="95461" w="70249">
                  <a:moveTo>
                    <a:pt x="35124" y="3590"/>
                  </a:moveTo>
                  <a:lnTo>
                    <a:pt x="35466" y="3675"/>
                  </a:lnTo>
                  <a:lnTo>
                    <a:pt x="35723" y="3846"/>
                  </a:lnTo>
                  <a:lnTo>
                    <a:pt x="35894" y="4103"/>
                  </a:lnTo>
                  <a:lnTo>
                    <a:pt x="35979" y="4444"/>
                  </a:lnTo>
                  <a:lnTo>
                    <a:pt x="35894" y="4786"/>
                  </a:lnTo>
                  <a:lnTo>
                    <a:pt x="35723" y="5043"/>
                  </a:lnTo>
                  <a:lnTo>
                    <a:pt x="35466" y="5299"/>
                  </a:lnTo>
                  <a:lnTo>
                    <a:pt x="34783" y="5299"/>
                  </a:lnTo>
                  <a:lnTo>
                    <a:pt x="34526" y="5043"/>
                  </a:lnTo>
                  <a:lnTo>
                    <a:pt x="34355" y="4786"/>
                  </a:lnTo>
                  <a:lnTo>
                    <a:pt x="34270" y="4444"/>
                  </a:lnTo>
                  <a:lnTo>
                    <a:pt x="34355" y="4103"/>
                  </a:lnTo>
                  <a:lnTo>
                    <a:pt x="34526" y="3846"/>
                  </a:lnTo>
                  <a:lnTo>
                    <a:pt x="34783" y="3675"/>
                  </a:lnTo>
                  <a:lnTo>
                    <a:pt x="35124" y="3590"/>
                  </a:lnTo>
                  <a:close/>
                  <a:moveTo>
                    <a:pt x="64950" y="8547"/>
                  </a:moveTo>
                  <a:lnTo>
                    <a:pt x="64950" y="86914"/>
                  </a:lnTo>
                  <a:lnTo>
                    <a:pt x="5299" y="86914"/>
                  </a:lnTo>
                  <a:lnTo>
                    <a:pt x="5299" y="8547"/>
                  </a:lnTo>
                  <a:close/>
                  <a:moveTo>
                    <a:pt x="35552" y="89307"/>
                  </a:moveTo>
                  <a:lnTo>
                    <a:pt x="35894" y="89478"/>
                  </a:lnTo>
                  <a:lnTo>
                    <a:pt x="36235" y="89649"/>
                  </a:lnTo>
                  <a:lnTo>
                    <a:pt x="36492" y="89905"/>
                  </a:lnTo>
                  <a:lnTo>
                    <a:pt x="36748" y="90162"/>
                  </a:lnTo>
                  <a:lnTo>
                    <a:pt x="36919" y="90504"/>
                  </a:lnTo>
                  <a:lnTo>
                    <a:pt x="37005" y="90845"/>
                  </a:lnTo>
                  <a:lnTo>
                    <a:pt x="37090" y="91273"/>
                  </a:lnTo>
                  <a:lnTo>
                    <a:pt x="37005" y="91615"/>
                  </a:lnTo>
                  <a:lnTo>
                    <a:pt x="36919" y="92042"/>
                  </a:lnTo>
                  <a:lnTo>
                    <a:pt x="36748" y="92384"/>
                  </a:lnTo>
                  <a:lnTo>
                    <a:pt x="36492" y="92640"/>
                  </a:lnTo>
                  <a:lnTo>
                    <a:pt x="36235" y="92896"/>
                  </a:lnTo>
                  <a:lnTo>
                    <a:pt x="35894" y="93067"/>
                  </a:lnTo>
                  <a:lnTo>
                    <a:pt x="35552" y="93153"/>
                  </a:lnTo>
                  <a:lnTo>
                    <a:pt x="35124" y="93238"/>
                  </a:lnTo>
                  <a:lnTo>
                    <a:pt x="34697" y="93153"/>
                  </a:lnTo>
                  <a:lnTo>
                    <a:pt x="34355" y="93067"/>
                  </a:lnTo>
                  <a:lnTo>
                    <a:pt x="34013" y="92896"/>
                  </a:lnTo>
                  <a:lnTo>
                    <a:pt x="33757" y="92640"/>
                  </a:lnTo>
                  <a:lnTo>
                    <a:pt x="33501" y="92384"/>
                  </a:lnTo>
                  <a:lnTo>
                    <a:pt x="33330" y="92042"/>
                  </a:lnTo>
                  <a:lnTo>
                    <a:pt x="33244" y="91615"/>
                  </a:lnTo>
                  <a:lnTo>
                    <a:pt x="33159" y="91273"/>
                  </a:lnTo>
                  <a:lnTo>
                    <a:pt x="33244" y="90845"/>
                  </a:lnTo>
                  <a:lnTo>
                    <a:pt x="33330" y="90504"/>
                  </a:lnTo>
                  <a:lnTo>
                    <a:pt x="33501" y="90162"/>
                  </a:lnTo>
                  <a:lnTo>
                    <a:pt x="33757" y="89905"/>
                  </a:lnTo>
                  <a:lnTo>
                    <a:pt x="34013" y="89649"/>
                  </a:lnTo>
                  <a:lnTo>
                    <a:pt x="34355" y="89478"/>
                  </a:lnTo>
                  <a:lnTo>
                    <a:pt x="34697" y="89307"/>
                  </a:lnTo>
                  <a:close/>
                  <a:moveTo>
                    <a:pt x="3333" y="0"/>
                  </a:moveTo>
                  <a:lnTo>
                    <a:pt x="2649" y="86"/>
                  </a:lnTo>
                  <a:lnTo>
                    <a:pt x="2051" y="257"/>
                  </a:lnTo>
                  <a:lnTo>
                    <a:pt x="1453" y="599"/>
                  </a:lnTo>
                  <a:lnTo>
                    <a:pt x="1026" y="1026"/>
                  </a:lnTo>
                  <a:lnTo>
                    <a:pt x="598" y="1453"/>
                  </a:lnTo>
                  <a:lnTo>
                    <a:pt x="256" y="2052"/>
                  </a:lnTo>
                  <a:lnTo>
                    <a:pt x="85" y="2650"/>
                  </a:lnTo>
                  <a:lnTo>
                    <a:pt x="0" y="3333"/>
                  </a:lnTo>
                  <a:lnTo>
                    <a:pt x="0" y="92213"/>
                  </a:lnTo>
                  <a:lnTo>
                    <a:pt x="85" y="92811"/>
                  </a:lnTo>
                  <a:lnTo>
                    <a:pt x="256" y="93495"/>
                  </a:lnTo>
                  <a:lnTo>
                    <a:pt x="598" y="94007"/>
                  </a:lnTo>
                  <a:lnTo>
                    <a:pt x="1026" y="94520"/>
                  </a:lnTo>
                  <a:lnTo>
                    <a:pt x="1453" y="94862"/>
                  </a:lnTo>
                  <a:lnTo>
                    <a:pt x="2051" y="95204"/>
                  </a:lnTo>
                  <a:lnTo>
                    <a:pt x="2649" y="95375"/>
                  </a:lnTo>
                  <a:lnTo>
                    <a:pt x="3333" y="95460"/>
                  </a:lnTo>
                  <a:lnTo>
                    <a:pt x="66916" y="95460"/>
                  </a:lnTo>
                  <a:lnTo>
                    <a:pt x="67600" y="95375"/>
                  </a:lnTo>
                  <a:lnTo>
                    <a:pt x="68198" y="95204"/>
                  </a:lnTo>
                  <a:lnTo>
                    <a:pt x="68796" y="94862"/>
                  </a:lnTo>
                  <a:lnTo>
                    <a:pt x="69309" y="94520"/>
                  </a:lnTo>
                  <a:lnTo>
                    <a:pt x="69651" y="94007"/>
                  </a:lnTo>
                  <a:lnTo>
                    <a:pt x="69992" y="93495"/>
                  </a:lnTo>
                  <a:lnTo>
                    <a:pt x="70163" y="92811"/>
                  </a:lnTo>
                  <a:lnTo>
                    <a:pt x="70249" y="92213"/>
                  </a:lnTo>
                  <a:lnTo>
                    <a:pt x="70249" y="3333"/>
                  </a:lnTo>
                  <a:lnTo>
                    <a:pt x="70163" y="2650"/>
                  </a:lnTo>
                  <a:lnTo>
                    <a:pt x="69992" y="2052"/>
                  </a:lnTo>
                  <a:lnTo>
                    <a:pt x="69651" y="1453"/>
                  </a:lnTo>
                  <a:lnTo>
                    <a:pt x="69309" y="1026"/>
                  </a:lnTo>
                  <a:lnTo>
                    <a:pt x="68796" y="599"/>
                  </a:lnTo>
                  <a:lnTo>
                    <a:pt x="68198" y="257"/>
                  </a:lnTo>
                  <a:lnTo>
                    <a:pt x="67600" y="86"/>
                  </a:lnTo>
                  <a:lnTo>
                    <a:pt x="6691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981" name="Google Shape;981;p5"/>
            <p:cNvSpPr/>
            <p:nvPr/>
          </p:nvSpPr>
          <p:spPr>
            <a:xfrm>
              <a:off x="2485438" y="3858175"/>
              <a:ext cx="144000" cy="144000"/>
            </a:xfrm>
            <a:prstGeom prst="roundRect">
              <a:avLst>
                <a:gd fmla="val 16667" name="adj"/>
              </a:avLst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982" name="Google Shape;982;p5"/>
          <p:cNvGrpSpPr/>
          <p:nvPr/>
        </p:nvGrpSpPr>
        <p:grpSpPr>
          <a:xfrm>
            <a:off x="7055461" y="319100"/>
            <a:ext cx="1368523" cy="300900"/>
            <a:chOff x="7055224" y="4513500"/>
            <a:chExt cx="1368523" cy="300900"/>
          </a:xfrm>
        </p:grpSpPr>
        <p:grpSp>
          <p:nvGrpSpPr>
            <p:cNvPr id="983" name="Google Shape;983;p5"/>
            <p:cNvGrpSpPr/>
            <p:nvPr/>
          </p:nvGrpSpPr>
          <p:grpSpPr>
            <a:xfrm>
              <a:off x="7629304" y="4513500"/>
              <a:ext cx="794443" cy="300900"/>
              <a:chOff x="7310856" y="4513500"/>
              <a:chExt cx="1113133" cy="300900"/>
            </a:xfrm>
          </p:grpSpPr>
          <p:cxnSp>
            <p:nvCxnSpPr>
              <p:cNvPr id="984" name="Google Shape;984;p5"/>
              <p:cNvCxnSpPr/>
              <p:nvPr/>
            </p:nvCxnSpPr>
            <p:spPr>
              <a:xfrm>
                <a:off x="842398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5" name="Google Shape;985;p5"/>
              <p:cNvCxnSpPr/>
              <p:nvPr/>
            </p:nvCxnSpPr>
            <p:spPr>
              <a:xfrm>
                <a:off x="836886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6" name="Google Shape;986;p5"/>
              <p:cNvCxnSpPr/>
              <p:nvPr/>
            </p:nvCxnSpPr>
            <p:spPr>
              <a:xfrm>
                <a:off x="830274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7" name="Google Shape;987;p5"/>
              <p:cNvCxnSpPr/>
              <p:nvPr/>
            </p:nvCxnSpPr>
            <p:spPr>
              <a:xfrm>
                <a:off x="823660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8" name="Google Shape;988;p5"/>
              <p:cNvCxnSpPr/>
              <p:nvPr/>
            </p:nvCxnSpPr>
            <p:spPr>
              <a:xfrm>
                <a:off x="8170486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89" name="Google Shape;989;p5"/>
              <p:cNvCxnSpPr/>
              <p:nvPr/>
            </p:nvCxnSpPr>
            <p:spPr>
              <a:xfrm>
                <a:off x="8093377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0" name="Google Shape;990;p5"/>
              <p:cNvCxnSpPr/>
              <p:nvPr/>
            </p:nvCxnSpPr>
            <p:spPr>
              <a:xfrm>
                <a:off x="8027260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1" name="Google Shape;991;p5"/>
              <p:cNvCxnSpPr/>
              <p:nvPr/>
            </p:nvCxnSpPr>
            <p:spPr>
              <a:xfrm>
                <a:off x="7961115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2" name="Google Shape;992;p5"/>
              <p:cNvCxnSpPr/>
              <p:nvPr/>
            </p:nvCxnSpPr>
            <p:spPr>
              <a:xfrm>
                <a:off x="7894999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3" name="Google Shape;993;p5"/>
              <p:cNvCxnSpPr/>
              <p:nvPr/>
            </p:nvCxnSpPr>
            <p:spPr>
              <a:xfrm>
                <a:off x="783987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4" name="Google Shape;994;p5"/>
              <p:cNvCxnSpPr/>
              <p:nvPr/>
            </p:nvCxnSpPr>
            <p:spPr>
              <a:xfrm>
                <a:off x="7773757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5" name="Google Shape;995;p5"/>
              <p:cNvCxnSpPr/>
              <p:nvPr/>
            </p:nvCxnSpPr>
            <p:spPr>
              <a:xfrm>
                <a:off x="7707612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6" name="Google Shape;996;p5"/>
              <p:cNvCxnSpPr/>
              <p:nvPr/>
            </p:nvCxnSpPr>
            <p:spPr>
              <a:xfrm>
                <a:off x="7641496" y="4513500"/>
                <a:ext cx="0" cy="300900"/>
              </a:xfrm>
              <a:prstGeom prst="straightConnector1">
                <a:avLst/>
              </a:prstGeom>
              <a:noFill/>
              <a:ln cap="flat" cmpd="sng" w="38100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7" name="Google Shape;997;p5"/>
              <p:cNvCxnSpPr/>
              <p:nvPr/>
            </p:nvCxnSpPr>
            <p:spPr>
              <a:xfrm>
                <a:off x="7575351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8" name="Google Shape;998;p5"/>
              <p:cNvCxnSpPr/>
              <p:nvPr/>
            </p:nvCxnSpPr>
            <p:spPr>
              <a:xfrm>
                <a:off x="7509234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999" name="Google Shape;999;p5"/>
              <p:cNvCxnSpPr/>
              <p:nvPr/>
            </p:nvCxnSpPr>
            <p:spPr>
              <a:xfrm>
                <a:off x="7443117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0" name="Google Shape;1000;p5"/>
              <p:cNvCxnSpPr/>
              <p:nvPr/>
            </p:nvCxnSpPr>
            <p:spPr>
              <a:xfrm>
                <a:off x="7377001" y="4513500"/>
                <a:ext cx="0" cy="3009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1001" name="Google Shape;1001;p5"/>
              <p:cNvCxnSpPr/>
              <p:nvPr/>
            </p:nvCxnSpPr>
            <p:spPr>
              <a:xfrm>
                <a:off x="7310856" y="4513500"/>
                <a:ext cx="0" cy="300900"/>
              </a:xfrm>
              <a:prstGeom prst="straightConnector1">
                <a:avLst/>
              </a:prstGeom>
              <a:noFill/>
              <a:ln cap="flat" cmpd="sng" w="2857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</p:grpSp>
        <p:cxnSp>
          <p:nvCxnSpPr>
            <p:cNvPr id="1002" name="Google Shape;1002;p5"/>
            <p:cNvCxnSpPr/>
            <p:nvPr/>
          </p:nvCxnSpPr>
          <p:spPr>
            <a:xfrm>
              <a:off x="756650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3" name="Google Shape;1003;p5"/>
            <p:cNvCxnSpPr/>
            <p:nvPr/>
          </p:nvCxnSpPr>
          <p:spPr>
            <a:xfrm>
              <a:off x="7527159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4" name="Google Shape;1004;p5"/>
            <p:cNvCxnSpPr/>
            <p:nvPr/>
          </p:nvCxnSpPr>
          <p:spPr>
            <a:xfrm>
              <a:off x="7479971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5" name="Google Shape;1005;p5"/>
            <p:cNvCxnSpPr/>
            <p:nvPr/>
          </p:nvCxnSpPr>
          <p:spPr>
            <a:xfrm>
              <a:off x="743276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6" name="Google Shape;1006;p5"/>
            <p:cNvCxnSpPr/>
            <p:nvPr/>
          </p:nvCxnSpPr>
          <p:spPr>
            <a:xfrm>
              <a:off x="738557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7" name="Google Shape;1007;p5"/>
            <p:cNvCxnSpPr/>
            <p:nvPr/>
          </p:nvCxnSpPr>
          <p:spPr>
            <a:xfrm>
              <a:off x="7330544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8" name="Google Shape;1008;p5"/>
            <p:cNvCxnSpPr/>
            <p:nvPr/>
          </p:nvCxnSpPr>
          <p:spPr>
            <a:xfrm>
              <a:off x="7283356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09" name="Google Shape;1009;p5"/>
            <p:cNvCxnSpPr/>
            <p:nvPr/>
          </p:nvCxnSpPr>
          <p:spPr>
            <a:xfrm>
              <a:off x="7236149" y="4513500"/>
              <a:ext cx="0" cy="300900"/>
            </a:xfrm>
            <a:prstGeom prst="straightConnector1">
              <a:avLst/>
            </a:prstGeom>
            <a:noFill/>
            <a:ln cap="flat" cmpd="sng" w="2857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0" name="Google Shape;1010;p5"/>
            <p:cNvCxnSpPr/>
            <p:nvPr/>
          </p:nvCxnSpPr>
          <p:spPr>
            <a:xfrm>
              <a:off x="7188961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1" name="Google Shape;1011;p5"/>
            <p:cNvCxnSpPr/>
            <p:nvPr/>
          </p:nvCxnSpPr>
          <p:spPr>
            <a:xfrm>
              <a:off x="7149618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2" name="Google Shape;1012;p5"/>
            <p:cNvCxnSpPr/>
            <p:nvPr/>
          </p:nvCxnSpPr>
          <p:spPr>
            <a:xfrm>
              <a:off x="7102431" y="4513500"/>
              <a:ext cx="0" cy="300900"/>
            </a:xfrm>
            <a:prstGeom prst="straightConnector1">
              <a:avLst/>
            </a:prstGeom>
            <a:noFill/>
            <a:ln cap="flat" cmpd="sng" w="381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013" name="Google Shape;1013;p5"/>
            <p:cNvCxnSpPr/>
            <p:nvPr/>
          </p:nvCxnSpPr>
          <p:spPr>
            <a:xfrm>
              <a:off x="7055224" y="4513500"/>
              <a:ext cx="0" cy="3009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014" name="Google Shape;1014;p5"/>
          <p:cNvGrpSpPr/>
          <p:nvPr/>
        </p:nvGrpSpPr>
        <p:grpSpPr>
          <a:xfrm flipH="1" rot="-433983">
            <a:off x="3810469" y="1060094"/>
            <a:ext cx="840946" cy="681460"/>
            <a:chOff x="3809935" y="3450645"/>
            <a:chExt cx="840981" cy="681489"/>
          </a:xfrm>
        </p:grpSpPr>
        <p:sp>
          <p:nvSpPr>
            <p:cNvPr id="1015" name="Google Shape;1015;p5"/>
            <p:cNvSpPr/>
            <p:nvPr/>
          </p:nvSpPr>
          <p:spPr>
            <a:xfrm>
              <a:off x="3869568" y="3513569"/>
              <a:ext cx="781348" cy="618565"/>
            </a:xfrm>
            <a:custGeom>
              <a:rect b="b" l="l" r="r" t="t"/>
              <a:pathLst>
                <a:path extrusionOk="0" h="9211" w="11635">
                  <a:moveTo>
                    <a:pt x="0" y="0"/>
                  </a:moveTo>
                  <a:lnTo>
                    <a:pt x="0" y="9210"/>
                  </a:lnTo>
                  <a:lnTo>
                    <a:pt x="11635" y="9210"/>
                  </a:lnTo>
                  <a:lnTo>
                    <a:pt x="11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6" name="Google Shape;1016;p5"/>
            <p:cNvSpPr/>
            <p:nvPr/>
          </p:nvSpPr>
          <p:spPr>
            <a:xfrm>
              <a:off x="3852779" y="3457360"/>
              <a:ext cx="781348" cy="618565"/>
            </a:xfrm>
            <a:custGeom>
              <a:rect b="b" l="l" r="r" t="t"/>
              <a:pathLst>
                <a:path extrusionOk="0" h="9211" w="11635">
                  <a:moveTo>
                    <a:pt x="0" y="0"/>
                  </a:moveTo>
                  <a:lnTo>
                    <a:pt x="0" y="9210"/>
                  </a:lnTo>
                  <a:lnTo>
                    <a:pt x="11635" y="9210"/>
                  </a:lnTo>
                  <a:lnTo>
                    <a:pt x="116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7" name="Google Shape;1017;p5"/>
            <p:cNvSpPr/>
            <p:nvPr/>
          </p:nvSpPr>
          <p:spPr>
            <a:xfrm>
              <a:off x="3809935" y="3757745"/>
              <a:ext cx="829230" cy="17729"/>
            </a:xfrm>
            <a:custGeom>
              <a:rect b="b" l="l" r="r" t="t"/>
              <a:pathLst>
                <a:path extrusionOk="0" h="264" w="12348">
                  <a:moveTo>
                    <a:pt x="1" y="1"/>
                  </a:moveTo>
                  <a:lnTo>
                    <a:pt x="1" y="201"/>
                  </a:lnTo>
                  <a:lnTo>
                    <a:pt x="12335" y="263"/>
                  </a:lnTo>
                  <a:lnTo>
                    <a:pt x="12348" y="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8" name="Google Shape;1018;p5"/>
            <p:cNvSpPr/>
            <p:nvPr/>
          </p:nvSpPr>
          <p:spPr>
            <a:xfrm>
              <a:off x="4200172" y="3450645"/>
              <a:ext cx="13498" cy="644554"/>
            </a:xfrm>
            <a:custGeom>
              <a:rect b="b" l="l" r="r" t="t"/>
              <a:pathLst>
                <a:path extrusionOk="0" h="9598" w="201">
                  <a:moveTo>
                    <a:pt x="1" y="0"/>
                  </a:moveTo>
                  <a:lnTo>
                    <a:pt x="1" y="9597"/>
                  </a:lnTo>
                  <a:lnTo>
                    <a:pt x="201" y="959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19" name="Google Shape;1019;p5"/>
            <p:cNvSpPr/>
            <p:nvPr/>
          </p:nvSpPr>
          <p:spPr>
            <a:xfrm>
              <a:off x="4162431" y="3738471"/>
              <a:ext cx="84817" cy="98248"/>
            </a:xfrm>
            <a:custGeom>
              <a:rect b="b" l="l" r="r" t="t"/>
              <a:pathLst>
                <a:path extrusionOk="0" h="1463" w="1263">
                  <a:moveTo>
                    <a:pt x="650" y="0"/>
                  </a:moveTo>
                  <a:lnTo>
                    <a:pt x="563" y="325"/>
                  </a:lnTo>
                  <a:cubicBezTo>
                    <a:pt x="450" y="700"/>
                    <a:pt x="263" y="1038"/>
                    <a:pt x="1" y="1325"/>
                  </a:cubicBezTo>
                  <a:lnTo>
                    <a:pt x="151" y="1462"/>
                  </a:lnTo>
                  <a:cubicBezTo>
                    <a:pt x="363" y="1213"/>
                    <a:pt x="538" y="938"/>
                    <a:pt x="663" y="638"/>
                  </a:cubicBezTo>
                  <a:cubicBezTo>
                    <a:pt x="788" y="888"/>
                    <a:pt x="925" y="1125"/>
                    <a:pt x="1088" y="1350"/>
                  </a:cubicBezTo>
                  <a:cubicBezTo>
                    <a:pt x="1113" y="1388"/>
                    <a:pt x="1138" y="1413"/>
                    <a:pt x="1188" y="1425"/>
                  </a:cubicBezTo>
                  <a:lnTo>
                    <a:pt x="1225" y="1225"/>
                  </a:lnTo>
                  <a:cubicBezTo>
                    <a:pt x="1238" y="1225"/>
                    <a:pt x="1250" y="1238"/>
                    <a:pt x="1263" y="1238"/>
                  </a:cubicBezTo>
                  <a:cubicBezTo>
                    <a:pt x="1050" y="963"/>
                    <a:pt x="875" y="650"/>
                    <a:pt x="750" y="313"/>
                  </a:cubicBezTo>
                  <a:lnTo>
                    <a:pt x="6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0" name="Google Shape;1020;p5"/>
            <p:cNvSpPr/>
            <p:nvPr/>
          </p:nvSpPr>
          <p:spPr>
            <a:xfrm>
              <a:off x="4202724" y="3660639"/>
              <a:ext cx="125110" cy="106441"/>
            </a:xfrm>
            <a:custGeom>
              <a:rect b="b" l="l" r="r" t="t"/>
              <a:pathLst>
                <a:path extrusionOk="0" h="1585" w="1863">
                  <a:moveTo>
                    <a:pt x="1363" y="201"/>
                  </a:moveTo>
                  <a:cubicBezTo>
                    <a:pt x="1416" y="201"/>
                    <a:pt x="1468" y="218"/>
                    <a:pt x="1513" y="260"/>
                  </a:cubicBezTo>
                  <a:cubicBezTo>
                    <a:pt x="1638" y="372"/>
                    <a:pt x="1563" y="585"/>
                    <a:pt x="1475" y="710"/>
                  </a:cubicBezTo>
                  <a:cubicBezTo>
                    <a:pt x="1175" y="1084"/>
                    <a:pt x="738" y="1322"/>
                    <a:pt x="263" y="1384"/>
                  </a:cubicBezTo>
                  <a:cubicBezTo>
                    <a:pt x="300" y="1334"/>
                    <a:pt x="325" y="1284"/>
                    <a:pt x="375" y="1209"/>
                  </a:cubicBezTo>
                  <a:cubicBezTo>
                    <a:pt x="400" y="1184"/>
                    <a:pt x="413" y="1147"/>
                    <a:pt x="425" y="1134"/>
                  </a:cubicBezTo>
                  <a:cubicBezTo>
                    <a:pt x="488" y="1059"/>
                    <a:pt x="525" y="984"/>
                    <a:pt x="613" y="872"/>
                  </a:cubicBezTo>
                  <a:cubicBezTo>
                    <a:pt x="688" y="759"/>
                    <a:pt x="763" y="647"/>
                    <a:pt x="850" y="547"/>
                  </a:cubicBezTo>
                  <a:cubicBezTo>
                    <a:pt x="863" y="510"/>
                    <a:pt x="900" y="485"/>
                    <a:pt x="925" y="460"/>
                  </a:cubicBezTo>
                  <a:cubicBezTo>
                    <a:pt x="974" y="401"/>
                    <a:pt x="1180" y="201"/>
                    <a:pt x="1363" y="201"/>
                  </a:cubicBezTo>
                  <a:close/>
                  <a:moveTo>
                    <a:pt x="1370" y="0"/>
                  </a:moveTo>
                  <a:cubicBezTo>
                    <a:pt x="1164" y="0"/>
                    <a:pt x="944" y="141"/>
                    <a:pt x="775" y="310"/>
                  </a:cubicBezTo>
                  <a:cubicBezTo>
                    <a:pt x="750" y="347"/>
                    <a:pt x="713" y="372"/>
                    <a:pt x="688" y="410"/>
                  </a:cubicBezTo>
                  <a:cubicBezTo>
                    <a:pt x="600" y="522"/>
                    <a:pt x="513" y="647"/>
                    <a:pt x="438" y="759"/>
                  </a:cubicBezTo>
                  <a:cubicBezTo>
                    <a:pt x="375" y="847"/>
                    <a:pt x="325" y="934"/>
                    <a:pt x="263" y="1009"/>
                  </a:cubicBezTo>
                  <a:cubicBezTo>
                    <a:pt x="250" y="1034"/>
                    <a:pt x="225" y="1059"/>
                    <a:pt x="200" y="1097"/>
                  </a:cubicBezTo>
                  <a:cubicBezTo>
                    <a:pt x="150" y="1197"/>
                    <a:pt x="75" y="1297"/>
                    <a:pt x="0" y="1384"/>
                  </a:cubicBezTo>
                  <a:cubicBezTo>
                    <a:pt x="13" y="1378"/>
                    <a:pt x="22" y="1375"/>
                    <a:pt x="30" y="1375"/>
                  </a:cubicBezTo>
                  <a:cubicBezTo>
                    <a:pt x="38" y="1375"/>
                    <a:pt x="44" y="1378"/>
                    <a:pt x="50" y="1384"/>
                  </a:cubicBezTo>
                  <a:lnTo>
                    <a:pt x="13" y="1572"/>
                  </a:lnTo>
                  <a:cubicBezTo>
                    <a:pt x="75" y="1584"/>
                    <a:pt x="138" y="1584"/>
                    <a:pt x="200" y="1584"/>
                  </a:cubicBezTo>
                  <a:cubicBezTo>
                    <a:pt x="738" y="1584"/>
                    <a:pt x="1338" y="1209"/>
                    <a:pt x="1625" y="822"/>
                  </a:cubicBezTo>
                  <a:cubicBezTo>
                    <a:pt x="1787" y="610"/>
                    <a:pt x="1862" y="297"/>
                    <a:pt x="1650" y="110"/>
                  </a:cubicBezTo>
                  <a:cubicBezTo>
                    <a:pt x="1565" y="33"/>
                    <a:pt x="1469" y="0"/>
                    <a:pt x="1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1" name="Google Shape;1021;p5"/>
            <p:cNvSpPr/>
            <p:nvPr/>
          </p:nvSpPr>
          <p:spPr>
            <a:xfrm>
              <a:off x="4095276" y="3644454"/>
              <a:ext cx="120946" cy="125983"/>
            </a:xfrm>
            <a:custGeom>
              <a:rect b="b" l="l" r="r" t="t"/>
              <a:pathLst>
                <a:path extrusionOk="0" h="1876" w="1801">
                  <a:moveTo>
                    <a:pt x="579" y="198"/>
                  </a:moveTo>
                  <a:cubicBezTo>
                    <a:pt x="672" y="198"/>
                    <a:pt x="764" y="234"/>
                    <a:pt x="838" y="301"/>
                  </a:cubicBezTo>
                  <a:cubicBezTo>
                    <a:pt x="976" y="438"/>
                    <a:pt x="1088" y="601"/>
                    <a:pt x="1151" y="788"/>
                  </a:cubicBezTo>
                  <a:cubicBezTo>
                    <a:pt x="1201" y="876"/>
                    <a:pt x="1238" y="963"/>
                    <a:pt x="1288" y="1063"/>
                  </a:cubicBezTo>
                  <a:cubicBezTo>
                    <a:pt x="1388" y="1250"/>
                    <a:pt x="1475" y="1438"/>
                    <a:pt x="1550" y="1650"/>
                  </a:cubicBezTo>
                  <a:cubicBezTo>
                    <a:pt x="1475" y="1613"/>
                    <a:pt x="1400" y="1575"/>
                    <a:pt x="1326" y="1538"/>
                  </a:cubicBezTo>
                  <a:cubicBezTo>
                    <a:pt x="1276" y="1513"/>
                    <a:pt x="1226" y="1488"/>
                    <a:pt x="1188" y="1475"/>
                  </a:cubicBezTo>
                  <a:lnTo>
                    <a:pt x="1201" y="1475"/>
                  </a:lnTo>
                  <a:cubicBezTo>
                    <a:pt x="876" y="1338"/>
                    <a:pt x="476" y="1138"/>
                    <a:pt x="313" y="776"/>
                  </a:cubicBezTo>
                  <a:cubicBezTo>
                    <a:pt x="226" y="601"/>
                    <a:pt x="238" y="351"/>
                    <a:pt x="388" y="251"/>
                  </a:cubicBezTo>
                  <a:cubicBezTo>
                    <a:pt x="449" y="215"/>
                    <a:pt x="515" y="198"/>
                    <a:pt x="579" y="198"/>
                  </a:cubicBezTo>
                  <a:close/>
                  <a:moveTo>
                    <a:pt x="571" y="0"/>
                  </a:moveTo>
                  <a:cubicBezTo>
                    <a:pt x="466" y="0"/>
                    <a:pt x="360" y="29"/>
                    <a:pt x="263" y="88"/>
                  </a:cubicBezTo>
                  <a:cubicBezTo>
                    <a:pt x="13" y="251"/>
                    <a:pt x="1" y="613"/>
                    <a:pt x="126" y="863"/>
                  </a:cubicBezTo>
                  <a:cubicBezTo>
                    <a:pt x="313" y="1275"/>
                    <a:pt x="751" y="1500"/>
                    <a:pt x="1113" y="1663"/>
                  </a:cubicBezTo>
                  <a:cubicBezTo>
                    <a:pt x="1151" y="1675"/>
                    <a:pt x="1188" y="1700"/>
                    <a:pt x="1238" y="1713"/>
                  </a:cubicBezTo>
                  <a:cubicBezTo>
                    <a:pt x="1363" y="1800"/>
                    <a:pt x="1513" y="1850"/>
                    <a:pt x="1675" y="1875"/>
                  </a:cubicBezTo>
                  <a:lnTo>
                    <a:pt x="1688" y="1875"/>
                  </a:lnTo>
                  <a:lnTo>
                    <a:pt x="1800" y="1863"/>
                  </a:lnTo>
                  <a:lnTo>
                    <a:pt x="1775" y="1750"/>
                  </a:lnTo>
                  <a:cubicBezTo>
                    <a:pt x="1713" y="1475"/>
                    <a:pt x="1613" y="1213"/>
                    <a:pt x="1463" y="963"/>
                  </a:cubicBezTo>
                  <a:cubicBezTo>
                    <a:pt x="1425" y="876"/>
                    <a:pt x="1376" y="788"/>
                    <a:pt x="1338" y="701"/>
                  </a:cubicBezTo>
                  <a:cubicBezTo>
                    <a:pt x="1251" y="488"/>
                    <a:pt x="1126" y="301"/>
                    <a:pt x="963" y="151"/>
                  </a:cubicBezTo>
                  <a:cubicBezTo>
                    <a:pt x="849" y="51"/>
                    <a:pt x="711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2" name="Google Shape;1022;p5"/>
          <p:cNvGrpSpPr/>
          <p:nvPr/>
        </p:nvGrpSpPr>
        <p:grpSpPr>
          <a:xfrm rot="-3350207">
            <a:off x="645978" y="3646709"/>
            <a:ext cx="673180" cy="862238"/>
            <a:chOff x="423050" y="2039550"/>
            <a:chExt cx="318150" cy="407500"/>
          </a:xfrm>
        </p:grpSpPr>
        <p:sp>
          <p:nvSpPr>
            <p:cNvPr id="1023" name="Google Shape;1023;p5"/>
            <p:cNvSpPr/>
            <p:nvPr/>
          </p:nvSpPr>
          <p:spPr>
            <a:xfrm>
              <a:off x="423050" y="2039550"/>
              <a:ext cx="318150" cy="407500"/>
            </a:xfrm>
            <a:custGeom>
              <a:rect b="b" l="l" r="r" t="t"/>
              <a:pathLst>
                <a:path extrusionOk="0" h="16300" w="12726">
                  <a:moveTo>
                    <a:pt x="11315" y="0"/>
                  </a:moveTo>
                  <a:cubicBezTo>
                    <a:pt x="11239" y="0"/>
                    <a:pt x="11163" y="35"/>
                    <a:pt x="11115" y="98"/>
                  </a:cubicBezTo>
                  <a:lnTo>
                    <a:pt x="79" y="15076"/>
                  </a:lnTo>
                  <a:cubicBezTo>
                    <a:pt x="0" y="15181"/>
                    <a:pt x="26" y="15338"/>
                    <a:pt x="131" y="15416"/>
                  </a:cubicBezTo>
                  <a:lnTo>
                    <a:pt x="1270" y="16254"/>
                  </a:lnTo>
                  <a:cubicBezTo>
                    <a:pt x="1311" y="16285"/>
                    <a:pt x="1361" y="16300"/>
                    <a:pt x="1410" y="16300"/>
                  </a:cubicBezTo>
                  <a:cubicBezTo>
                    <a:pt x="1486" y="16300"/>
                    <a:pt x="1563" y="16265"/>
                    <a:pt x="1610" y="16202"/>
                  </a:cubicBezTo>
                  <a:lnTo>
                    <a:pt x="12647" y="1224"/>
                  </a:lnTo>
                  <a:cubicBezTo>
                    <a:pt x="12726" y="1120"/>
                    <a:pt x="12700" y="963"/>
                    <a:pt x="12595" y="884"/>
                  </a:cubicBezTo>
                  <a:lnTo>
                    <a:pt x="11456" y="46"/>
                  </a:lnTo>
                  <a:cubicBezTo>
                    <a:pt x="11414" y="15"/>
                    <a:pt x="11365" y="0"/>
                    <a:pt x="113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4" name="Google Shape;1024;p5"/>
            <p:cNvSpPr/>
            <p:nvPr/>
          </p:nvSpPr>
          <p:spPr>
            <a:xfrm>
              <a:off x="529150" y="2194150"/>
              <a:ext cx="108300" cy="97850"/>
            </a:xfrm>
            <a:custGeom>
              <a:rect b="b" l="l" r="r" t="t"/>
              <a:pathLst>
                <a:path extrusionOk="0" h="3914" w="4332">
                  <a:moveTo>
                    <a:pt x="2136" y="0"/>
                  </a:moveTo>
                  <a:cubicBezTo>
                    <a:pt x="1023" y="0"/>
                    <a:pt x="0" y="972"/>
                    <a:pt x="194" y="2254"/>
                  </a:cubicBezTo>
                  <a:cubicBezTo>
                    <a:pt x="354" y="3301"/>
                    <a:pt x="1236" y="3914"/>
                    <a:pt x="2134" y="3914"/>
                  </a:cubicBezTo>
                  <a:cubicBezTo>
                    <a:pt x="2707" y="3914"/>
                    <a:pt x="3287" y="3664"/>
                    <a:pt x="3690" y="3118"/>
                  </a:cubicBezTo>
                  <a:cubicBezTo>
                    <a:pt x="4331" y="2254"/>
                    <a:pt x="4148" y="1023"/>
                    <a:pt x="3284" y="382"/>
                  </a:cubicBezTo>
                  <a:cubicBezTo>
                    <a:pt x="2922" y="118"/>
                    <a:pt x="2524" y="0"/>
                    <a:pt x="213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5" name="Google Shape;1025;p5"/>
            <p:cNvSpPr/>
            <p:nvPr/>
          </p:nvSpPr>
          <p:spPr>
            <a:xfrm>
              <a:off x="576875" y="2211900"/>
              <a:ext cx="34050" cy="52700"/>
            </a:xfrm>
            <a:custGeom>
              <a:rect b="b" l="l" r="r" t="t"/>
              <a:pathLst>
                <a:path extrusionOk="0" h="2108" w="1362">
                  <a:moveTo>
                    <a:pt x="1076" y="1"/>
                  </a:moveTo>
                  <a:cubicBezTo>
                    <a:pt x="1052" y="1"/>
                    <a:pt x="1028" y="12"/>
                    <a:pt x="1009" y="39"/>
                  </a:cubicBezTo>
                  <a:lnTo>
                    <a:pt x="0" y="1400"/>
                  </a:lnTo>
                  <a:lnTo>
                    <a:pt x="1218" y="2094"/>
                  </a:lnTo>
                  <a:cubicBezTo>
                    <a:pt x="1231" y="2094"/>
                    <a:pt x="1244" y="2107"/>
                    <a:pt x="1257" y="2107"/>
                  </a:cubicBezTo>
                  <a:cubicBezTo>
                    <a:pt x="1336" y="2107"/>
                    <a:pt x="1362" y="1989"/>
                    <a:pt x="1297" y="1950"/>
                  </a:cubicBezTo>
                  <a:lnTo>
                    <a:pt x="236" y="1348"/>
                  </a:lnTo>
                  <a:lnTo>
                    <a:pt x="1139" y="130"/>
                  </a:lnTo>
                  <a:cubicBezTo>
                    <a:pt x="1186" y="65"/>
                    <a:pt x="1134" y="1"/>
                    <a:pt x="1076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6" name="Google Shape;1026;p5"/>
            <p:cNvSpPr/>
            <p:nvPr/>
          </p:nvSpPr>
          <p:spPr>
            <a:xfrm>
              <a:off x="620100" y="2171075"/>
              <a:ext cx="19650" cy="17700"/>
            </a:xfrm>
            <a:custGeom>
              <a:rect b="b" l="l" r="r" t="t"/>
              <a:pathLst>
                <a:path extrusionOk="0" h="708" w="786">
                  <a:moveTo>
                    <a:pt x="386" y="0"/>
                  </a:moveTo>
                  <a:cubicBezTo>
                    <a:pt x="182" y="0"/>
                    <a:pt x="0" y="179"/>
                    <a:pt x="39" y="402"/>
                  </a:cubicBezTo>
                  <a:cubicBezTo>
                    <a:pt x="63" y="593"/>
                    <a:pt x="223" y="707"/>
                    <a:pt x="386" y="707"/>
                  </a:cubicBezTo>
                  <a:cubicBezTo>
                    <a:pt x="491" y="707"/>
                    <a:pt x="596" y="661"/>
                    <a:pt x="667" y="559"/>
                  </a:cubicBezTo>
                  <a:cubicBezTo>
                    <a:pt x="785" y="402"/>
                    <a:pt x="746" y="192"/>
                    <a:pt x="602" y="74"/>
                  </a:cubicBezTo>
                  <a:cubicBezTo>
                    <a:pt x="533" y="23"/>
                    <a:pt x="458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7" name="Google Shape;1027;p5"/>
            <p:cNvSpPr/>
            <p:nvPr/>
          </p:nvSpPr>
          <p:spPr>
            <a:xfrm>
              <a:off x="641050" y="2142550"/>
              <a:ext cx="19650" cy="17750"/>
            </a:xfrm>
            <a:custGeom>
              <a:rect b="b" l="l" r="r" t="t"/>
              <a:pathLst>
                <a:path extrusionOk="0" h="710" w="786">
                  <a:moveTo>
                    <a:pt x="386" y="0"/>
                  </a:moveTo>
                  <a:cubicBezTo>
                    <a:pt x="186" y="0"/>
                    <a:pt x="0" y="174"/>
                    <a:pt x="39" y="404"/>
                  </a:cubicBezTo>
                  <a:cubicBezTo>
                    <a:pt x="71" y="595"/>
                    <a:pt x="229" y="709"/>
                    <a:pt x="393" y="709"/>
                  </a:cubicBezTo>
                  <a:cubicBezTo>
                    <a:pt x="497" y="709"/>
                    <a:pt x="604" y="663"/>
                    <a:pt x="680" y="561"/>
                  </a:cubicBezTo>
                  <a:cubicBezTo>
                    <a:pt x="785" y="404"/>
                    <a:pt x="759" y="194"/>
                    <a:pt x="602" y="76"/>
                  </a:cubicBezTo>
                  <a:cubicBezTo>
                    <a:pt x="535" y="23"/>
                    <a:pt x="460" y="0"/>
                    <a:pt x="38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28" name="Google Shape;1028;p5"/>
            <p:cNvSpPr/>
            <p:nvPr/>
          </p:nvSpPr>
          <p:spPr>
            <a:xfrm>
              <a:off x="662225" y="2113925"/>
              <a:ext cx="19750" cy="17750"/>
            </a:xfrm>
            <a:custGeom>
              <a:rect b="b" l="l" r="r" t="t"/>
              <a:pathLst>
                <a:path extrusionOk="0" h="710" w="790">
                  <a:moveTo>
                    <a:pt x="388" y="1"/>
                  </a:moveTo>
                  <a:cubicBezTo>
                    <a:pt x="188" y="1"/>
                    <a:pt x="0" y="176"/>
                    <a:pt x="30" y="410"/>
                  </a:cubicBezTo>
                  <a:cubicBezTo>
                    <a:pt x="61" y="601"/>
                    <a:pt x="224" y="709"/>
                    <a:pt x="388" y="709"/>
                  </a:cubicBezTo>
                  <a:cubicBezTo>
                    <a:pt x="493" y="709"/>
                    <a:pt x="599" y="664"/>
                    <a:pt x="671" y="567"/>
                  </a:cubicBezTo>
                  <a:cubicBezTo>
                    <a:pt x="789" y="410"/>
                    <a:pt x="750" y="187"/>
                    <a:pt x="593" y="69"/>
                  </a:cubicBezTo>
                  <a:cubicBezTo>
                    <a:pt x="529" y="22"/>
                    <a:pt x="457" y="1"/>
                    <a:pt x="38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29" name="Google Shape;1029;p5"/>
          <p:cNvGrpSpPr/>
          <p:nvPr/>
        </p:nvGrpSpPr>
        <p:grpSpPr>
          <a:xfrm rot="709984">
            <a:off x="7850454" y="4013025"/>
            <a:ext cx="870064" cy="564163"/>
            <a:chOff x="3861980" y="1963565"/>
            <a:chExt cx="555640" cy="360286"/>
          </a:xfrm>
        </p:grpSpPr>
        <p:sp>
          <p:nvSpPr>
            <p:cNvPr id="1030" name="Google Shape;1030;p5"/>
            <p:cNvSpPr/>
            <p:nvPr/>
          </p:nvSpPr>
          <p:spPr>
            <a:xfrm>
              <a:off x="3861980" y="1963565"/>
              <a:ext cx="555640" cy="317240"/>
            </a:xfrm>
            <a:custGeom>
              <a:rect b="b" l="l" r="r" t="t"/>
              <a:pathLst>
                <a:path extrusionOk="0" h="4724" w="8274">
                  <a:moveTo>
                    <a:pt x="138" y="0"/>
                  </a:moveTo>
                  <a:cubicBezTo>
                    <a:pt x="1" y="0"/>
                    <a:pt x="1" y="200"/>
                    <a:pt x="138" y="200"/>
                  </a:cubicBezTo>
                  <a:lnTo>
                    <a:pt x="1838" y="200"/>
                  </a:lnTo>
                  <a:cubicBezTo>
                    <a:pt x="1888" y="200"/>
                    <a:pt x="1925" y="225"/>
                    <a:pt x="1950" y="275"/>
                  </a:cubicBezTo>
                  <a:lnTo>
                    <a:pt x="3087" y="4499"/>
                  </a:lnTo>
                  <a:cubicBezTo>
                    <a:pt x="3125" y="4611"/>
                    <a:pt x="3225" y="4699"/>
                    <a:pt x="3350" y="4699"/>
                  </a:cubicBezTo>
                  <a:lnTo>
                    <a:pt x="7311" y="4724"/>
                  </a:lnTo>
                  <a:cubicBezTo>
                    <a:pt x="7424" y="4724"/>
                    <a:pt x="7536" y="4636"/>
                    <a:pt x="7574" y="4524"/>
                  </a:cubicBezTo>
                  <a:lnTo>
                    <a:pt x="8236" y="1675"/>
                  </a:lnTo>
                  <a:cubicBezTo>
                    <a:pt x="8274" y="1525"/>
                    <a:pt x="8161" y="1375"/>
                    <a:pt x="7999" y="1375"/>
                  </a:cubicBezTo>
                  <a:lnTo>
                    <a:pt x="3062" y="1375"/>
                  </a:lnTo>
                  <a:cubicBezTo>
                    <a:pt x="3059" y="1374"/>
                    <a:pt x="3056" y="1374"/>
                    <a:pt x="3054" y="1374"/>
                  </a:cubicBezTo>
                  <a:cubicBezTo>
                    <a:pt x="2953" y="1374"/>
                    <a:pt x="2953" y="1575"/>
                    <a:pt x="3054" y="1575"/>
                  </a:cubicBezTo>
                  <a:cubicBezTo>
                    <a:pt x="3056" y="1575"/>
                    <a:pt x="3059" y="1575"/>
                    <a:pt x="3062" y="1575"/>
                  </a:cubicBezTo>
                  <a:lnTo>
                    <a:pt x="7999" y="1575"/>
                  </a:lnTo>
                  <a:cubicBezTo>
                    <a:pt x="8011" y="1575"/>
                    <a:pt x="8024" y="1587"/>
                    <a:pt x="8036" y="1587"/>
                  </a:cubicBezTo>
                  <a:cubicBezTo>
                    <a:pt x="8049" y="1600"/>
                    <a:pt x="8049" y="1612"/>
                    <a:pt x="8049" y="1625"/>
                  </a:cubicBezTo>
                  <a:lnTo>
                    <a:pt x="7374" y="4474"/>
                  </a:lnTo>
                  <a:cubicBezTo>
                    <a:pt x="7361" y="4499"/>
                    <a:pt x="7336" y="4524"/>
                    <a:pt x="7311" y="4524"/>
                  </a:cubicBezTo>
                  <a:lnTo>
                    <a:pt x="3350" y="4499"/>
                  </a:lnTo>
                  <a:cubicBezTo>
                    <a:pt x="3325" y="4499"/>
                    <a:pt x="3287" y="4474"/>
                    <a:pt x="3287" y="4449"/>
                  </a:cubicBezTo>
                  <a:lnTo>
                    <a:pt x="2138" y="225"/>
                  </a:lnTo>
                  <a:cubicBezTo>
                    <a:pt x="2100" y="87"/>
                    <a:pt x="1975" y="0"/>
                    <a:pt x="18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1" name="Google Shape;1031;p5"/>
            <p:cNvSpPr/>
            <p:nvPr/>
          </p:nvSpPr>
          <p:spPr>
            <a:xfrm>
              <a:off x="4083524" y="2135548"/>
              <a:ext cx="266941" cy="13498"/>
            </a:xfrm>
            <a:custGeom>
              <a:rect b="b" l="l" r="r" t="t"/>
              <a:pathLst>
                <a:path extrusionOk="0" h="201" w="3975">
                  <a:moveTo>
                    <a:pt x="113" y="1"/>
                  </a:moveTo>
                  <a:cubicBezTo>
                    <a:pt x="1" y="13"/>
                    <a:pt x="1" y="188"/>
                    <a:pt x="113" y="201"/>
                  </a:cubicBezTo>
                  <a:lnTo>
                    <a:pt x="3850" y="201"/>
                  </a:lnTo>
                  <a:cubicBezTo>
                    <a:pt x="3975" y="188"/>
                    <a:pt x="3975" y="13"/>
                    <a:pt x="3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2" name="Google Shape;1032;p5"/>
            <p:cNvSpPr/>
            <p:nvPr/>
          </p:nvSpPr>
          <p:spPr>
            <a:xfrm>
              <a:off x="4084397" y="2188467"/>
              <a:ext cx="264389" cy="13498"/>
            </a:xfrm>
            <a:custGeom>
              <a:rect b="b" l="l" r="r" t="t"/>
              <a:pathLst>
                <a:path extrusionOk="0" h="201" w="3937">
                  <a:moveTo>
                    <a:pt x="100" y="0"/>
                  </a:moveTo>
                  <a:cubicBezTo>
                    <a:pt x="50" y="0"/>
                    <a:pt x="0" y="38"/>
                    <a:pt x="0" y="100"/>
                  </a:cubicBezTo>
                  <a:cubicBezTo>
                    <a:pt x="0" y="150"/>
                    <a:pt x="50" y="200"/>
                    <a:pt x="100" y="200"/>
                  </a:cubicBezTo>
                  <a:lnTo>
                    <a:pt x="3837" y="200"/>
                  </a:lnTo>
                  <a:cubicBezTo>
                    <a:pt x="3899" y="200"/>
                    <a:pt x="3937" y="150"/>
                    <a:pt x="3937" y="100"/>
                  </a:cubicBezTo>
                  <a:cubicBezTo>
                    <a:pt x="3937" y="38"/>
                    <a:pt x="3899" y="0"/>
                    <a:pt x="3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3" name="Google Shape;1033;p5"/>
            <p:cNvSpPr/>
            <p:nvPr/>
          </p:nvSpPr>
          <p:spPr>
            <a:xfrm>
              <a:off x="4118780" y="2274022"/>
              <a:ext cx="58828" cy="49829"/>
            </a:xfrm>
            <a:custGeom>
              <a:rect b="b" l="l" r="r" t="t"/>
              <a:pathLst>
                <a:path extrusionOk="0" h="742" w="876">
                  <a:moveTo>
                    <a:pt x="501" y="1"/>
                  </a:moveTo>
                  <a:cubicBezTo>
                    <a:pt x="163" y="1"/>
                    <a:pt x="1" y="401"/>
                    <a:pt x="238" y="638"/>
                  </a:cubicBezTo>
                  <a:cubicBezTo>
                    <a:pt x="310" y="710"/>
                    <a:pt x="400" y="742"/>
                    <a:pt x="490" y="742"/>
                  </a:cubicBezTo>
                  <a:cubicBezTo>
                    <a:pt x="684" y="742"/>
                    <a:pt x="876" y="593"/>
                    <a:pt x="876" y="363"/>
                  </a:cubicBezTo>
                  <a:cubicBezTo>
                    <a:pt x="876" y="163"/>
                    <a:pt x="701" y="1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34" name="Google Shape;1034;p5"/>
            <p:cNvSpPr/>
            <p:nvPr/>
          </p:nvSpPr>
          <p:spPr>
            <a:xfrm>
              <a:off x="4278274" y="2274022"/>
              <a:ext cx="58761" cy="49829"/>
            </a:xfrm>
            <a:custGeom>
              <a:rect b="b" l="l" r="r" t="t"/>
              <a:pathLst>
                <a:path extrusionOk="0" h="742" w="875">
                  <a:moveTo>
                    <a:pt x="500" y="1"/>
                  </a:moveTo>
                  <a:cubicBezTo>
                    <a:pt x="163" y="1"/>
                    <a:pt x="0" y="401"/>
                    <a:pt x="238" y="638"/>
                  </a:cubicBezTo>
                  <a:cubicBezTo>
                    <a:pt x="313" y="710"/>
                    <a:pt x="405" y="742"/>
                    <a:pt x="495" y="742"/>
                  </a:cubicBezTo>
                  <a:cubicBezTo>
                    <a:pt x="689" y="742"/>
                    <a:pt x="875" y="593"/>
                    <a:pt x="875" y="363"/>
                  </a:cubicBezTo>
                  <a:cubicBezTo>
                    <a:pt x="875" y="163"/>
                    <a:pt x="700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8" name="Shape 10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9" name="Google Shape;1039;p7"/>
          <p:cNvSpPr/>
          <p:nvPr/>
        </p:nvSpPr>
        <p:spPr>
          <a:xfrm>
            <a:off x="5918975" y="1469775"/>
            <a:ext cx="609000" cy="601500"/>
          </a:xfrm>
          <a:prstGeom prst="roundRect">
            <a:avLst>
              <a:gd fmla="val 675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0" name="Google Shape;1040;p7"/>
          <p:cNvSpPr txBox="1"/>
          <p:nvPr>
            <p:ph type="title"/>
          </p:nvPr>
        </p:nvSpPr>
        <p:spPr>
          <a:xfrm>
            <a:off x="646175" y="175200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Анализ рынка</a:t>
            </a:r>
            <a:endParaRPr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041" name="Google Shape;1041;p7"/>
          <p:cNvSpPr txBox="1"/>
          <p:nvPr>
            <p:ph idx="1" type="subTitle"/>
          </p:nvPr>
        </p:nvSpPr>
        <p:spPr>
          <a:xfrm>
            <a:off x="4305575" y="2142425"/>
            <a:ext cx="40446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Проверка доступности магазина в конкретный момент времени 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Быстрота поиска конкретного товара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Char char="●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Получение списка магазинов с искомым товаром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2121"/>
              </a:buClr>
              <a:buSzPts val="1600"/>
              <a:buFont typeface="Roboto Serif Medium"/>
              <a:buChar char="●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Маркетинговые стратегии развития магазинов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042" name="Google Shape;1042;p7"/>
          <p:cNvSpPr txBox="1"/>
          <p:nvPr>
            <p:ph idx="2" type="subTitle"/>
          </p:nvPr>
        </p:nvSpPr>
        <p:spPr>
          <a:xfrm>
            <a:off x="1353100" y="2142425"/>
            <a:ext cx="3023700" cy="18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Карты торговых центров и маршруты к магазинам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655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00"/>
              <a:buFont typeface="Times New Roman"/>
              <a:buChar char="●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Поиск по категориям товара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grpSp>
        <p:nvGrpSpPr>
          <p:cNvPr id="1043" name="Google Shape;1043;p7"/>
          <p:cNvGrpSpPr/>
          <p:nvPr/>
        </p:nvGrpSpPr>
        <p:grpSpPr>
          <a:xfrm rot="687332">
            <a:off x="7334171" y="543504"/>
            <a:ext cx="1072863" cy="810281"/>
            <a:chOff x="5177150" y="1453425"/>
            <a:chExt cx="712875" cy="538400"/>
          </a:xfrm>
        </p:grpSpPr>
        <p:sp>
          <p:nvSpPr>
            <p:cNvPr id="1044" name="Google Shape;1044;p7"/>
            <p:cNvSpPr/>
            <p:nvPr/>
          </p:nvSpPr>
          <p:spPr>
            <a:xfrm>
              <a:off x="5650750" y="1465175"/>
              <a:ext cx="239275" cy="526650"/>
            </a:xfrm>
            <a:custGeom>
              <a:rect b="b" l="l" r="r" t="t"/>
              <a:pathLst>
                <a:path extrusionOk="0" h="21066" w="9571">
                  <a:moveTo>
                    <a:pt x="4750" y="0"/>
                  </a:moveTo>
                  <a:cubicBezTo>
                    <a:pt x="4446" y="0"/>
                    <a:pt x="4143" y="39"/>
                    <a:pt x="3850" y="123"/>
                  </a:cubicBezTo>
                  <a:cubicBezTo>
                    <a:pt x="1716" y="738"/>
                    <a:pt x="865" y="3278"/>
                    <a:pt x="577" y="5478"/>
                  </a:cubicBezTo>
                  <a:cubicBezTo>
                    <a:pt x="105" y="9012"/>
                    <a:pt x="616" y="12508"/>
                    <a:pt x="131" y="16017"/>
                  </a:cubicBezTo>
                  <a:cubicBezTo>
                    <a:pt x="66" y="16383"/>
                    <a:pt x="40" y="16750"/>
                    <a:pt x="27" y="17130"/>
                  </a:cubicBezTo>
                  <a:cubicBezTo>
                    <a:pt x="0" y="18177"/>
                    <a:pt x="197" y="19224"/>
                    <a:pt x="891" y="19971"/>
                  </a:cubicBezTo>
                  <a:cubicBezTo>
                    <a:pt x="1467" y="20599"/>
                    <a:pt x="2318" y="20926"/>
                    <a:pt x="3156" y="21018"/>
                  </a:cubicBezTo>
                  <a:cubicBezTo>
                    <a:pt x="3424" y="21050"/>
                    <a:pt x="3676" y="21065"/>
                    <a:pt x="3912" y="21065"/>
                  </a:cubicBezTo>
                  <a:cubicBezTo>
                    <a:pt x="6397" y="21065"/>
                    <a:pt x="7117" y="19347"/>
                    <a:pt x="7607" y="16907"/>
                  </a:cubicBezTo>
                  <a:cubicBezTo>
                    <a:pt x="8026" y="14812"/>
                    <a:pt x="8445" y="12718"/>
                    <a:pt x="8864" y="10610"/>
                  </a:cubicBezTo>
                  <a:cubicBezTo>
                    <a:pt x="9217" y="8868"/>
                    <a:pt x="9571" y="7088"/>
                    <a:pt x="9401" y="5307"/>
                  </a:cubicBezTo>
                  <a:cubicBezTo>
                    <a:pt x="9230" y="3527"/>
                    <a:pt x="8471" y="1733"/>
                    <a:pt x="6992" y="712"/>
                  </a:cubicBezTo>
                  <a:cubicBezTo>
                    <a:pt x="6339" y="267"/>
                    <a:pt x="5542" y="0"/>
                    <a:pt x="475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5" name="Google Shape;1045;p7"/>
            <p:cNvSpPr/>
            <p:nvPr/>
          </p:nvSpPr>
          <p:spPr>
            <a:xfrm>
              <a:off x="5745000" y="1490175"/>
              <a:ext cx="14100" cy="42575"/>
            </a:xfrm>
            <a:custGeom>
              <a:rect b="b" l="l" r="r" t="t"/>
              <a:pathLst>
                <a:path extrusionOk="0" h="1703" w="564">
                  <a:moveTo>
                    <a:pt x="407" y="0"/>
                  </a:moveTo>
                  <a:lnTo>
                    <a:pt x="1" y="39"/>
                  </a:lnTo>
                  <a:cubicBezTo>
                    <a:pt x="27" y="367"/>
                    <a:pt x="66" y="602"/>
                    <a:pt x="80" y="812"/>
                  </a:cubicBezTo>
                  <a:cubicBezTo>
                    <a:pt x="132" y="1113"/>
                    <a:pt x="145" y="1401"/>
                    <a:pt x="145" y="1702"/>
                  </a:cubicBezTo>
                  <a:lnTo>
                    <a:pt x="564" y="1702"/>
                  </a:lnTo>
                  <a:cubicBezTo>
                    <a:pt x="564" y="1388"/>
                    <a:pt x="538" y="1074"/>
                    <a:pt x="499" y="759"/>
                  </a:cubicBezTo>
                  <a:cubicBezTo>
                    <a:pt x="472" y="563"/>
                    <a:pt x="446" y="327"/>
                    <a:pt x="40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6" name="Google Shape;1046;p7"/>
            <p:cNvSpPr/>
            <p:nvPr/>
          </p:nvSpPr>
          <p:spPr>
            <a:xfrm>
              <a:off x="5659250" y="1524850"/>
              <a:ext cx="207225" cy="230775"/>
            </a:xfrm>
            <a:custGeom>
              <a:rect b="b" l="l" r="r" t="t"/>
              <a:pathLst>
                <a:path extrusionOk="0" h="9231" w="8289">
                  <a:moveTo>
                    <a:pt x="3876" y="1"/>
                  </a:moveTo>
                  <a:lnTo>
                    <a:pt x="3745" y="132"/>
                  </a:lnTo>
                  <a:cubicBezTo>
                    <a:pt x="315" y="3326"/>
                    <a:pt x="1" y="7005"/>
                    <a:pt x="302" y="8498"/>
                  </a:cubicBezTo>
                  <a:lnTo>
                    <a:pt x="708" y="8419"/>
                  </a:lnTo>
                  <a:cubicBezTo>
                    <a:pt x="420" y="7018"/>
                    <a:pt x="721" y="3614"/>
                    <a:pt x="3889" y="564"/>
                  </a:cubicBezTo>
                  <a:cubicBezTo>
                    <a:pt x="5212" y="1847"/>
                    <a:pt x="6756" y="3693"/>
                    <a:pt x="7319" y="5081"/>
                  </a:cubicBezTo>
                  <a:cubicBezTo>
                    <a:pt x="7529" y="5539"/>
                    <a:pt x="7673" y="6036"/>
                    <a:pt x="7751" y="6534"/>
                  </a:cubicBezTo>
                  <a:cubicBezTo>
                    <a:pt x="7869" y="7411"/>
                    <a:pt x="7699" y="8301"/>
                    <a:pt x="7529" y="9152"/>
                  </a:cubicBezTo>
                  <a:lnTo>
                    <a:pt x="7935" y="9231"/>
                  </a:lnTo>
                  <a:cubicBezTo>
                    <a:pt x="8092" y="8393"/>
                    <a:pt x="8288" y="7424"/>
                    <a:pt x="8144" y="6481"/>
                  </a:cubicBezTo>
                  <a:cubicBezTo>
                    <a:pt x="8066" y="5945"/>
                    <a:pt x="7909" y="5421"/>
                    <a:pt x="7699" y="4923"/>
                  </a:cubicBezTo>
                  <a:cubicBezTo>
                    <a:pt x="7044" y="3339"/>
                    <a:pt x="5303" y="1349"/>
                    <a:pt x="4020" y="132"/>
                  </a:cubicBezTo>
                  <a:lnTo>
                    <a:pt x="3876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7" name="Google Shape;1047;p7"/>
            <p:cNvSpPr/>
            <p:nvPr/>
          </p:nvSpPr>
          <p:spPr>
            <a:xfrm>
              <a:off x="5424250" y="1453425"/>
              <a:ext cx="230125" cy="526225"/>
            </a:xfrm>
            <a:custGeom>
              <a:rect b="b" l="l" r="r" t="t"/>
              <a:pathLst>
                <a:path extrusionOk="0" h="21049" w="9205">
                  <a:moveTo>
                    <a:pt x="5317" y="0"/>
                  </a:moveTo>
                  <a:cubicBezTo>
                    <a:pt x="4724" y="0"/>
                    <a:pt x="4124" y="137"/>
                    <a:pt x="3588" y="383"/>
                  </a:cubicBezTo>
                  <a:cubicBezTo>
                    <a:pt x="1964" y="1130"/>
                    <a:pt x="917" y="2792"/>
                    <a:pt x="459" y="4507"/>
                  </a:cubicBezTo>
                  <a:cubicBezTo>
                    <a:pt x="1" y="6236"/>
                    <a:pt x="40" y="8055"/>
                    <a:pt x="105" y="9836"/>
                  </a:cubicBezTo>
                  <a:cubicBezTo>
                    <a:pt x="171" y="11970"/>
                    <a:pt x="236" y="14104"/>
                    <a:pt x="302" y="16251"/>
                  </a:cubicBezTo>
                  <a:cubicBezTo>
                    <a:pt x="380" y="18974"/>
                    <a:pt x="878" y="20886"/>
                    <a:pt x="4007" y="21043"/>
                  </a:cubicBezTo>
                  <a:cubicBezTo>
                    <a:pt x="4083" y="21046"/>
                    <a:pt x="4160" y="21048"/>
                    <a:pt x="4236" y="21048"/>
                  </a:cubicBezTo>
                  <a:cubicBezTo>
                    <a:pt x="5005" y="21048"/>
                    <a:pt x="5797" y="20864"/>
                    <a:pt x="6416" y="20388"/>
                  </a:cubicBezTo>
                  <a:cubicBezTo>
                    <a:pt x="7214" y="19760"/>
                    <a:pt x="7581" y="18752"/>
                    <a:pt x="7725" y="17717"/>
                  </a:cubicBezTo>
                  <a:cubicBezTo>
                    <a:pt x="7777" y="17351"/>
                    <a:pt x="7804" y="16984"/>
                    <a:pt x="7817" y="16605"/>
                  </a:cubicBezTo>
                  <a:cubicBezTo>
                    <a:pt x="7908" y="13070"/>
                    <a:pt x="8995" y="9705"/>
                    <a:pt x="9126" y="6144"/>
                  </a:cubicBezTo>
                  <a:cubicBezTo>
                    <a:pt x="9204" y="3931"/>
                    <a:pt x="8786" y="1287"/>
                    <a:pt x="6782" y="318"/>
                  </a:cubicBezTo>
                  <a:cubicBezTo>
                    <a:pt x="6329" y="100"/>
                    <a:pt x="5826" y="0"/>
                    <a:pt x="531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8" name="Google Shape;1048;p7"/>
            <p:cNvSpPr/>
            <p:nvPr/>
          </p:nvSpPr>
          <p:spPr>
            <a:xfrm>
              <a:off x="5571225" y="1481650"/>
              <a:ext cx="20625" cy="42900"/>
            </a:xfrm>
            <a:custGeom>
              <a:rect b="b" l="l" r="r" t="t"/>
              <a:pathLst>
                <a:path extrusionOk="0" h="1716" w="825">
                  <a:moveTo>
                    <a:pt x="419" y="1"/>
                  </a:moveTo>
                  <a:cubicBezTo>
                    <a:pt x="340" y="302"/>
                    <a:pt x="275" y="537"/>
                    <a:pt x="210" y="734"/>
                  </a:cubicBezTo>
                  <a:cubicBezTo>
                    <a:pt x="118" y="1035"/>
                    <a:pt x="52" y="1336"/>
                    <a:pt x="0" y="1650"/>
                  </a:cubicBezTo>
                  <a:lnTo>
                    <a:pt x="406" y="1716"/>
                  </a:lnTo>
                  <a:cubicBezTo>
                    <a:pt x="445" y="1415"/>
                    <a:pt x="524" y="1127"/>
                    <a:pt x="615" y="852"/>
                  </a:cubicBezTo>
                  <a:cubicBezTo>
                    <a:pt x="668" y="655"/>
                    <a:pt x="746" y="420"/>
                    <a:pt x="825" y="105"/>
                  </a:cubicBezTo>
                  <a:lnTo>
                    <a:pt x="41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49" name="Google Shape;1049;p7"/>
            <p:cNvSpPr/>
            <p:nvPr/>
          </p:nvSpPr>
          <p:spPr>
            <a:xfrm>
              <a:off x="5435700" y="1516025"/>
              <a:ext cx="213425" cy="224225"/>
            </a:xfrm>
            <a:custGeom>
              <a:rect b="b" l="l" r="r" t="t"/>
              <a:pathLst>
                <a:path extrusionOk="0" h="8969" w="8537">
                  <a:moveTo>
                    <a:pt x="5578" y="0"/>
                  </a:moveTo>
                  <a:lnTo>
                    <a:pt x="5408" y="105"/>
                  </a:lnTo>
                  <a:cubicBezTo>
                    <a:pt x="3942" y="1087"/>
                    <a:pt x="1899" y="2763"/>
                    <a:pt x="996" y="4216"/>
                  </a:cubicBezTo>
                  <a:cubicBezTo>
                    <a:pt x="695" y="4674"/>
                    <a:pt x="459" y="5159"/>
                    <a:pt x="289" y="5682"/>
                  </a:cubicBezTo>
                  <a:cubicBezTo>
                    <a:pt x="1" y="6586"/>
                    <a:pt x="27" y="7568"/>
                    <a:pt x="53" y="8419"/>
                  </a:cubicBezTo>
                  <a:lnTo>
                    <a:pt x="459" y="8419"/>
                  </a:lnTo>
                  <a:cubicBezTo>
                    <a:pt x="433" y="7541"/>
                    <a:pt x="420" y="6638"/>
                    <a:pt x="682" y="5800"/>
                  </a:cubicBezTo>
                  <a:cubicBezTo>
                    <a:pt x="839" y="5316"/>
                    <a:pt x="1061" y="4858"/>
                    <a:pt x="1336" y="4425"/>
                  </a:cubicBezTo>
                  <a:cubicBezTo>
                    <a:pt x="2135" y="3156"/>
                    <a:pt x="3955" y="1598"/>
                    <a:pt x="5473" y="550"/>
                  </a:cubicBezTo>
                  <a:cubicBezTo>
                    <a:pt x="8092" y="4072"/>
                    <a:pt x="7830" y="7489"/>
                    <a:pt x="7306" y="8811"/>
                  </a:cubicBezTo>
                  <a:lnTo>
                    <a:pt x="7686" y="8968"/>
                  </a:lnTo>
                  <a:cubicBezTo>
                    <a:pt x="8249" y="7541"/>
                    <a:pt x="8537" y="3863"/>
                    <a:pt x="5696" y="157"/>
                  </a:cubicBezTo>
                  <a:lnTo>
                    <a:pt x="557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0" name="Google Shape;1050;p7"/>
            <p:cNvSpPr/>
            <p:nvPr/>
          </p:nvSpPr>
          <p:spPr>
            <a:xfrm>
              <a:off x="5510000" y="1700400"/>
              <a:ext cx="171875" cy="114150"/>
            </a:xfrm>
            <a:custGeom>
              <a:rect b="b" l="l" r="r" t="t"/>
              <a:pathLst>
                <a:path extrusionOk="0" h="4566" w="6875">
                  <a:moveTo>
                    <a:pt x="5787" y="196"/>
                  </a:moveTo>
                  <a:cubicBezTo>
                    <a:pt x="5887" y="196"/>
                    <a:pt x="5988" y="208"/>
                    <a:pt x="6089" y="232"/>
                  </a:cubicBezTo>
                  <a:cubicBezTo>
                    <a:pt x="6285" y="258"/>
                    <a:pt x="6468" y="376"/>
                    <a:pt x="6573" y="546"/>
                  </a:cubicBezTo>
                  <a:cubicBezTo>
                    <a:pt x="6652" y="729"/>
                    <a:pt x="6599" y="978"/>
                    <a:pt x="6403" y="1292"/>
                  </a:cubicBezTo>
                  <a:cubicBezTo>
                    <a:pt x="5382" y="2968"/>
                    <a:pt x="2645" y="4356"/>
                    <a:pt x="511" y="4356"/>
                  </a:cubicBezTo>
                  <a:lnTo>
                    <a:pt x="498" y="4356"/>
                  </a:lnTo>
                  <a:lnTo>
                    <a:pt x="4439" y="873"/>
                  </a:lnTo>
                  <a:cubicBezTo>
                    <a:pt x="4688" y="638"/>
                    <a:pt x="4963" y="441"/>
                    <a:pt x="5277" y="297"/>
                  </a:cubicBezTo>
                  <a:cubicBezTo>
                    <a:pt x="5443" y="231"/>
                    <a:pt x="5614" y="196"/>
                    <a:pt x="5787" y="196"/>
                  </a:cubicBezTo>
                  <a:close/>
                  <a:moveTo>
                    <a:pt x="5801" y="0"/>
                  </a:moveTo>
                  <a:cubicBezTo>
                    <a:pt x="5596" y="0"/>
                    <a:pt x="5392" y="38"/>
                    <a:pt x="5198" y="114"/>
                  </a:cubicBezTo>
                  <a:cubicBezTo>
                    <a:pt x="4871" y="258"/>
                    <a:pt x="4570" y="468"/>
                    <a:pt x="4308" y="729"/>
                  </a:cubicBezTo>
                  <a:lnTo>
                    <a:pt x="210" y="4356"/>
                  </a:lnTo>
                  <a:cubicBezTo>
                    <a:pt x="145" y="4356"/>
                    <a:pt x="79" y="4343"/>
                    <a:pt x="27" y="4343"/>
                  </a:cubicBezTo>
                  <a:lnTo>
                    <a:pt x="1" y="4539"/>
                  </a:lnTo>
                  <a:cubicBezTo>
                    <a:pt x="92" y="4552"/>
                    <a:pt x="184" y="4565"/>
                    <a:pt x="276" y="4565"/>
                  </a:cubicBezTo>
                  <a:lnTo>
                    <a:pt x="498" y="4565"/>
                  </a:lnTo>
                  <a:cubicBezTo>
                    <a:pt x="2685" y="4565"/>
                    <a:pt x="5513" y="3125"/>
                    <a:pt x="6586" y="1397"/>
                  </a:cubicBezTo>
                  <a:cubicBezTo>
                    <a:pt x="6822" y="1031"/>
                    <a:pt x="6874" y="716"/>
                    <a:pt x="6756" y="468"/>
                  </a:cubicBezTo>
                  <a:cubicBezTo>
                    <a:pt x="6625" y="245"/>
                    <a:pt x="6403" y="88"/>
                    <a:pt x="6141" y="36"/>
                  </a:cubicBezTo>
                  <a:cubicBezTo>
                    <a:pt x="6029" y="12"/>
                    <a:pt x="5915" y="0"/>
                    <a:pt x="5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1" name="Google Shape;1051;p7"/>
            <p:cNvSpPr/>
            <p:nvPr/>
          </p:nvSpPr>
          <p:spPr>
            <a:xfrm>
              <a:off x="5177150" y="1728775"/>
              <a:ext cx="341075" cy="165950"/>
            </a:xfrm>
            <a:custGeom>
              <a:rect b="b" l="l" r="r" t="t"/>
              <a:pathLst>
                <a:path extrusionOk="0" h="6638" w="13643">
                  <a:moveTo>
                    <a:pt x="0" y="0"/>
                  </a:moveTo>
                  <a:lnTo>
                    <a:pt x="0" y="6638"/>
                  </a:lnTo>
                  <a:lnTo>
                    <a:pt x="10945" y="6638"/>
                  </a:lnTo>
                  <a:lnTo>
                    <a:pt x="13642" y="3326"/>
                  </a:lnTo>
                  <a:lnTo>
                    <a:pt x="1094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2" name="Google Shape;1052;p7"/>
            <p:cNvSpPr/>
            <p:nvPr/>
          </p:nvSpPr>
          <p:spPr>
            <a:xfrm>
              <a:off x="5254050" y="1779175"/>
              <a:ext cx="33750" cy="71050"/>
            </a:xfrm>
            <a:custGeom>
              <a:rect b="b" l="l" r="r" t="t"/>
              <a:pathLst>
                <a:path extrusionOk="0" h="2842" w="1350">
                  <a:moveTo>
                    <a:pt x="577" y="511"/>
                  </a:moveTo>
                  <a:lnTo>
                    <a:pt x="577" y="1231"/>
                  </a:lnTo>
                  <a:cubicBezTo>
                    <a:pt x="393" y="1218"/>
                    <a:pt x="276" y="1048"/>
                    <a:pt x="289" y="878"/>
                  </a:cubicBezTo>
                  <a:cubicBezTo>
                    <a:pt x="289" y="786"/>
                    <a:pt x="315" y="707"/>
                    <a:pt x="354" y="629"/>
                  </a:cubicBezTo>
                  <a:cubicBezTo>
                    <a:pt x="407" y="563"/>
                    <a:pt x="485" y="511"/>
                    <a:pt x="577" y="511"/>
                  </a:cubicBezTo>
                  <a:close/>
                  <a:moveTo>
                    <a:pt x="773" y="1532"/>
                  </a:moveTo>
                  <a:cubicBezTo>
                    <a:pt x="865" y="1545"/>
                    <a:pt x="956" y="1585"/>
                    <a:pt x="1022" y="1663"/>
                  </a:cubicBezTo>
                  <a:cubicBezTo>
                    <a:pt x="1074" y="1729"/>
                    <a:pt x="1100" y="1820"/>
                    <a:pt x="1100" y="1912"/>
                  </a:cubicBezTo>
                  <a:cubicBezTo>
                    <a:pt x="1100" y="2017"/>
                    <a:pt x="1074" y="2108"/>
                    <a:pt x="1022" y="2187"/>
                  </a:cubicBezTo>
                  <a:cubicBezTo>
                    <a:pt x="956" y="2252"/>
                    <a:pt x="865" y="2292"/>
                    <a:pt x="773" y="2305"/>
                  </a:cubicBezTo>
                  <a:lnTo>
                    <a:pt x="773" y="1532"/>
                  </a:lnTo>
                  <a:close/>
                  <a:moveTo>
                    <a:pt x="577" y="0"/>
                  </a:moveTo>
                  <a:lnTo>
                    <a:pt x="577" y="288"/>
                  </a:lnTo>
                  <a:cubicBezTo>
                    <a:pt x="420" y="302"/>
                    <a:pt x="289" y="367"/>
                    <a:pt x="184" y="485"/>
                  </a:cubicBezTo>
                  <a:cubicBezTo>
                    <a:pt x="92" y="603"/>
                    <a:pt x="40" y="747"/>
                    <a:pt x="40" y="904"/>
                  </a:cubicBezTo>
                  <a:cubicBezTo>
                    <a:pt x="40" y="1048"/>
                    <a:pt x="79" y="1192"/>
                    <a:pt x="171" y="1297"/>
                  </a:cubicBezTo>
                  <a:cubicBezTo>
                    <a:pt x="276" y="1401"/>
                    <a:pt x="407" y="1467"/>
                    <a:pt x="551" y="1493"/>
                  </a:cubicBezTo>
                  <a:lnTo>
                    <a:pt x="577" y="1493"/>
                  </a:lnTo>
                  <a:lnTo>
                    <a:pt x="577" y="2305"/>
                  </a:lnTo>
                  <a:cubicBezTo>
                    <a:pt x="485" y="2292"/>
                    <a:pt x="407" y="2252"/>
                    <a:pt x="354" y="2174"/>
                  </a:cubicBezTo>
                  <a:cubicBezTo>
                    <a:pt x="289" y="2095"/>
                    <a:pt x="249" y="1990"/>
                    <a:pt x="249" y="1886"/>
                  </a:cubicBezTo>
                  <a:lnTo>
                    <a:pt x="1" y="1886"/>
                  </a:lnTo>
                  <a:cubicBezTo>
                    <a:pt x="1" y="2056"/>
                    <a:pt x="66" y="2213"/>
                    <a:pt x="171" y="2344"/>
                  </a:cubicBezTo>
                  <a:cubicBezTo>
                    <a:pt x="276" y="2449"/>
                    <a:pt x="420" y="2527"/>
                    <a:pt x="577" y="2527"/>
                  </a:cubicBezTo>
                  <a:lnTo>
                    <a:pt x="577" y="2841"/>
                  </a:lnTo>
                  <a:lnTo>
                    <a:pt x="773" y="2841"/>
                  </a:lnTo>
                  <a:lnTo>
                    <a:pt x="773" y="2527"/>
                  </a:lnTo>
                  <a:cubicBezTo>
                    <a:pt x="930" y="2514"/>
                    <a:pt x="1087" y="2449"/>
                    <a:pt x="1192" y="2344"/>
                  </a:cubicBezTo>
                  <a:cubicBezTo>
                    <a:pt x="1297" y="2213"/>
                    <a:pt x="1349" y="2056"/>
                    <a:pt x="1349" y="1899"/>
                  </a:cubicBezTo>
                  <a:cubicBezTo>
                    <a:pt x="1349" y="1755"/>
                    <a:pt x="1310" y="1611"/>
                    <a:pt x="1218" y="1493"/>
                  </a:cubicBezTo>
                  <a:cubicBezTo>
                    <a:pt x="1114" y="1388"/>
                    <a:pt x="983" y="1323"/>
                    <a:pt x="839" y="1297"/>
                  </a:cubicBezTo>
                  <a:lnTo>
                    <a:pt x="773" y="1297"/>
                  </a:lnTo>
                  <a:lnTo>
                    <a:pt x="773" y="511"/>
                  </a:lnTo>
                  <a:cubicBezTo>
                    <a:pt x="956" y="550"/>
                    <a:pt x="1048" y="681"/>
                    <a:pt x="1061" y="904"/>
                  </a:cubicBezTo>
                  <a:lnTo>
                    <a:pt x="1310" y="904"/>
                  </a:lnTo>
                  <a:cubicBezTo>
                    <a:pt x="1310" y="747"/>
                    <a:pt x="1258" y="590"/>
                    <a:pt x="1153" y="472"/>
                  </a:cubicBezTo>
                  <a:cubicBezTo>
                    <a:pt x="1048" y="367"/>
                    <a:pt x="917" y="302"/>
                    <a:pt x="773" y="288"/>
                  </a:cubicBezTo>
                  <a:lnTo>
                    <a:pt x="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3" name="Google Shape;1053;p7"/>
            <p:cNvSpPr/>
            <p:nvPr/>
          </p:nvSpPr>
          <p:spPr>
            <a:xfrm>
              <a:off x="5294975" y="1779175"/>
              <a:ext cx="33725" cy="71050"/>
            </a:xfrm>
            <a:custGeom>
              <a:rect b="b" l="l" r="r" t="t"/>
              <a:pathLst>
                <a:path extrusionOk="0" h="2842" w="1349">
                  <a:moveTo>
                    <a:pt x="563" y="511"/>
                  </a:moveTo>
                  <a:lnTo>
                    <a:pt x="563" y="1231"/>
                  </a:lnTo>
                  <a:cubicBezTo>
                    <a:pt x="380" y="1218"/>
                    <a:pt x="262" y="1048"/>
                    <a:pt x="275" y="878"/>
                  </a:cubicBezTo>
                  <a:cubicBezTo>
                    <a:pt x="275" y="786"/>
                    <a:pt x="301" y="694"/>
                    <a:pt x="354" y="629"/>
                  </a:cubicBezTo>
                  <a:cubicBezTo>
                    <a:pt x="406" y="563"/>
                    <a:pt x="472" y="511"/>
                    <a:pt x="563" y="511"/>
                  </a:cubicBezTo>
                  <a:close/>
                  <a:moveTo>
                    <a:pt x="773" y="1532"/>
                  </a:moveTo>
                  <a:cubicBezTo>
                    <a:pt x="864" y="1545"/>
                    <a:pt x="943" y="1585"/>
                    <a:pt x="1008" y="1663"/>
                  </a:cubicBezTo>
                  <a:cubicBezTo>
                    <a:pt x="1061" y="1729"/>
                    <a:pt x="1100" y="1820"/>
                    <a:pt x="1087" y="1912"/>
                  </a:cubicBezTo>
                  <a:cubicBezTo>
                    <a:pt x="1087" y="2017"/>
                    <a:pt x="1061" y="2108"/>
                    <a:pt x="1008" y="2187"/>
                  </a:cubicBezTo>
                  <a:cubicBezTo>
                    <a:pt x="943" y="2252"/>
                    <a:pt x="864" y="2305"/>
                    <a:pt x="773" y="2305"/>
                  </a:cubicBezTo>
                  <a:lnTo>
                    <a:pt x="773" y="1532"/>
                  </a:lnTo>
                  <a:close/>
                  <a:moveTo>
                    <a:pt x="563" y="0"/>
                  </a:moveTo>
                  <a:lnTo>
                    <a:pt x="563" y="288"/>
                  </a:lnTo>
                  <a:cubicBezTo>
                    <a:pt x="419" y="302"/>
                    <a:pt x="275" y="367"/>
                    <a:pt x="184" y="485"/>
                  </a:cubicBezTo>
                  <a:cubicBezTo>
                    <a:pt x="79" y="603"/>
                    <a:pt x="26" y="747"/>
                    <a:pt x="26" y="904"/>
                  </a:cubicBezTo>
                  <a:cubicBezTo>
                    <a:pt x="26" y="1048"/>
                    <a:pt x="66" y="1192"/>
                    <a:pt x="157" y="1297"/>
                  </a:cubicBezTo>
                  <a:cubicBezTo>
                    <a:pt x="262" y="1401"/>
                    <a:pt x="393" y="1467"/>
                    <a:pt x="537" y="1493"/>
                  </a:cubicBezTo>
                  <a:lnTo>
                    <a:pt x="563" y="1493"/>
                  </a:lnTo>
                  <a:lnTo>
                    <a:pt x="563" y="2305"/>
                  </a:lnTo>
                  <a:cubicBezTo>
                    <a:pt x="472" y="2292"/>
                    <a:pt x="393" y="2252"/>
                    <a:pt x="341" y="2174"/>
                  </a:cubicBezTo>
                  <a:cubicBezTo>
                    <a:pt x="275" y="2095"/>
                    <a:pt x="249" y="1990"/>
                    <a:pt x="236" y="1886"/>
                  </a:cubicBezTo>
                  <a:lnTo>
                    <a:pt x="0" y="1886"/>
                  </a:lnTo>
                  <a:cubicBezTo>
                    <a:pt x="0" y="2056"/>
                    <a:pt x="53" y="2213"/>
                    <a:pt x="157" y="2344"/>
                  </a:cubicBezTo>
                  <a:cubicBezTo>
                    <a:pt x="262" y="2449"/>
                    <a:pt x="406" y="2527"/>
                    <a:pt x="563" y="2527"/>
                  </a:cubicBezTo>
                  <a:lnTo>
                    <a:pt x="563" y="2841"/>
                  </a:lnTo>
                  <a:lnTo>
                    <a:pt x="773" y="2841"/>
                  </a:lnTo>
                  <a:lnTo>
                    <a:pt x="773" y="2527"/>
                  </a:lnTo>
                  <a:cubicBezTo>
                    <a:pt x="930" y="2514"/>
                    <a:pt x="1074" y="2449"/>
                    <a:pt x="1192" y="2344"/>
                  </a:cubicBezTo>
                  <a:cubicBezTo>
                    <a:pt x="1296" y="2226"/>
                    <a:pt x="1349" y="2069"/>
                    <a:pt x="1336" y="1899"/>
                  </a:cubicBezTo>
                  <a:cubicBezTo>
                    <a:pt x="1349" y="1755"/>
                    <a:pt x="1296" y="1611"/>
                    <a:pt x="1205" y="1493"/>
                  </a:cubicBezTo>
                  <a:cubicBezTo>
                    <a:pt x="1100" y="1388"/>
                    <a:pt x="969" y="1323"/>
                    <a:pt x="825" y="1297"/>
                  </a:cubicBezTo>
                  <a:lnTo>
                    <a:pt x="773" y="1297"/>
                  </a:lnTo>
                  <a:lnTo>
                    <a:pt x="773" y="511"/>
                  </a:lnTo>
                  <a:cubicBezTo>
                    <a:pt x="943" y="550"/>
                    <a:pt x="1048" y="681"/>
                    <a:pt x="1061" y="904"/>
                  </a:cubicBezTo>
                  <a:lnTo>
                    <a:pt x="1309" y="904"/>
                  </a:lnTo>
                  <a:cubicBezTo>
                    <a:pt x="1296" y="747"/>
                    <a:pt x="1244" y="590"/>
                    <a:pt x="1139" y="472"/>
                  </a:cubicBezTo>
                  <a:cubicBezTo>
                    <a:pt x="1048" y="367"/>
                    <a:pt x="917" y="302"/>
                    <a:pt x="773" y="288"/>
                  </a:cubicBezTo>
                  <a:lnTo>
                    <a:pt x="77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54" name="Google Shape;1054;p7"/>
          <p:cNvSpPr txBox="1"/>
          <p:nvPr/>
        </p:nvSpPr>
        <p:spPr>
          <a:xfrm>
            <a:off x="1951613" y="698663"/>
            <a:ext cx="50931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2000" u="none" cap="none" strike="noStrike">
                <a:solidFill>
                  <a:schemeClr val="dk1"/>
                </a:solidFill>
                <a:highlight>
                  <a:srgbClr val="FFF2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Сайт торгово-развлекательных центров Авиапарк и Метрополис</a:t>
            </a:r>
            <a:endParaRPr b="1" i="0" sz="2800" u="none" cap="none" strike="noStrike">
              <a:solidFill>
                <a:srgbClr val="000000"/>
              </a:solidFill>
              <a:highlight>
                <a:srgbClr val="FFF2CC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055" name="Google Shape;1055;p7"/>
          <p:cNvSpPr txBox="1"/>
          <p:nvPr/>
        </p:nvSpPr>
        <p:spPr>
          <a:xfrm>
            <a:off x="3107525" y="1462588"/>
            <a:ext cx="496200" cy="42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" sz="3800" u="none" cap="none" strike="noStrike">
                <a:solidFill>
                  <a:schemeClr val="accent6"/>
                </a:solidFill>
                <a:latin typeface="DM Sans Black"/>
                <a:ea typeface="DM Sans Black"/>
                <a:cs typeface="DM Sans Black"/>
                <a:sym typeface="DM Sans Black"/>
              </a:rPr>
              <a:t>+</a:t>
            </a:r>
            <a:endParaRPr b="0" i="0" sz="3800" u="none" cap="none" strike="noStrike">
              <a:solidFill>
                <a:schemeClr val="accent6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sp>
        <p:nvSpPr>
          <p:cNvPr id="1056" name="Google Shape;1056;p7"/>
          <p:cNvSpPr txBox="1"/>
          <p:nvPr/>
        </p:nvSpPr>
        <p:spPr>
          <a:xfrm>
            <a:off x="5989300" y="1376788"/>
            <a:ext cx="6090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800"/>
              <a:buFont typeface="Arial"/>
              <a:buNone/>
            </a:pPr>
            <a:r>
              <a:rPr b="0" i="0" lang="en" sz="3800" u="none" cap="none" strike="noStrike">
                <a:solidFill>
                  <a:schemeClr val="accent6"/>
                </a:solidFill>
                <a:latin typeface="DM Sans Black"/>
                <a:ea typeface="DM Sans Black"/>
                <a:cs typeface="DM Sans Black"/>
                <a:sym typeface="DM Sans Black"/>
              </a:rPr>
              <a:t>-</a:t>
            </a:r>
            <a:endParaRPr b="0" i="0" sz="3800" u="none" cap="none" strike="noStrike">
              <a:solidFill>
                <a:schemeClr val="accent6"/>
              </a:solidFill>
              <a:latin typeface="DM Sans Black"/>
              <a:ea typeface="DM Sans Black"/>
              <a:cs typeface="DM Sans Black"/>
              <a:sym typeface="DM Sans Black"/>
            </a:endParaRPr>
          </a:p>
        </p:txBody>
      </p:sp>
      <p:grpSp>
        <p:nvGrpSpPr>
          <p:cNvPr id="1057" name="Google Shape;1057;p7"/>
          <p:cNvGrpSpPr/>
          <p:nvPr/>
        </p:nvGrpSpPr>
        <p:grpSpPr>
          <a:xfrm>
            <a:off x="465301" y="2289583"/>
            <a:ext cx="887804" cy="2519037"/>
            <a:chOff x="7172523" y="2305525"/>
            <a:chExt cx="629202" cy="1785285"/>
          </a:xfrm>
        </p:grpSpPr>
        <p:sp>
          <p:nvSpPr>
            <p:cNvPr id="1058" name="Google Shape;1058;p7"/>
            <p:cNvSpPr/>
            <p:nvPr/>
          </p:nvSpPr>
          <p:spPr>
            <a:xfrm>
              <a:off x="7172523" y="2589200"/>
              <a:ext cx="299984" cy="891824"/>
            </a:xfrm>
            <a:custGeom>
              <a:rect b="b" l="l" r="r" t="t"/>
              <a:pathLst>
                <a:path extrusionOk="0" h="16351" w="5500">
                  <a:moveTo>
                    <a:pt x="1720" y="0"/>
                  </a:moveTo>
                  <a:cubicBezTo>
                    <a:pt x="1355" y="0"/>
                    <a:pt x="1001" y="244"/>
                    <a:pt x="813" y="575"/>
                  </a:cubicBezTo>
                  <a:cubicBezTo>
                    <a:pt x="626" y="950"/>
                    <a:pt x="538" y="1375"/>
                    <a:pt x="563" y="1800"/>
                  </a:cubicBezTo>
                  <a:cubicBezTo>
                    <a:pt x="563" y="2462"/>
                    <a:pt x="638" y="3124"/>
                    <a:pt x="576" y="3799"/>
                  </a:cubicBezTo>
                  <a:cubicBezTo>
                    <a:pt x="513" y="4474"/>
                    <a:pt x="313" y="5124"/>
                    <a:pt x="188" y="5786"/>
                  </a:cubicBezTo>
                  <a:cubicBezTo>
                    <a:pt x="51" y="6449"/>
                    <a:pt x="1" y="7161"/>
                    <a:pt x="238" y="7786"/>
                  </a:cubicBezTo>
                  <a:cubicBezTo>
                    <a:pt x="713" y="9085"/>
                    <a:pt x="2575" y="8935"/>
                    <a:pt x="2675" y="10522"/>
                  </a:cubicBezTo>
                  <a:cubicBezTo>
                    <a:pt x="2738" y="11522"/>
                    <a:pt x="1838" y="12384"/>
                    <a:pt x="2488" y="13334"/>
                  </a:cubicBezTo>
                  <a:cubicBezTo>
                    <a:pt x="2763" y="13759"/>
                    <a:pt x="3175" y="14072"/>
                    <a:pt x="3463" y="14496"/>
                  </a:cubicBezTo>
                  <a:cubicBezTo>
                    <a:pt x="3650" y="14771"/>
                    <a:pt x="3775" y="15109"/>
                    <a:pt x="3825" y="15446"/>
                  </a:cubicBezTo>
                  <a:cubicBezTo>
                    <a:pt x="3862" y="15746"/>
                    <a:pt x="3862" y="16096"/>
                    <a:pt x="4112" y="16271"/>
                  </a:cubicBezTo>
                  <a:cubicBezTo>
                    <a:pt x="4190" y="16323"/>
                    <a:pt x="4286" y="16351"/>
                    <a:pt x="4378" y="16351"/>
                  </a:cubicBezTo>
                  <a:cubicBezTo>
                    <a:pt x="4420" y="16351"/>
                    <a:pt x="4461" y="16345"/>
                    <a:pt x="4500" y="16333"/>
                  </a:cubicBezTo>
                  <a:cubicBezTo>
                    <a:pt x="4712" y="16271"/>
                    <a:pt x="4900" y="16133"/>
                    <a:pt x="5025" y="15946"/>
                  </a:cubicBezTo>
                  <a:cubicBezTo>
                    <a:pt x="5362" y="15421"/>
                    <a:pt x="5312" y="14746"/>
                    <a:pt x="5250" y="14122"/>
                  </a:cubicBezTo>
                  <a:cubicBezTo>
                    <a:pt x="5125" y="12784"/>
                    <a:pt x="4900" y="11722"/>
                    <a:pt x="5237" y="10423"/>
                  </a:cubicBezTo>
                  <a:cubicBezTo>
                    <a:pt x="5499" y="9335"/>
                    <a:pt x="5212" y="8236"/>
                    <a:pt x="4612" y="7323"/>
                  </a:cubicBezTo>
                  <a:cubicBezTo>
                    <a:pt x="4162" y="6624"/>
                    <a:pt x="3288" y="6461"/>
                    <a:pt x="2913" y="5724"/>
                  </a:cubicBezTo>
                  <a:cubicBezTo>
                    <a:pt x="2625" y="5161"/>
                    <a:pt x="2750" y="4499"/>
                    <a:pt x="2813" y="3874"/>
                  </a:cubicBezTo>
                  <a:cubicBezTo>
                    <a:pt x="2900" y="3075"/>
                    <a:pt x="2888" y="2275"/>
                    <a:pt x="2788" y="1475"/>
                  </a:cubicBezTo>
                  <a:cubicBezTo>
                    <a:pt x="2713" y="863"/>
                    <a:pt x="2475" y="138"/>
                    <a:pt x="1863" y="13"/>
                  </a:cubicBezTo>
                  <a:cubicBezTo>
                    <a:pt x="1815" y="4"/>
                    <a:pt x="1767" y="0"/>
                    <a:pt x="1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59" name="Google Shape;1059;p7"/>
            <p:cNvSpPr/>
            <p:nvPr/>
          </p:nvSpPr>
          <p:spPr>
            <a:xfrm>
              <a:off x="7376348" y="3205367"/>
              <a:ext cx="64796" cy="560315"/>
            </a:xfrm>
            <a:custGeom>
              <a:rect b="b" l="l" r="r" t="t"/>
              <a:pathLst>
                <a:path extrusionOk="0" h="10273" w="1188">
                  <a:moveTo>
                    <a:pt x="88" y="0"/>
                  </a:moveTo>
                  <a:lnTo>
                    <a:pt x="0" y="25"/>
                  </a:lnTo>
                  <a:lnTo>
                    <a:pt x="700" y="3149"/>
                  </a:lnTo>
                  <a:cubicBezTo>
                    <a:pt x="850" y="3674"/>
                    <a:pt x="925" y="4224"/>
                    <a:pt x="925" y="4774"/>
                  </a:cubicBezTo>
                  <a:cubicBezTo>
                    <a:pt x="900" y="5099"/>
                    <a:pt x="863" y="5424"/>
                    <a:pt x="788" y="5749"/>
                  </a:cubicBezTo>
                  <a:cubicBezTo>
                    <a:pt x="763" y="5886"/>
                    <a:pt x="725" y="6011"/>
                    <a:pt x="713" y="6149"/>
                  </a:cubicBezTo>
                  <a:cubicBezTo>
                    <a:pt x="463" y="7536"/>
                    <a:pt x="600" y="8960"/>
                    <a:pt x="1100" y="10273"/>
                  </a:cubicBezTo>
                  <a:lnTo>
                    <a:pt x="1188" y="10235"/>
                  </a:lnTo>
                  <a:cubicBezTo>
                    <a:pt x="700" y="8935"/>
                    <a:pt x="563" y="7536"/>
                    <a:pt x="800" y="6161"/>
                  </a:cubicBezTo>
                  <a:cubicBezTo>
                    <a:pt x="825" y="6036"/>
                    <a:pt x="850" y="5899"/>
                    <a:pt x="888" y="5774"/>
                  </a:cubicBezTo>
                  <a:cubicBezTo>
                    <a:pt x="950" y="5436"/>
                    <a:pt x="1000" y="5111"/>
                    <a:pt x="1025" y="4774"/>
                  </a:cubicBezTo>
                  <a:cubicBezTo>
                    <a:pt x="1025" y="4212"/>
                    <a:pt x="950" y="3662"/>
                    <a:pt x="800" y="3124"/>
                  </a:cubicBez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0" name="Google Shape;1060;p7"/>
            <p:cNvSpPr/>
            <p:nvPr/>
          </p:nvSpPr>
          <p:spPr>
            <a:xfrm>
              <a:off x="7389984" y="2305525"/>
              <a:ext cx="411741" cy="910096"/>
            </a:xfrm>
            <a:custGeom>
              <a:rect b="b" l="l" r="r" t="t"/>
              <a:pathLst>
                <a:path extrusionOk="0" h="16686" w="7549">
                  <a:moveTo>
                    <a:pt x="5967" y="1"/>
                  </a:moveTo>
                  <a:cubicBezTo>
                    <a:pt x="5306" y="1"/>
                    <a:pt x="4857" y="845"/>
                    <a:pt x="4562" y="1515"/>
                  </a:cubicBezTo>
                  <a:cubicBezTo>
                    <a:pt x="4049" y="2677"/>
                    <a:pt x="3250" y="3702"/>
                    <a:pt x="2250" y="4489"/>
                  </a:cubicBezTo>
                  <a:cubicBezTo>
                    <a:pt x="1637" y="4951"/>
                    <a:pt x="1125" y="5351"/>
                    <a:pt x="863" y="6089"/>
                  </a:cubicBezTo>
                  <a:cubicBezTo>
                    <a:pt x="588" y="6876"/>
                    <a:pt x="788" y="7751"/>
                    <a:pt x="1050" y="8513"/>
                  </a:cubicBezTo>
                  <a:cubicBezTo>
                    <a:pt x="1350" y="9338"/>
                    <a:pt x="1687" y="10175"/>
                    <a:pt x="1600" y="11075"/>
                  </a:cubicBezTo>
                  <a:cubicBezTo>
                    <a:pt x="1500" y="11912"/>
                    <a:pt x="813" y="12374"/>
                    <a:pt x="475" y="13124"/>
                  </a:cubicBezTo>
                  <a:cubicBezTo>
                    <a:pt x="75" y="13974"/>
                    <a:pt x="0" y="14861"/>
                    <a:pt x="413" y="15723"/>
                  </a:cubicBezTo>
                  <a:cubicBezTo>
                    <a:pt x="600" y="16136"/>
                    <a:pt x="950" y="16461"/>
                    <a:pt x="1388" y="16611"/>
                  </a:cubicBezTo>
                  <a:cubicBezTo>
                    <a:pt x="1450" y="16648"/>
                    <a:pt x="1525" y="16661"/>
                    <a:pt x="1600" y="16673"/>
                  </a:cubicBezTo>
                  <a:cubicBezTo>
                    <a:pt x="1674" y="16681"/>
                    <a:pt x="1742" y="16685"/>
                    <a:pt x="1806" y="16685"/>
                  </a:cubicBezTo>
                  <a:cubicBezTo>
                    <a:pt x="2903" y="16685"/>
                    <a:pt x="2511" y="15508"/>
                    <a:pt x="2487" y="14811"/>
                  </a:cubicBezTo>
                  <a:cubicBezTo>
                    <a:pt x="2450" y="13612"/>
                    <a:pt x="3937" y="12762"/>
                    <a:pt x="4212" y="11612"/>
                  </a:cubicBezTo>
                  <a:cubicBezTo>
                    <a:pt x="4574" y="10125"/>
                    <a:pt x="3362" y="8625"/>
                    <a:pt x="3587" y="7113"/>
                  </a:cubicBezTo>
                  <a:cubicBezTo>
                    <a:pt x="3799" y="5789"/>
                    <a:pt x="4999" y="4901"/>
                    <a:pt x="5924" y="3939"/>
                  </a:cubicBezTo>
                  <a:cubicBezTo>
                    <a:pt x="6849" y="2977"/>
                    <a:pt x="7548" y="1390"/>
                    <a:pt x="6674" y="378"/>
                  </a:cubicBezTo>
                  <a:cubicBezTo>
                    <a:pt x="6536" y="215"/>
                    <a:pt x="6361" y="90"/>
                    <a:pt x="6174" y="28"/>
                  </a:cubicBezTo>
                  <a:cubicBezTo>
                    <a:pt x="6102" y="9"/>
                    <a:pt x="6033" y="1"/>
                    <a:pt x="59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1" name="Google Shape;1061;p7"/>
            <p:cNvSpPr/>
            <p:nvPr/>
          </p:nvSpPr>
          <p:spPr>
            <a:xfrm>
              <a:off x="7430182" y="2951799"/>
              <a:ext cx="98231" cy="794139"/>
            </a:xfrm>
            <a:custGeom>
              <a:rect b="b" l="l" r="r" t="t"/>
              <a:pathLst>
                <a:path extrusionOk="0" h="14560" w="1801">
                  <a:moveTo>
                    <a:pt x="1600" y="1"/>
                  </a:moveTo>
                  <a:cubicBezTo>
                    <a:pt x="925" y="1088"/>
                    <a:pt x="376" y="2087"/>
                    <a:pt x="463" y="3187"/>
                  </a:cubicBezTo>
                  <a:cubicBezTo>
                    <a:pt x="501" y="3737"/>
                    <a:pt x="700" y="4262"/>
                    <a:pt x="900" y="4774"/>
                  </a:cubicBezTo>
                  <a:cubicBezTo>
                    <a:pt x="1000" y="5037"/>
                    <a:pt x="1113" y="5312"/>
                    <a:pt x="1188" y="5587"/>
                  </a:cubicBezTo>
                  <a:cubicBezTo>
                    <a:pt x="1688" y="7274"/>
                    <a:pt x="1313" y="9098"/>
                    <a:pt x="975" y="10710"/>
                  </a:cubicBezTo>
                  <a:cubicBezTo>
                    <a:pt x="938" y="10860"/>
                    <a:pt x="913" y="11010"/>
                    <a:pt x="925" y="11173"/>
                  </a:cubicBezTo>
                  <a:lnTo>
                    <a:pt x="925" y="11410"/>
                  </a:lnTo>
                  <a:cubicBezTo>
                    <a:pt x="913" y="11860"/>
                    <a:pt x="863" y="12297"/>
                    <a:pt x="763" y="12735"/>
                  </a:cubicBezTo>
                  <a:cubicBezTo>
                    <a:pt x="626" y="13372"/>
                    <a:pt x="301" y="13947"/>
                    <a:pt x="1" y="14509"/>
                  </a:cubicBezTo>
                  <a:lnTo>
                    <a:pt x="88" y="14559"/>
                  </a:lnTo>
                  <a:cubicBezTo>
                    <a:pt x="401" y="13984"/>
                    <a:pt x="713" y="13409"/>
                    <a:pt x="863" y="12747"/>
                  </a:cubicBezTo>
                  <a:cubicBezTo>
                    <a:pt x="963" y="12310"/>
                    <a:pt x="1013" y="11860"/>
                    <a:pt x="1025" y="11410"/>
                  </a:cubicBezTo>
                  <a:lnTo>
                    <a:pt x="1025" y="11160"/>
                  </a:lnTo>
                  <a:cubicBezTo>
                    <a:pt x="1025" y="11010"/>
                    <a:pt x="1038" y="10860"/>
                    <a:pt x="1063" y="10723"/>
                  </a:cubicBezTo>
                  <a:cubicBezTo>
                    <a:pt x="1413" y="9098"/>
                    <a:pt x="1800" y="7261"/>
                    <a:pt x="1288" y="5549"/>
                  </a:cubicBezTo>
                  <a:cubicBezTo>
                    <a:pt x="1200" y="5274"/>
                    <a:pt x="1100" y="4999"/>
                    <a:pt x="988" y="4724"/>
                  </a:cubicBezTo>
                  <a:cubicBezTo>
                    <a:pt x="800" y="4224"/>
                    <a:pt x="601" y="3712"/>
                    <a:pt x="563" y="3175"/>
                  </a:cubicBezTo>
                  <a:cubicBezTo>
                    <a:pt x="488" y="2112"/>
                    <a:pt x="1025" y="1125"/>
                    <a:pt x="1688" y="51"/>
                  </a:cubicBezTo>
                  <a:lnTo>
                    <a:pt x="1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2" name="Google Shape;1062;p7"/>
            <p:cNvSpPr/>
            <p:nvPr/>
          </p:nvSpPr>
          <p:spPr>
            <a:xfrm>
              <a:off x="7280899" y="3625890"/>
              <a:ext cx="304729" cy="464920"/>
            </a:xfrm>
            <a:custGeom>
              <a:rect b="b" l="l" r="r" t="t"/>
              <a:pathLst>
                <a:path extrusionOk="0" h="8524" w="5587">
                  <a:moveTo>
                    <a:pt x="1" y="1"/>
                  </a:moveTo>
                  <a:lnTo>
                    <a:pt x="538" y="8523"/>
                  </a:lnTo>
                  <a:lnTo>
                    <a:pt x="5050" y="8523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63" name="Google Shape;1063;p7"/>
          <p:cNvGrpSpPr/>
          <p:nvPr/>
        </p:nvGrpSpPr>
        <p:grpSpPr>
          <a:xfrm rot="-592441">
            <a:off x="8274974" y="2419392"/>
            <a:ext cx="673185" cy="673185"/>
            <a:chOff x="2429425" y="1984725"/>
            <a:chExt cx="239600" cy="239600"/>
          </a:xfrm>
        </p:grpSpPr>
        <p:sp>
          <p:nvSpPr>
            <p:cNvPr id="1064" name="Google Shape;1064;p7"/>
            <p:cNvSpPr/>
            <p:nvPr/>
          </p:nvSpPr>
          <p:spPr>
            <a:xfrm>
              <a:off x="2429425" y="1984725"/>
              <a:ext cx="239600" cy="239600"/>
            </a:xfrm>
            <a:custGeom>
              <a:rect b="b" l="l" r="r" t="t"/>
              <a:pathLst>
                <a:path extrusionOk="0" h="9584" w="9584">
                  <a:moveTo>
                    <a:pt x="3771" y="0"/>
                  </a:moveTo>
                  <a:lnTo>
                    <a:pt x="3679" y="2606"/>
                  </a:lnTo>
                  <a:lnTo>
                    <a:pt x="1519" y="1152"/>
                  </a:lnTo>
                  <a:lnTo>
                    <a:pt x="2736" y="3457"/>
                  </a:lnTo>
                  <a:lnTo>
                    <a:pt x="131" y="3273"/>
                  </a:lnTo>
                  <a:lnTo>
                    <a:pt x="2344" y="4661"/>
                  </a:lnTo>
                  <a:lnTo>
                    <a:pt x="0" y="5813"/>
                  </a:lnTo>
                  <a:lnTo>
                    <a:pt x="2606" y="5905"/>
                  </a:lnTo>
                  <a:lnTo>
                    <a:pt x="1152" y="8065"/>
                  </a:lnTo>
                  <a:lnTo>
                    <a:pt x="1152" y="8065"/>
                  </a:lnTo>
                  <a:lnTo>
                    <a:pt x="3457" y="6847"/>
                  </a:lnTo>
                  <a:lnTo>
                    <a:pt x="3273" y="9453"/>
                  </a:lnTo>
                  <a:lnTo>
                    <a:pt x="4661" y="7240"/>
                  </a:lnTo>
                  <a:lnTo>
                    <a:pt x="5813" y="9584"/>
                  </a:lnTo>
                  <a:lnTo>
                    <a:pt x="5905" y="6978"/>
                  </a:lnTo>
                  <a:lnTo>
                    <a:pt x="8065" y="8432"/>
                  </a:lnTo>
                  <a:lnTo>
                    <a:pt x="6847" y="6127"/>
                  </a:lnTo>
                  <a:lnTo>
                    <a:pt x="9453" y="6311"/>
                  </a:lnTo>
                  <a:lnTo>
                    <a:pt x="7240" y="4923"/>
                  </a:lnTo>
                  <a:lnTo>
                    <a:pt x="9584" y="3771"/>
                  </a:lnTo>
                  <a:lnTo>
                    <a:pt x="6978" y="3679"/>
                  </a:lnTo>
                  <a:lnTo>
                    <a:pt x="8432" y="1519"/>
                  </a:lnTo>
                  <a:lnTo>
                    <a:pt x="6127" y="2737"/>
                  </a:lnTo>
                  <a:lnTo>
                    <a:pt x="6127" y="2737"/>
                  </a:lnTo>
                  <a:lnTo>
                    <a:pt x="6311" y="131"/>
                  </a:lnTo>
                  <a:lnTo>
                    <a:pt x="4923" y="2344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65" name="Google Shape;1065;p7"/>
            <p:cNvSpPr/>
            <p:nvPr/>
          </p:nvSpPr>
          <p:spPr>
            <a:xfrm>
              <a:off x="2543993" y="2064079"/>
              <a:ext cx="17050" cy="80875"/>
            </a:xfrm>
            <a:custGeom>
              <a:rect b="b" l="l" r="r" t="t"/>
              <a:pathLst>
                <a:path extrusionOk="0" h="3235" w="682">
                  <a:moveTo>
                    <a:pt x="66" y="1"/>
                  </a:moveTo>
                  <a:lnTo>
                    <a:pt x="131" y="2266"/>
                  </a:lnTo>
                  <a:lnTo>
                    <a:pt x="459" y="2266"/>
                  </a:lnTo>
                  <a:lnTo>
                    <a:pt x="524" y="1"/>
                  </a:lnTo>
                  <a:close/>
                  <a:moveTo>
                    <a:pt x="288" y="2645"/>
                  </a:moveTo>
                  <a:cubicBezTo>
                    <a:pt x="131" y="2645"/>
                    <a:pt x="0" y="2789"/>
                    <a:pt x="13" y="2946"/>
                  </a:cubicBezTo>
                  <a:cubicBezTo>
                    <a:pt x="0" y="3103"/>
                    <a:pt x="131" y="3234"/>
                    <a:pt x="288" y="3234"/>
                  </a:cubicBezTo>
                  <a:cubicBezTo>
                    <a:pt x="681" y="3234"/>
                    <a:pt x="681" y="2645"/>
                    <a:pt x="288" y="2645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066" name="Google Shape;1066;p7"/>
          <p:cNvSpPr/>
          <p:nvPr/>
        </p:nvSpPr>
        <p:spPr>
          <a:xfrm>
            <a:off x="2924975" y="1469763"/>
            <a:ext cx="609000" cy="601500"/>
          </a:xfrm>
          <a:prstGeom prst="roundRect">
            <a:avLst>
              <a:gd fmla="val 675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7" name="Google Shape;1067;p7"/>
          <p:cNvSpPr txBox="1"/>
          <p:nvPr/>
        </p:nvSpPr>
        <p:spPr>
          <a:xfrm>
            <a:off x="3022775" y="1376800"/>
            <a:ext cx="413400" cy="3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>
                <a:solidFill>
                  <a:schemeClr val="accent6"/>
                </a:solidFill>
                <a:latin typeface="DM Sans"/>
                <a:ea typeface="DM Sans"/>
                <a:cs typeface="DM Sans"/>
                <a:sym typeface="DM Sans"/>
              </a:rPr>
              <a:t>+</a:t>
            </a:r>
            <a:endParaRPr sz="3800">
              <a:solidFill>
                <a:schemeClr val="accent6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1" name="Shape 10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2" name="Google Shape;1072;p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План проекта</a:t>
            </a:r>
            <a:endParaRPr/>
          </a:p>
        </p:txBody>
      </p:sp>
      <p:grpSp>
        <p:nvGrpSpPr>
          <p:cNvPr id="1073" name="Google Shape;1073;p8"/>
          <p:cNvGrpSpPr/>
          <p:nvPr/>
        </p:nvGrpSpPr>
        <p:grpSpPr>
          <a:xfrm rot="407946">
            <a:off x="7680339" y="495793"/>
            <a:ext cx="907452" cy="839065"/>
            <a:chOff x="1774150" y="1280375"/>
            <a:chExt cx="443200" cy="409800"/>
          </a:xfrm>
        </p:grpSpPr>
        <p:sp>
          <p:nvSpPr>
            <p:cNvPr id="1074" name="Google Shape;1074;p8"/>
            <p:cNvSpPr/>
            <p:nvPr/>
          </p:nvSpPr>
          <p:spPr>
            <a:xfrm>
              <a:off x="1774150" y="1280375"/>
              <a:ext cx="443200" cy="409800"/>
            </a:xfrm>
            <a:custGeom>
              <a:rect b="b" l="l" r="r" t="t"/>
              <a:pathLst>
                <a:path extrusionOk="0" h="16392" w="17728">
                  <a:moveTo>
                    <a:pt x="6625" y="0"/>
                  </a:moveTo>
                  <a:lnTo>
                    <a:pt x="6625" y="0"/>
                  </a:lnTo>
                  <a:cubicBezTo>
                    <a:pt x="4661" y="26"/>
                    <a:pt x="2986" y="406"/>
                    <a:pt x="1716" y="2566"/>
                  </a:cubicBezTo>
                  <a:cubicBezTo>
                    <a:pt x="956" y="3823"/>
                    <a:pt x="485" y="5237"/>
                    <a:pt x="1" y="6625"/>
                  </a:cubicBezTo>
                  <a:cubicBezTo>
                    <a:pt x="1166" y="6913"/>
                    <a:pt x="2370" y="7057"/>
                    <a:pt x="3562" y="7096"/>
                  </a:cubicBezTo>
                  <a:cubicBezTo>
                    <a:pt x="3405" y="7096"/>
                    <a:pt x="3444" y="15802"/>
                    <a:pt x="3444" y="16391"/>
                  </a:cubicBezTo>
                  <a:lnTo>
                    <a:pt x="14297" y="16391"/>
                  </a:lnTo>
                  <a:cubicBezTo>
                    <a:pt x="14297" y="15789"/>
                    <a:pt x="14337" y="7096"/>
                    <a:pt x="14179" y="7096"/>
                  </a:cubicBezTo>
                  <a:cubicBezTo>
                    <a:pt x="15371" y="7057"/>
                    <a:pt x="16562" y="6913"/>
                    <a:pt x="17727" y="6625"/>
                  </a:cubicBezTo>
                  <a:cubicBezTo>
                    <a:pt x="17256" y="5237"/>
                    <a:pt x="16772" y="3823"/>
                    <a:pt x="16012" y="2566"/>
                  </a:cubicBezTo>
                  <a:cubicBezTo>
                    <a:pt x="14742" y="406"/>
                    <a:pt x="13067" y="26"/>
                    <a:pt x="11103" y="0"/>
                  </a:cubicBezTo>
                  <a:lnTo>
                    <a:pt x="11103" y="0"/>
                  </a:lnTo>
                  <a:cubicBezTo>
                    <a:pt x="11142" y="157"/>
                    <a:pt x="11155" y="314"/>
                    <a:pt x="11155" y="471"/>
                  </a:cubicBezTo>
                  <a:cubicBezTo>
                    <a:pt x="11155" y="1741"/>
                    <a:pt x="10134" y="2762"/>
                    <a:pt x="8864" y="2762"/>
                  </a:cubicBezTo>
                  <a:cubicBezTo>
                    <a:pt x="7594" y="2762"/>
                    <a:pt x="6573" y="1741"/>
                    <a:pt x="6573" y="471"/>
                  </a:cubicBezTo>
                  <a:cubicBezTo>
                    <a:pt x="6573" y="314"/>
                    <a:pt x="6586" y="157"/>
                    <a:pt x="6625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5" name="Google Shape;1075;p8"/>
            <p:cNvSpPr/>
            <p:nvPr/>
          </p:nvSpPr>
          <p:spPr>
            <a:xfrm>
              <a:off x="1859900" y="1386975"/>
              <a:ext cx="22300" cy="73425"/>
            </a:xfrm>
            <a:custGeom>
              <a:rect b="b" l="l" r="r" t="t"/>
              <a:pathLst>
                <a:path extrusionOk="0" h="2937" w="892">
                  <a:moveTo>
                    <a:pt x="804" y="1"/>
                  </a:moveTo>
                  <a:cubicBezTo>
                    <a:pt x="769" y="1"/>
                    <a:pt x="734" y="24"/>
                    <a:pt x="734" y="56"/>
                  </a:cubicBezTo>
                  <a:lnTo>
                    <a:pt x="1" y="2845"/>
                  </a:lnTo>
                  <a:cubicBezTo>
                    <a:pt x="1" y="2884"/>
                    <a:pt x="14" y="2924"/>
                    <a:pt x="66" y="2937"/>
                  </a:cubicBezTo>
                  <a:lnTo>
                    <a:pt x="79" y="2937"/>
                  </a:lnTo>
                  <a:cubicBezTo>
                    <a:pt x="119" y="2937"/>
                    <a:pt x="158" y="2910"/>
                    <a:pt x="158" y="2884"/>
                  </a:cubicBezTo>
                  <a:lnTo>
                    <a:pt x="891" y="96"/>
                  </a:lnTo>
                  <a:cubicBezTo>
                    <a:pt x="891" y="56"/>
                    <a:pt x="865" y="4"/>
                    <a:pt x="826" y="4"/>
                  </a:cubicBezTo>
                  <a:cubicBezTo>
                    <a:pt x="819" y="2"/>
                    <a:pt x="811" y="1"/>
                    <a:pt x="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6" name="Google Shape;1076;p8"/>
            <p:cNvSpPr/>
            <p:nvPr/>
          </p:nvSpPr>
          <p:spPr>
            <a:xfrm>
              <a:off x="2101125" y="1392925"/>
              <a:ext cx="31125" cy="66175"/>
            </a:xfrm>
            <a:custGeom>
              <a:rect b="b" l="l" r="r" t="t"/>
              <a:pathLst>
                <a:path extrusionOk="0" h="2647" w="1245">
                  <a:moveTo>
                    <a:pt x="101" y="1"/>
                  </a:moveTo>
                  <a:cubicBezTo>
                    <a:pt x="85" y="1"/>
                    <a:pt x="68" y="5"/>
                    <a:pt x="53" y="15"/>
                  </a:cubicBezTo>
                  <a:cubicBezTo>
                    <a:pt x="14" y="41"/>
                    <a:pt x="1" y="93"/>
                    <a:pt x="27" y="120"/>
                  </a:cubicBezTo>
                  <a:cubicBezTo>
                    <a:pt x="551" y="866"/>
                    <a:pt x="904" y="1704"/>
                    <a:pt x="1074" y="2581"/>
                  </a:cubicBezTo>
                  <a:cubicBezTo>
                    <a:pt x="1087" y="2620"/>
                    <a:pt x="1127" y="2646"/>
                    <a:pt x="1153" y="2646"/>
                  </a:cubicBezTo>
                  <a:lnTo>
                    <a:pt x="1179" y="2646"/>
                  </a:lnTo>
                  <a:cubicBezTo>
                    <a:pt x="1218" y="2633"/>
                    <a:pt x="1244" y="2594"/>
                    <a:pt x="1231" y="2555"/>
                  </a:cubicBezTo>
                  <a:cubicBezTo>
                    <a:pt x="1048" y="1651"/>
                    <a:pt x="695" y="787"/>
                    <a:pt x="158" y="28"/>
                  </a:cubicBezTo>
                  <a:cubicBezTo>
                    <a:pt x="150" y="12"/>
                    <a:pt x="127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77" name="Google Shape;1077;p8"/>
          <p:cNvGrpSpPr/>
          <p:nvPr/>
        </p:nvGrpSpPr>
        <p:grpSpPr>
          <a:xfrm>
            <a:off x="7633856" y="1017736"/>
            <a:ext cx="415826" cy="415826"/>
            <a:chOff x="2429425" y="1984725"/>
            <a:chExt cx="239600" cy="239600"/>
          </a:xfrm>
        </p:grpSpPr>
        <p:sp>
          <p:nvSpPr>
            <p:cNvPr id="1078" name="Google Shape;1078;p8"/>
            <p:cNvSpPr/>
            <p:nvPr/>
          </p:nvSpPr>
          <p:spPr>
            <a:xfrm>
              <a:off x="2429425" y="1984725"/>
              <a:ext cx="239600" cy="239600"/>
            </a:xfrm>
            <a:custGeom>
              <a:rect b="b" l="l" r="r" t="t"/>
              <a:pathLst>
                <a:path extrusionOk="0" h="9584" w="9584">
                  <a:moveTo>
                    <a:pt x="3771" y="0"/>
                  </a:moveTo>
                  <a:lnTo>
                    <a:pt x="3679" y="2606"/>
                  </a:lnTo>
                  <a:lnTo>
                    <a:pt x="1519" y="1152"/>
                  </a:lnTo>
                  <a:lnTo>
                    <a:pt x="2736" y="3457"/>
                  </a:lnTo>
                  <a:lnTo>
                    <a:pt x="131" y="3273"/>
                  </a:lnTo>
                  <a:lnTo>
                    <a:pt x="2344" y="4661"/>
                  </a:lnTo>
                  <a:lnTo>
                    <a:pt x="0" y="5813"/>
                  </a:lnTo>
                  <a:lnTo>
                    <a:pt x="2606" y="5905"/>
                  </a:lnTo>
                  <a:lnTo>
                    <a:pt x="1152" y="8065"/>
                  </a:lnTo>
                  <a:lnTo>
                    <a:pt x="1152" y="8065"/>
                  </a:lnTo>
                  <a:lnTo>
                    <a:pt x="3457" y="6847"/>
                  </a:lnTo>
                  <a:lnTo>
                    <a:pt x="3273" y="9453"/>
                  </a:lnTo>
                  <a:lnTo>
                    <a:pt x="4661" y="7240"/>
                  </a:lnTo>
                  <a:lnTo>
                    <a:pt x="5813" y="9584"/>
                  </a:lnTo>
                  <a:lnTo>
                    <a:pt x="5905" y="6978"/>
                  </a:lnTo>
                  <a:lnTo>
                    <a:pt x="8065" y="8432"/>
                  </a:lnTo>
                  <a:lnTo>
                    <a:pt x="6847" y="6127"/>
                  </a:lnTo>
                  <a:lnTo>
                    <a:pt x="9453" y="6311"/>
                  </a:lnTo>
                  <a:lnTo>
                    <a:pt x="7240" y="4923"/>
                  </a:lnTo>
                  <a:lnTo>
                    <a:pt x="9584" y="3771"/>
                  </a:lnTo>
                  <a:lnTo>
                    <a:pt x="6978" y="3679"/>
                  </a:lnTo>
                  <a:lnTo>
                    <a:pt x="8432" y="1519"/>
                  </a:lnTo>
                  <a:lnTo>
                    <a:pt x="6127" y="2737"/>
                  </a:lnTo>
                  <a:lnTo>
                    <a:pt x="6127" y="2737"/>
                  </a:lnTo>
                  <a:lnTo>
                    <a:pt x="6311" y="131"/>
                  </a:lnTo>
                  <a:lnTo>
                    <a:pt x="4923" y="2344"/>
                  </a:lnTo>
                  <a:lnTo>
                    <a:pt x="377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79" name="Google Shape;1079;p8"/>
            <p:cNvSpPr/>
            <p:nvPr/>
          </p:nvSpPr>
          <p:spPr>
            <a:xfrm>
              <a:off x="2543993" y="2064079"/>
              <a:ext cx="17050" cy="80875"/>
            </a:xfrm>
            <a:custGeom>
              <a:rect b="b" l="l" r="r" t="t"/>
              <a:pathLst>
                <a:path extrusionOk="0" h="3235" w="682">
                  <a:moveTo>
                    <a:pt x="66" y="1"/>
                  </a:moveTo>
                  <a:lnTo>
                    <a:pt x="131" y="2266"/>
                  </a:lnTo>
                  <a:lnTo>
                    <a:pt x="459" y="2266"/>
                  </a:lnTo>
                  <a:lnTo>
                    <a:pt x="524" y="1"/>
                  </a:lnTo>
                  <a:close/>
                  <a:moveTo>
                    <a:pt x="288" y="2645"/>
                  </a:moveTo>
                  <a:cubicBezTo>
                    <a:pt x="131" y="2645"/>
                    <a:pt x="0" y="2789"/>
                    <a:pt x="13" y="2946"/>
                  </a:cubicBezTo>
                  <a:cubicBezTo>
                    <a:pt x="0" y="3103"/>
                    <a:pt x="131" y="3234"/>
                    <a:pt x="288" y="3234"/>
                  </a:cubicBezTo>
                  <a:cubicBezTo>
                    <a:pt x="681" y="3234"/>
                    <a:pt x="681" y="2645"/>
                    <a:pt x="288" y="264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080" name="Google Shape;1080;p8"/>
          <p:cNvGrpSpPr/>
          <p:nvPr/>
        </p:nvGrpSpPr>
        <p:grpSpPr>
          <a:xfrm>
            <a:off x="387490" y="4107347"/>
            <a:ext cx="714071" cy="538612"/>
            <a:chOff x="1056050" y="2184175"/>
            <a:chExt cx="411450" cy="310350"/>
          </a:xfrm>
        </p:grpSpPr>
        <p:sp>
          <p:nvSpPr>
            <p:cNvPr id="1081" name="Google Shape;1081;p8"/>
            <p:cNvSpPr/>
            <p:nvPr/>
          </p:nvSpPr>
          <p:spPr>
            <a:xfrm>
              <a:off x="1056050" y="2184175"/>
              <a:ext cx="411450" cy="310350"/>
            </a:xfrm>
            <a:custGeom>
              <a:rect b="b" l="l" r="r" t="t"/>
              <a:pathLst>
                <a:path extrusionOk="0" h="12414" w="16458">
                  <a:moveTo>
                    <a:pt x="13881" y="0"/>
                  </a:moveTo>
                  <a:cubicBezTo>
                    <a:pt x="13867" y="0"/>
                    <a:pt x="13852" y="3"/>
                    <a:pt x="13839" y="9"/>
                  </a:cubicBezTo>
                  <a:lnTo>
                    <a:pt x="118" y="4211"/>
                  </a:lnTo>
                  <a:cubicBezTo>
                    <a:pt x="40" y="4237"/>
                    <a:pt x="0" y="4316"/>
                    <a:pt x="27" y="4381"/>
                  </a:cubicBezTo>
                  <a:lnTo>
                    <a:pt x="2449" y="12315"/>
                  </a:lnTo>
                  <a:cubicBezTo>
                    <a:pt x="2470" y="12369"/>
                    <a:pt x="2527" y="12414"/>
                    <a:pt x="2590" y="12414"/>
                  </a:cubicBezTo>
                  <a:cubicBezTo>
                    <a:pt x="2604" y="12414"/>
                    <a:pt x="2618" y="12411"/>
                    <a:pt x="2632" y="12407"/>
                  </a:cubicBezTo>
                  <a:lnTo>
                    <a:pt x="16353" y="8191"/>
                  </a:lnTo>
                  <a:cubicBezTo>
                    <a:pt x="16418" y="8178"/>
                    <a:pt x="16457" y="8099"/>
                    <a:pt x="16444" y="8021"/>
                  </a:cubicBezTo>
                  <a:lnTo>
                    <a:pt x="14009" y="100"/>
                  </a:lnTo>
                  <a:cubicBezTo>
                    <a:pt x="13988" y="38"/>
                    <a:pt x="13935" y="0"/>
                    <a:pt x="1388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2" name="Google Shape;1082;p8"/>
            <p:cNvSpPr/>
            <p:nvPr/>
          </p:nvSpPr>
          <p:spPr>
            <a:xfrm>
              <a:off x="1102525" y="2336900"/>
              <a:ext cx="357125" cy="131275"/>
            </a:xfrm>
            <a:custGeom>
              <a:rect b="b" l="l" r="r" t="t"/>
              <a:pathLst>
                <a:path extrusionOk="0" h="5251" w="14285">
                  <a:moveTo>
                    <a:pt x="13996" y="0"/>
                  </a:moveTo>
                  <a:lnTo>
                    <a:pt x="0" y="4282"/>
                  </a:lnTo>
                  <a:lnTo>
                    <a:pt x="302" y="5250"/>
                  </a:lnTo>
                  <a:lnTo>
                    <a:pt x="14284" y="956"/>
                  </a:lnTo>
                  <a:lnTo>
                    <a:pt x="139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3" name="Google Shape;1083;p8"/>
            <p:cNvSpPr/>
            <p:nvPr/>
          </p:nvSpPr>
          <p:spPr>
            <a:xfrm>
              <a:off x="1085175" y="2281175"/>
              <a:ext cx="92975" cy="67950"/>
            </a:xfrm>
            <a:custGeom>
              <a:rect b="b" l="l" r="r" t="t"/>
              <a:pathLst>
                <a:path extrusionOk="0" h="2718" w="3719">
                  <a:moveTo>
                    <a:pt x="3117" y="0"/>
                  </a:moveTo>
                  <a:cubicBezTo>
                    <a:pt x="3108" y="0"/>
                    <a:pt x="3099" y="2"/>
                    <a:pt x="3090" y="4"/>
                  </a:cubicBezTo>
                  <a:lnTo>
                    <a:pt x="79" y="933"/>
                  </a:lnTo>
                  <a:cubicBezTo>
                    <a:pt x="27" y="946"/>
                    <a:pt x="1" y="999"/>
                    <a:pt x="14" y="1051"/>
                  </a:cubicBezTo>
                  <a:lnTo>
                    <a:pt x="498" y="2648"/>
                  </a:lnTo>
                  <a:cubicBezTo>
                    <a:pt x="509" y="2692"/>
                    <a:pt x="556" y="2717"/>
                    <a:pt x="601" y="2717"/>
                  </a:cubicBezTo>
                  <a:cubicBezTo>
                    <a:pt x="611" y="2717"/>
                    <a:pt x="620" y="2716"/>
                    <a:pt x="629" y="2714"/>
                  </a:cubicBezTo>
                  <a:lnTo>
                    <a:pt x="3640" y="1784"/>
                  </a:lnTo>
                  <a:cubicBezTo>
                    <a:pt x="3693" y="1771"/>
                    <a:pt x="3719" y="1719"/>
                    <a:pt x="3706" y="1666"/>
                  </a:cubicBezTo>
                  <a:lnTo>
                    <a:pt x="3208" y="69"/>
                  </a:lnTo>
                  <a:cubicBezTo>
                    <a:pt x="3197" y="26"/>
                    <a:pt x="3160" y="0"/>
                    <a:pt x="31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4" name="Google Shape;1084;p8"/>
            <p:cNvSpPr/>
            <p:nvPr/>
          </p:nvSpPr>
          <p:spPr>
            <a:xfrm>
              <a:off x="1115950" y="2370600"/>
              <a:ext cx="124400" cy="55025"/>
            </a:xfrm>
            <a:custGeom>
              <a:rect b="b" l="l" r="r" t="t"/>
              <a:pathLst>
                <a:path extrusionOk="0" h="2201" w="4976">
                  <a:moveTo>
                    <a:pt x="4753" y="1"/>
                  </a:moveTo>
                  <a:lnTo>
                    <a:pt x="0" y="1454"/>
                  </a:lnTo>
                  <a:lnTo>
                    <a:pt x="236" y="2200"/>
                  </a:lnTo>
                  <a:lnTo>
                    <a:pt x="4975" y="747"/>
                  </a:lnTo>
                  <a:lnTo>
                    <a:pt x="4753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aphicFrame>
        <p:nvGraphicFramePr>
          <p:cNvPr id="1085" name="Google Shape;1085;p8"/>
          <p:cNvGraphicFramePr/>
          <p:nvPr/>
        </p:nvGraphicFramePr>
        <p:xfrm>
          <a:off x="703725" y="1577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{1EC2304D-DB54-4A91-B49F-95A18F496021}</a:tableStyleId>
              </a:tblPr>
              <a:tblGrid>
                <a:gridCol w="771550"/>
                <a:gridCol w="3578475"/>
                <a:gridCol w="3386525"/>
              </a:tblGrid>
              <a:tr h="190500">
                <a:tc>
                  <a:txBody>
                    <a:bodyPr/>
                    <a:lstStyle/>
                    <a:p>
                      <a:pPr indent="0" lvl="0" marL="0" marR="18351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№ п/п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Этап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Дата выполнения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37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1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8351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Подготовка, планирование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351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15.09.23 – 30.11.23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2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8351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Разработка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351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01.12.23 – 01.04.24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2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3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18351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Подведение итогов, развитие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183515" rtl="0" algn="l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500"/>
                        <a:buFont typeface="Arial"/>
                        <a:buNone/>
                      </a:pPr>
                      <a:r>
                        <a:rPr lang="en" sz="16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15.01.24 – 01.04.24</a:t>
                      </a:r>
                      <a:endParaRPr sz="16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086" name="Google Shape;1086;p8"/>
          <p:cNvGrpSpPr/>
          <p:nvPr/>
        </p:nvGrpSpPr>
        <p:grpSpPr>
          <a:xfrm rot="-773102">
            <a:off x="6682942" y="3215332"/>
            <a:ext cx="2586555" cy="2528990"/>
            <a:chOff x="4526450" y="2237425"/>
            <a:chExt cx="2030950" cy="1985750"/>
          </a:xfrm>
        </p:grpSpPr>
        <p:sp>
          <p:nvSpPr>
            <p:cNvPr id="1087" name="Google Shape;1087;p8"/>
            <p:cNvSpPr/>
            <p:nvPr/>
          </p:nvSpPr>
          <p:spPr>
            <a:xfrm>
              <a:off x="5571875" y="2313425"/>
              <a:ext cx="355475" cy="658225"/>
            </a:xfrm>
            <a:custGeom>
              <a:rect b="b" l="l" r="r" t="t"/>
              <a:pathLst>
                <a:path extrusionOk="0" h="26329" w="14219">
                  <a:moveTo>
                    <a:pt x="7574" y="0"/>
                  </a:moveTo>
                  <a:cubicBezTo>
                    <a:pt x="5283" y="0"/>
                    <a:pt x="2965" y="1373"/>
                    <a:pt x="1807" y="3296"/>
                  </a:cubicBezTo>
                  <a:cubicBezTo>
                    <a:pt x="642" y="5247"/>
                    <a:pt x="0" y="8402"/>
                    <a:pt x="170" y="10654"/>
                  </a:cubicBezTo>
                  <a:cubicBezTo>
                    <a:pt x="314" y="12722"/>
                    <a:pt x="1545" y="14817"/>
                    <a:pt x="3522" y="15459"/>
                  </a:cubicBezTo>
                  <a:cubicBezTo>
                    <a:pt x="3509" y="17593"/>
                    <a:pt x="3614" y="19714"/>
                    <a:pt x="3849" y="21835"/>
                  </a:cubicBezTo>
                  <a:cubicBezTo>
                    <a:pt x="3928" y="22541"/>
                    <a:pt x="4033" y="23288"/>
                    <a:pt x="4425" y="23903"/>
                  </a:cubicBezTo>
                  <a:cubicBezTo>
                    <a:pt x="5452" y="25484"/>
                    <a:pt x="7257" y="26328"/>
                    <a:pt x="9090" y="26328"/>
                  </a:cubicBezTo>
                  <a:cubicBezTo>
                    <a:pt x="9549" y="26328"/>
                    <a:pt x="10010" y="26275"/>
                    <a:pt x="10461" y="26168"/>
                  </a:cubicBezTo>
                  <a:cubicBezTo>
                    <a:pt x="13027" y="25553"/>
                    <a:pt x="14101" y="23628"/>
                    <a:pt x="14101" y="21101"/>
                  </a:cubicBezTo>
                  <a:cubicBezTo>
                    <a:pt x="14101" y="18339"/>
                    <a:pt x="14061" y="15563"/>
                    <a:pt x="13970" y="12788"/>
                  </a:cubicBezTo>
                  <a:cubicBezTo>
                    <a:pt x="13891" y="10510"/>
                    <a:pt x="14218" y="7800"/>
                    <a:pt x="13682" y="5600"/>
                  </a:cubicBezTo>
                  <a:cubicBezTo>
                    <a:pt x="13079" y="3178"/>
                    <a:pt x="11260" y="651"/>
                    <a:pt x="8693" y="115"/>
                  </a:cubicBezTo>
                  <a:cubicBezTo>
                    <a:pt x="8324" y="37"/>
                    <a:pt x="7950" y="0"/>
                    <a:pt x="757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8" name="Google Shape;1088;p8"/>
            <p:cNvSpPr/>
            <p:nvPr/>
          </p:nvSpPr>
          <p:spPr>
            <a:xfrm>
              <a:off x="5569575" y="2310775"/>
              <a:ext cx="357775" cy="663400"/>
            </a:xfrm>
            <a:custGeom>
              <a:rect b="b" l="l" r="r" t="t"/>
              <a:pathLst>
                <a:path extrusionOk="0" h="26536" w="14311">
                  <a:moveTo>
                    <a:pt x="7673" y="208"/>
                  </a:moveTo>
                  <a:cubicBezTo>
                    <a:pt x="8039" y="208"/>
                    <a:pt x="8406" y="247"/>
                    <a:pt x="8759" y="325"/>
                  </a:cubicBezTo>
                  <a:cubicBezTo>
                    <a:pt x="11365" y="875"/>
                    <a:pt x="13106" y="3441"/>
                    <a:pt x="13669" y="5746"/>
                  </a:cubicBezTo>
                  <a:cubicBezTo>
                    <a:pt x="14035" y="7238"/>
                    <a:pt x="13996" y="8992"/>
                    <a:pt x="13970" y="10668"/>
                  </a:cubicBezTo>
                  <a:cubicBezTo>
                    <a:pt x="13957" y="11454"/>
                    <a:pt x="13931" y="12187"/>
                    <a:pt x="13957" y="12907"/>
                  </a:cubicBezTo>
                  <a:cubicBezTo>
                    <a:pt x="14035" y="15669"/>
                    <a:pt x="14088" y="18458"/>
                    <a:pt x="14088" y="21220"/>
                  </a:cubicBezTo>
                  <a:cubicBezTo>
                    <a:pt x="14088" y="23904"/>
                    <a:pt x="12857" y="25619"/>
                    <a:pt x="10527" y="26182"/>
                  </a:cubicBezTo>
                  <a:cubicBezTo>
                    <a:pt x="10082" y="26289"/>
                    <a:pt x="9631" y="26341"/>
                    <a:pt x="9186" y="26341"/>
                  </a:cubicBezTo>
                  <a:cubicBezTo>
                    <a:pt x="7337" y="26341"/>
                    <a:pt x="5569" y="25455"/>
                    <a:pt x="4609" y="23957"/>
                  </a:cubicBezTo>
                  <a:cubicBezTo>
                    <a:pt x="4229" y="23381"/>
                    <a:pt x="4125" y="22661"/>
                    <a:pt x="4046" y="21927"/>
                  </a:cubicBezTo>
                  <a:cubicBezTo>
                    <a:pt x="3810" y="19820"/>
                    <a:pt x="3706" y="17699"/>
                    <a:pt x="3719" y="15578"/>
                  </a:cubicBezTo>
                  <a:lnTo>
                    <a:pt x="3719" y="15486"/>
                  </a:lnTo>
                  <a:lnTo>
                    <a:pt x="3640" y="15460"/>
                  </a:lnTo>
                  <a:cubicBezTo>
                    <a:pt x="1860" y="14897"/>
                    <a:pt x="511" y="12946"/>
                    <a:pt x="354" y="10747"/>
                  </a:cubicBezTo>
                  <a:cubicBezTo>
                    <a:pt x="197" y="8403"/>
                    <a:pt x="891" y="5261"/>
                    <a:pt x="1991" y="3454"/>
                  </a:cubicBezTo>
                  <a:cubicBezTo>
                    <a:pt x="3169" y="1477"/>
                    <a:pt x="5473" y="208"/>
                    <a:pt x="7673" y="208"/>
                  </a:cubicBezTo>
                  <a:close/>
                  <a:moveTo>
                    <a:pt x="7682" y="1"/>
                  </a:moveTo>
                  <a:cubicBezTo>
                    <a:pt x="5422" y="1"/>
                    <a:pt x="3041" y="1311"/>
                    <a:pt x="1820" y="3350"/>
                  </a:cubicBezTo>
                  <a:cubicBezTo>
                    <a:pt x="694" y="5222"/>
                    <a:pt x="1" y="8338"/>
                    <a:pt x="158" y="10760"/>
                  </a:cubicBezTo>
                  <a:cubicBezTo>
                    <a:pt x="315" y="13025"/>
                    <a:pt x="1689" y="15015"/>
                    <a:pt x="3522" y="15643"/>
                  </a:cubicBezTo>
                  <a:cubicBezTo>
                    <a:pt x="3509" y="17751"/>
                    <a:pt x="3614" y="19846"/>
                    <a:pt x="3850" y="21941"/>
                  </a:cubicBezTo>
                  <a:cubicBezTo>
                    <a:pt x="3928" y="22713"/>
                    <a:pt x="4046" y="23446"/>
                    <a:pt x="4439" y="24061"/>
                  </a:cubicBezTo>
                  <a:cubicBezTo>
                    <a:pt x="5434" y="25619"/>
                    <a:pt x="7267" y="26536"/>
                    <a:pt x="9191" y="26536"/>
                  </a:cubicBezTo>
                  <a:cubicBezTo>
                    <a:pt x="9663" y="26536"/>
                    <a:pt x="10134" y="26483"/>
                    <a:pt x="10592" y="26366"/>
                  </a:cubicBezTo>
                  <a:cubicBezTo>
                    <a:pt x="13027" y="25790"/>
                    <a:pt x="14310" y="23996"/>
                    <a:pt x="14310" y="21207"/>
                  </a:cubicBezTo>
                  <a:cubicBezTo>
                    <a:pt x="14310" y="18458"/>
                    <a:pt x="14271" y="15656"/>
                    <a:pt x="14179" y="12894"/>
                  </a:cubicBezTo>
                  <a:cubicBezTo>
                    <a:pt x="14153" y="12187"/>
                    <a:pt x="14179" y="11454"/>
                    <a:pt x="14193" y="10668"/>
                  </a:cubicBezTo>
                  <a:cubicBezTo>
                    <a:pt x="14232" y="8966"/>
                    <a:pt x="14271" y="7212"/>
                    <a:pt x="13891" y="5680"/>
                  </a:cubicBezTo>
                  <a:cubicBezTo>
                    <a:pt x="13302" y="3323"/>
                    <a:pt x="11509" y="679"/>
                    <a:pt x="8812" y="116"/>
                  </a:cubicBezTo>
                  <a:cubicBezTo>
                    <a:pt x="8443" y="38"/>
                    <a:pt x="8064" y="1"/>
                    <a:pt x="768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89" name="Google Shape;1089;p8"/>
            <p:cNvSpPr/>
            <p:nvPr/>
          </p:nvSpPr>
          <p:spPr>
            <a:xfrm>
              <a:off x="5089950" y="2758150"/>
              <a:ext cx="191275" cy="122575"/>
            </a:xfrm>
            <a:custGeom>
              <a:rect b="b" l="l" r="r" t="t"/>
              <a:pathLst>
                <a:path extrusionOk="0" h="4903" w="7651">
                  <a:moveTo>
                    <a:pt x="6315" y="1"/>
                  </a:moveTo>
                  <a:cubicBezTo>
                    <a:pt x="6164" y="1"/>
                    <a:pt x="6005" y="40"/>
                    <a:pt x="5845" y="131"/>
                  </a:cubicBezTo>
                  <a:cubicBezTo>
                    <a:pt x="4103" y="1126"/>
                    <a:pt x="2414" y="2200"/>
                    <a:pt x="765" y="3325"/>
                  </a:cubicBezTo>
                  <a:cubicBezTo>
                    <a:pt x="1" y="3853"/>
                    <a:pt x="511" y="4903"/>
                    <a:pt x="1248" y="4903"/>
                  </a:cubicBezTo>
                  <a:cubicBezTo>
                    <a:pt x="1407" y="4903"/>
                    <a:pt x="1577" y="4853"/>
                    <a:pt x="1747" y="4739"/>
                  </a:cubicBezTo>
                  <a:cubicBezTo>
                    <a:pt x="3383" y="3600"/>
                    <a:pt x="5072" y="2540"/>
                    <a:pt x="6827" y="1545"/>
                  </a:cubicBezTo>
                  <a:cubicBezTo>
                    <a:pt x="7650" y="1073"/>
                    <a:pt x="7101" y="1"/>
                    <a:pt x="6315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0" name="Google Shape;1090;p8"/>
            <p:cNvSpPr/>
            <p:nvPr/>
          </p:nvSpPr>
          <p:spPr>
            <a:xfrm>
              <a:off x="5096300" y="2755550"/>
              <a:ext cx="176775" cy="127975"/>
            </a:xfrm>
            <a:custGeom>
              <a:rect b="b" l="l" r="r" t="t"/>
              <a:pathLst>
                <a:path extrusionOk="0" h="5119" w="7071">
                  <a:moveTo>
                    <a:pt x="6062" y="209"/>
                  </a:moveTo>
                  <a:cubicBezTo>
                    <a:pt x="6193" y="209"/>
                    <a:pt x="6337" y="248"/>
                    <a:pt x="6455" y="314"/>
                  </a:cubicBezTo>
                  <a:cubicBezTo>
                    <a:pt x="6703" y="458"/>
                    <a:pt x="6861" y="706"/>
                    <a:pt x="6874" y="994"/>
                  </a:cubicBezTo>
                  <a:cubicBezTo>
                    <a:pt x="6861" y="1243"/>
                    <a:pt x="6717" y="1453"/>
                    <a:pt x="6507" y="1557"/>
                  </a:cubicBezTo>
                  <a:cubicBezTo>
                    <a:pt x="4779" y="2552"/>
                    <a:pt x="3064" y="3626"/>
                    <a:pt x="1427" y="4752"/>
                  </a:cubicBezTo>
                  <a:cubicBezTo>
                    <a:pt x="1300" y="4855"/>
                    <a:pt x="1149" y="4905"/>
                    <a:pt x="993" y="4905"/>
                  </a:cubicBezTo>
                  <a:cubicBezTo>
                    <a:pt x="893" y="4905"/>
                    <a:pt x="792" y="4884"/>
                    <a:pt x="694" y="4843"/>
                  </a:cubicBezTo>
                  <a:cubicBezTo>
                    <a:pt x="445" y="4712"/>
                    <a:pt x="262" y="4451"/>
                    <a:pt x="236" y="4163"/>
                  </a:cubicBezTo>
                  <a:cubicBezTo>
                    <a:pt x="223" y="3901"/>
                    <a:pt x="341" y="3652"/>
                    <a:pt x="563" y="3508"/>
                  </a:cubicBezTo>
                  <a:cubicBezTo>
                    <a:pt x="2200" y="2382"/>
                    <a:pt x="3915" y="1322"/>
                    <a:pt x="5643" y="327"/>
                  </a:cubicBezTo>
                  <a:cubicBezTo>
                    <a:pt x="5761" y="248"/>
                    <a:pt x="5918" y="209"/>
                    <a:pt x="6062" y="209"/>
                  </a:cubicBezTo>
                  <a:close/>
                  <a:moveTo>
                    <a:pt x="6045" y="1"/>
                  </a:moveTo>
                  <a:cubicBezTo>
                    <a:pt x="5865" y="1"/>
                    <a:pt x="5685" y="50"/>
                    <a:pt x="5525" y="143"/>
                  </a:cubicBezTo>
                  <a:cubicBezTo>
                    <a:pt x="3797" y="1138"/>
                    <a:pt x="2095" y="2225"/>
                    <a:pt x="459" y="3351"/>
                  </a:cubicBezTo>
                  <a:cubicBezTo>
                    <a:pt x="170" y="3521"/>
                    <a:pt x="0" y="3848"/>
                    <a:pt x="26" y="4189"/>
                  </a:cubicBezTo>
                  <a:cubicBezTo>
                    <a:pt x="66" y="4542"/>
                    <a:pt x="288" y="4870"/>
                    <a:pt x="616" y="5027"/>
                  </a:cubicBezTo>
                  <a:cubicBezTo>
                    <a:pt x="733" y="5079"/>
                    <a:pt x="851" y="5105"/>
                    <a:pt x="995" y="5118"/>
                  </a:cubicBezTo>
                  <a:cubicBezTo>
                    <a:pt x="1179" y="5105"/>
                    <a:pt x="1375" y="5040"/>
                    <a:pt x="1532" y="4922"/>
                  </a:cubicBezTo>
                  <a:cubicBezTo>
                    <a:pt x="3169" y="3809"/>
                    <a:pt x="4871" y="2736"/>
                    <a:pt x="6599" y="1741"/>
                  </a:cubicBezTo>
                  <a:cubicBezTo>
                    <a:pt x="6887" y="1597"/>
                    <a:pt x="7070" y="1309"/>
                    <a:pt x="7070" y="994"/>
                  </a:cubicBezTo>
                  <a:cubicBezTo>
                    <a:pt x="7057" y="641"/>
                    <a:pt x="6861" y="314"/>
                    <a:pt x="6546" y="143"/>
                  </a:cubicBezTo>
                  <a:cubicBezTo>
                    <a:pt x="6392" y="47"/>
                    <a:pt x="6219" y="1"/>
                    <a:pt x="60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1" name="Google Shape;1091;p8"/>
            <p:cNvSpPr/>
            <p:nvPr/>
          </p:nvSpPr>
          <p:spPr>
            <a:xfrm>
              <a:off x="5098250" y="2905675"/>
              <a:ext cx="178675" cy="114575"/>
            </a:xfrm>
            <a:custGeom>
              <a:rect b="b" l="l" r="r" t="t"/>
              <a:pathLst>
                <a:path extrusionOk="0" h="4583" w="7147">
                  <a:moveTo>
                    <a:pt x="5893" y="1"/>
                  </a:moveTo>
                  <a:cubicBezTo>
                    <a:pt x="5754" y="1"/>
                    <a:pt x="5607" y="38"/>
                    <a:pt x="5460" y="121"/>
                  </a:cubicBezTo>
                  <a:cubicBezTo>
                    <a:pt x="3837" y="1051"/>
                    <a:pt x="2253" y="2046"/>
                    <a:pt x="721" y="3106"/>
                  </a:cubicBezTo>
                  <a:cubicBezTo>
                    <a:pt x="0" y="3601"/>
                    <a:pt x="482" y="4582"/>
                    <a:pt x="1170" y="4582"/>
                  </a:cubicBezTo>
                  <a:cubicBezTo>
                    <a:pt x="1319" y="4582"/>
                    <a:pt x="1479" y="4536"/>
                    <a:pt x="1637" y="4429"/>
                  </a:cubicBezTo>
                  <a:cubicBezTo>
                    <a:pt x="3169" y="3368"/>
                    <a:pt x="4753" y="2373"/>
                    <a:pt x="6377" y="1444"/>
                  </a:cubicBezTo>
                  <a:cubicBezTo>
                    <a:pt x="7146" y="1004"/>
                    <a:pt x="6623" y="1"/>
                    <a:pt x="5893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2" name="Google Shape;1092;p8"/>
            <p:cNvSpPr/>
            <p:nvPr/>
          </p:nvSpPr>
          <p:spPr>
            <a:xfrm>
              <a:off x="5104150" y="2903250"/>
              <a:ext cx="165650" cy="119700"/>
            </a:xfrm>
            <a:custGeom>
              <a:rect b="b" l="l" r="r" t="t"/>
              <a:pathLst>
                <a:path extrusionOk="0" h="4788" w="6626">
                  <a:moveTo>
                    <a:pt x="5651" y="202"/>
                  </a:moveTo>
                  <a:cubicBezTo>
                    <a:pt x="5784" y="202"/>
                    <a:pt x="5918" y="238"/>
                    <a:pt x="6036" y="310"/>
                  </a:cubicBezTo>
                  <a:cubicBezTo>
                    <a:pt x="6259" y="428"/>
                    <a:pt x="6403" y="677"/>
                    <a:pt x="6416" y="938"/>
                  </a:cubicBezTo>
                  <a:cubicBezTo>
                    <a:pt x="6416" y="1161"/>
                    <a:pt x="6285" y="1357"/>
                    <a:pt x="6088" y="1449"/>
                  </a:cubicBezTo>
                  <a:cubicBezTo>
                    <a:pt x="4465" y="2379"/>
                    <a:pt x="2868" y="3387"/>
                    <a:pt x="1336" y="4447"/>
                  </a:cubicBezTo>
                  <a:cubicBezTo>
                    <a:pt x="1220" y="4532"/>
                    <a:pt x="1081" y="4576"/>
                    <a:pt x="940" y="4576"/>
                  </a:cubicBezTo>
                  <a:cubicBezTo>
                    <a:pt x="843" y="4576"/>
                    <a:pt x="746" y="4555"/>
                    <a:pt x="655" y="4513"/>
                  </a:cubicBezTo>
                  <a:cubicBezTo>
                    <a:pt x="419" y="4395"/>
                    <a:pt x="262" y="4159"/>
                    <a:pt x="236" y="3897"/>
                  </a:cubicBezTo>
                  <a:cubicBezTo>
                    <a:pt x="223" y="3649"/>
                    <a:pt x="341" y="3426"/>
                    <a:pt x="537" y="3295"/>
                  </a:cubicBezTo>
                  <a:cubicBezTo>
                    <a:pt x="2069" y="2248"/>
                    <a:pt x="3666" y="1240"/>
                    <a:pt x="5277" y="310"/>
                  </a:cubicBezTo>
                  <a:cubicBezTo>
                    <a:pt x="5388" y="238"/>
                    <a:pt x="5519" y="202"/>
                    <a:pt x="5651" y="202"/>
                  </a:cubicBezTo>
                  <a:close/>
                  <a:moveTo>
                    <a:pt x="5666" y="1"/>
                  </a:moveTo>
                  <a:cubicBezTo>
                    <a:pt x="5496" y="1"/>
                    <a:pt x="5325" y="47"/>
                    <a:pt x="5172" y="140"/>
                  </a:cubicBezTo>
                  <a:cubicBezTo>
                    <a:pt x="3548" y="1069"/>
                    <a:pt x="1951" y="2064"/>
                    <a:pt x="433" y="3125"/>
                  </a:cubicBezTo>
                  <a:cubicBezTo>
                    <a:pt x="158" y="3295"/>
                    <a:pt x="1" y="3596"/>
                    <a:pt x="27" y="3910"/>
                  </a:cubicBezTo>
                  <a:cubicBezTo>
                    <a:pt x="66" y="4251"/>
                    <a:pt x="262" y="4552"/>
                    <a:pt x="577" y="4709"/>
                  </a:cubicBezTo>
                  <a:cubicBezTo>
                    <a:pt x="681" y="4761"/>
                    <a:pt x="812" y="4788"/>
                    <a:pt x="930" y="4788"/>
                  </a:cubicBezTo>
                  <a:cubicBezTo>
                    <a:pt x="1113" y="4788"/>
                    <a:pt x="1297" y="4722"/>
                    <a:pt x="1454" y="4617"/>
                  </a:cubicBezTo>
                  <a:cubicBezTo>
                    <a:pt x="2986" y="3570"/>
                    <a:pt x="4570" y="2562"/>
                    <a:pt x="6193" y="1645"/>
                  </a:cubicBezTo>
                  <a:cubicBezTo>
                    <a:pt x="6455" y="1515"/>
                    <a:pt x="6625" y="1240"/>
                    <a:pt x="6625" y="938"/>
                  </a:cubicBezTo>
                  <a:cubicBezTo>
                    <a:pt x="6625" y="598"/>
                    <a:pt x="6429" y="297"/>
                    <a:pt x="6141" y="127"/>
                  </a:cubicBezTo>
                  <a:cubicBezTo>
                    <a:pt x="5993" y="43"/>
                    <a:pt x="5829" y="1"/>
                    <a:pt x="56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3" name="Google Shape;1093;p8"/>
            <p:cNvSpPr/>
            <p:nvPr/>
          </p:nvSpPr>
          <p:spPr>
            <a:xfrm>
              <a:off x="5100200" y="2836925"/>
              <a:ext cx="178650" cy="114575"/>
            </a:xfrm>
            <a:custGeom>
              <a:rect b="b" l="l" r="r" t="t"/>
              <a:pathLst>
                <a:path extrusionOk="0" h="4583" w="7146">
                  <a:moveTo>
                    <a:pt x="5901" y="1"/>
                  </a:moveTo>
                  <a:cubicBezTo>
                    <a:pt x="5760" y="1"/>
                    <a:pt x="5611" y="38"/>
                    <a:pt x="5461" y="122"/>
                  </a:cubicBezTo>
                  <a:cubicBezTo>
                    <a:pt x="3837" y="1052"/>
                    <a:pt x="2253" y="2047"/>
                    <a:pt x="721" y="3107"/>
                  </a:cubicBezTo>
                  <a:cubicBezTo>
                    <a:pt x="1" y="3602"/>
                    <a:pt x="482" y="4583"/>
                    <a:pt x="1163" y="4583"/>
                  </a:cubicBezTo>
                  <a:cubicBezTo>
                    <a:pt x="1311" y="4583"/>
                    <a:pt x="1468" y="4537"/>
                    <a:pt x="1625" y="4429"/>
                  </a:cubicBezTo>
                  <a:cubicBezTo>
                    <a:pt x="3170" y="3369"/>
                    <a:pt x="4741" y="2374"/>
                    <a:pt x="6377" y="1444"/>
                  </a:cubicBezTo>
                  <a:cubicBezTo>
                    <a:pt x="7146" y="994"/>
                    <a:pt x="6635" y="1"/>
                    <a:pt x="5901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4" name="Google Shape;1094;p8"/>
            <p:cNvSpPr/>
            <p:nvPr/>
          </p:nvSpPr>
          <p:spPr>
            <a:xfrm>
              <a:off x="5103500" y="2834400"/>
              <a:ext cx="168250" cy="119825"/>
            </a:xfrm>
            <a:custGeom>
              <a:rect b="b" l="l" r="r" t="t"/>
              <a:pathLst>
                <a:path extrusionOk="0" h="4793" w="6730">
                  <a:moveTo>
                    <a:pt x="5820" y="207"/>
                  </a:moveTo>
                  <a:cubicBezTo>
                    <a:pt x="5925" y="207"/>
                    <a:pt x="6038" y="245"/>
                    <a:pt x="6141" y="302"/>
                  </a:cubicBezTo>
                  <a:cubicBezTo>
                    <a:pt x="6363" y="433"/>
                    <a:pt x="6507" y="668"/>
                    <a:pt x="6520" y="930"/>
                  </a:cubicBezTo>
                  <a:cubicBezTo>
                    <a:pt x="6520" y="1153"/>
                    <a:pt x="6389" y="1362"/>
                    <a:pt x="6180" y="1454"/>
                  </a:cubicBezTo>
                  <a:cubicBezTo>
                    <a:pt x="4569" y="2383"/>
                    <a:pt x="2972" y="3391"/>
                    <a:pt x="1440" y="4439"/>
                  </a:cubicBezTo>
                  <a:cubicBezTo>
                    <a:pt x="1315" y="4514"/>
                    <a:pt x="1190" y="4546"/>
                    <a:pt x="1072" y="4546"/>
                  </a:cubicBezTo>
                  <a:cubicBezTo>
                    <a:pt x="488" y="4546"/>
                    <a:pt x="75" y="3746"/>
                    <a:pt x="642" y="3300"/>
                  </a:cubicBezTo>
                  <a:cubicBezTo>
                    <a:pt x="2174" y="2239"/>
                    <a:pt x="3758" y="1244"/>
                    <a:pt x="5381" y="315"/>
                  </a:cubicBezTo>
                  <a:cubicBezTo>
                    <a:pt x="5499" y="249"/>
                    <a:pt x="5630" y="210"/>
                    <a:pt x="5774" y="210"/>
                  </a:cubicBezTo>
                  <a:cubicBezTo>
                    <a:pt x="5789" y="208"/>
                    <a:pt x="5805" y="207"/>
                    <a:pt x="5820" y="207"/>
                  </a:cubicBezTo>
                  <a:close/>
                  <a:moveTo>
                    <a:pt x="5772" y="0"/>
                  </a:moveTo>
                  <a:cubicBezTo>
                    <a:pt x="5599" y="0"/>
                    <a:pt x="5426" y="50"/>
                    <a:pt x="5276" y="145"/>
                  </a:cubicBezTo>
                  <a:cubicBezTo>
                    <a:pt x="3653" y="1074"/>
                    <a:pt x="2056" y="2069"/>
                    <a:pt x="524" y="3130"/>
                  </a:cubicBezTo>
                  <a:cubicBezTo>
                    <a:pt x="105" y="3404"/>
                    <a:pt x="0" y="3981"/>
                    <a:pt x="301" y="4386"/>
                  </a:cubicBezTo>
                  <a:cubicBezTo>
                    <a:pt x="472" y="4622"/>
                    <a:pt x="733" y="4779"/>
                    <a:pt x="1035" y="4792"/>
                  </a:cubicBezTo>
                  <a:cubicBezTo>
                    <a:pt x="1218" y="4779"/>
                    <a:pt x="1401" y="4727"/>
                    <a:pt x="1558" y="4609"/>
                  </a:cubicBezTo>
                  <a:cubicBezTo>
                    <a:pt x="3077" y="3562"/>
                    <a:pt x="4674" y="2567"/>
                    <a:pt x="6285" y="1637"/>
                  </a:cubicBezTo>
                  <a:cubicBezTo>
                    <a:pt x="6546" y="1506"/>
                    <a:pt x="6717" y="1231"/>
                    <a:pt x="6730" y="943"/>
                  </a:cubicBezTo>
                  <a:cubicBezTo>
                    <a:pt x="6717" y="603"/>
                    <a:pt x="6533" y="289"/>
                    <a:pt x="6232" y="131"/>
                  </a:cubicBezTo>
                  <a:cubicBezTo>
                    <a:pt x="6093" y="43"/>
                    <a:pt x="5933" y="0"/>
                    <a:pt x="577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5" name="Google Shape;1095;p8"/>
            <p:cNvSpPr/>
            <p:nvPr/>
          </p:nvSpPr>
          <p:spPr>
            <a:xfrm>
              <a:off x="4939525" y="2716150"/>
              <a:ext cx="299825" cy="205675"/>
            </a:xfrm>
            <a:custGeom>
              <a:rect b="b" l="l" r="r" t="t"/>
              <a:pathLst>
                <a:path extrusionOk="0" h="8227" w="11993">
                  <a:moveTo>
                    <a:pt x="10999" y="1"/>
                  </a:moveTo>
                  <a:cubicBezTo>
                    <a:pt x="10910" y="1"/>
                    <a:pt x="10820" y="18"/>
                    <a:pt x="10736" y="57"/>
                  </a:cubicBezTo>
                  <a:cubicBezTo>
                    <a:pt x="7358" y="1641"/>
                    <a:pt x="4046" y="3369"/>
                    <a:pt x="825" y="5254"/>
                  </a:cubicBezTo>
                  <a:cubicBezTo>
                    <a:pt x="0" y="5734"/>
                    <a:pt x="541" y="6839"/>
                    <a:pt x="1316" y="6839"/>
                  </a:cubicBezTo>
                  <a:cubicBezTo>
                    <a:pt x="1365" y="6839"/>
                    <a:pt x="1416" y="6835"/>
                    <a:pt x="1466" y="6825"/>
                  </a:cubicBezTo>
                  <a:lnTo>
                    <a:pt x="1466" y="6825"/>
                  </a:lnTo>
                  <a:cubicBezTo>
                    <a:pt x="956" y="7153"/>
                    <a:pt x="1008" y="7873"/>
                    <a:pt x="1401" y="8226"/>
                  </a:cubicBezTo>
                  <a:cubicBezTo>
                    <a:pt x="2907" y="6917"/>
                    <a:pt x="4582" y="5896"/>
                    <a:pt x="6324" y="4927"/>
                  </a:cubicBezTo>
                  <a:lnTo>
                    <a:pt x="6324" y="4927"/>
                  </a:lnTo>
                  <a:cubicBezTo>
                    <a:pt x="4857" y="5555"/>
                    <a:pt x="3378" y="6131"/>
                    <a:pt x="1859" y="6655"/>
                  </a:cubicBezTo>
                  <a:cubicBezTo>
                    <a:pt x="4923" y="4875"/>
                    <a:pt x="8065" y="3212"/>
                    <a:pt x="11273" y="1706"/>
                  </a:cubicBezTo>
                  <a:cubicBezTo>
                    <a:pt x="11705" y="1510"/>
                    <a:pt x="11993" y="1104"/>
                    <a:pt x="11849" y="620"/>
                  </a:cubicBezTo>
                  <a:cubicBezTo>
                    <a:pt x="11743" y="293"/>
                    <a:pt x="11367" y="1"/>
                    <a:pt x="10999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6" name="Google Shape;1096;p8"/>
            <p:cNvSpPr/>
            <p:nvPr/>
          </p:nvSpPr>
          <p:spPr>
            <a:xfrm>
              <a:off x="4944750" y="2713575"/>
              <a:ext cx="297550" cy="211525"/>
            </a:xfrm>
            <a:custGeom>
              <a:rect b="b" l="l" r="r" t="t"/>
              <a:pathLst>
                <a:path extrusionOk="0" h="8461" w="11902">
                  <a:moveTo>
                    <a:pt x="10789" y="199"/>
                  </a:moveTo>
                  <a:lnTo>
                    <a:pt x="10789" y="212"/>
                  </a:lnTo>
                  <a:cubicBezTo>
                    <a:pt x="10893" y="212"/>
                    <a:pt x="10985" y="225"/>
                    <a:pt x="11077" y="264"/>
                  </a:cubicBezTo>
                  <a:cubicBezTo>
                    <a:pt x="11286" y="356"/>
                    <a:pt x="11456" y="526"/>
                    <a:pt x="11535" y="749"/>
                  </a:cubicBezTo>
                  <a:cubicBezTo>
                    <a:pt x="11679" y="1220"/>
                    <a:pt x="11365" y="1547"/>
                    <a:pt x="11024" y="1718"/>
                  </a:cubicBezTo>
                  <a:cubicBezTo>
                    <a:pt x="7882" y="3184"/>
                    <a:pt x="4714" y="4847"/>
                    <a:pt x="1598" y="6666"/>
                  </a:cubicBezTo>
                  <a:lnTo>
                    <a:pt x="1637" y="6745"/>
                  </a:lnTo>
                  <a:lnTo>
                    <a:pt x="1244" y="6824"/>
                  </a:lnTo>
                  <a:cubicBezTo>
                    <a:pt x="1208" y="6828"/>
                    <a:pt x="1171" y="6831"/>
                    <a:pt x="1135" y="6831"/>
                  </a:cubicBezTo>
                  <a:cubicBezTo>
                    <a:pt x="785" y="6831"/>
                    <a:pt x="473" y="6606"/>
                    <a:pt x="354" y="6274"/>
                  </a:cubicBezTo>
                  <a:cubicBezTo>
                    <a:pt x="223" y="5959"/>
                    <a:pt x="354" y="5593"/>
                    <a:pt x="668" y="5436"/>
                  </a:cubicBezTo>
                  <a:cubicBezTo>
                    <a:pt x="3810" y="3603"/>
                    <a:pt x="7136" y="1848"/>
                    <a:pt x="10566" y="251"/>
                  </a:cubicBezTo>
                  <a:cubicBezTo>
                    <a:pt x="10645" y="212"/>
                    <a:pt x="10710" y="199"/>
                    <a:pt x="10789" y="199"/>
                  </a:cubicBezTo>
                  <a:close/>
                  <a:moveTo>
                    <a:pt x="4648" y="5750"/>
                  </a:moveTo>
                  <a:cubicBezTo>
                    <a:pt x="3431" y="6457"/>
                    <a:pt x="2266" y="7269"/>
                    <a:pt x="1192" y="8185"/>
                  </a:cubicBezTo>
                  <a:cubicBezTo>
                    <a:pt x="1035" y="8002"/>
                    <a:pt x="969" y="7779"/>
                    <a:pt x="983" y="7544"/>
                  </a:cubicBezTo>
                  <a:cubicBezTo>
                    <a:pt x="1009" y="7321"/>
                    <a:pt x="1127" y="7125"/>
                    <a:pt x="1310" y="7007"/>
                  </a:cubicBezTo>
                  <a:lnTo>
                    <a:pt x="1663" y="6784"/>
                  </a:lnTo>
                  <a:lnTo>
                    <a:pt x="1690" y="6850"/>
                  </a:lnTo>
                  <a:cubicBezTo>
                    <a:pt x="2685" y="6509"/>
                    <a:pt x="3666" y="6143"/>
                    <a:pt x="4648" y="5750"/>
                  </a:cubicBezTo>
                  <a:close/>
                  <a:moveTo>
                    <a:pt x="10821" y="1"/>
                  </a:moveTo>
                  <a:cubicBezTo>
                    <a:pt x="10709" y="1"/>
                    <a:pt x="10595" y="24"/>
                    <a:pt x="10487" y="68"/>
                  </a:cubicBezTo>
                  <a:cubicBezTo>
                    <a:pt x="7057" y="1665"/>
                    <a:pt x="3719" y="3420"/>
                    <a:pt x="564" y="5266"/>
                  </a:cubicBezTo>
                  <a:cubicBezTo>
                    <a:pt x="171" y="5462"/>
                    <a:pt x="1" y="5933"/>
                    <a:pt x="171" y="6352"/>
                  </a:cubicBezTo>
                  <a:cubicBezTo>
                    <a:pt x="302" y="6706"/>
                    <a:pt x="616" y="6968"/>
                    <a:pt x="996" y="7033"/>
                  </a:cubicBezTo>
                  <a:cubicBezTo>
                    <a:pt x="878" y="7177"/>
                    <a:pt x="812" y="7347"/>
                    <a:pt x="799" y="7530"/>
                  </a:cubicBezTo>
                  <a:cubicBezTo>
                    <a:pt x="760" y="7858"/>
                    <a:pt x="891" y="8172"/>
                    <a:pt x="1127" y="8395"/>
                  </a:cubicBezTo>
                  <a:lnTo>
                    <a:pt x="1192" y="8460"/>
                  </a:lnTo>
                  <a:lnTo>
                    <a:pt x="1257" y="8395"/>
                  </a:lnTo>
                  <a:cubicBezTo>
                    <a:pt x="2815" y="7046"/>
                    <a:pt x="4544" y="6025"/>
                    <a:pt x="6167" y="5108"/>
                  </a:cubicBezTo>
                  <a:lnTo>
                    <a:pt x="6075" y="4925"/>
                  </a:lnTo>
                  <a:cubicBezTo>
                    <a:pt x="4963" y="5410"/>
                    <a:pt x="3837" y="5868"/>
                    <a:pt x="2698" y="6287"/>
                  </a:cubicBezTo>
                  <a:cubicBezTo>
                    <a:pt x="5486" y="4689"/>
                    <a:pt x="8314" y="3210"/>
                    <a:pt x="11116" y="1901"/>
                  </a:cubicBezTo>
                  <a:cubicBezTo>
                    <a:pt x="11653" y="1652"/>
                    <a:pt x="11901" y="1168"/>
                    <a:pt x="11744" y="683"/>
                  </a:cubicBezTo>
                  <a:cubicBezTo>
                    <a:pt x="11640" y="408"/>
                    <a:pt x="11430" y="186"/>
                    <a:pt x="11168" y="81"/>
                  </a:cubicBezTo>
                  <a:cubicBezTo>
                    <a:pt x="11060" y="27"/>
                    <a:pt x="10941" y="1"/>
                    <a:pt x="1082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7" name="Google Shape;1097;p8"/>
            <p:cNvSpPr/>
            <p:nvPr/>
          </p:nvSpPr>
          <p:spPr>
            <a:xfrm>
              <a:off x="4529075" y="2868800"/>
              <a:ext cx="528300" cy="1171750"/>
            </a:xfrm>
            <a:custGeom>
              <a:rect b="b" l="l" r="r" t="t"/>
              <a:pathLst>
                <a:path extrusionOk="0" h="46870" w="21132">
                  <a:moveTo>
                    <a:pt x="15243" y="0"/>
                  </a:moveTo>
                  <a:cubicBezTo>
                    <a:pt x="15138" y="0"/>
                    <a:pt x="15025" y="73"/>
                    <a:pt x="14952" y="182"/>
                  </a:cubicBezTo>
                  <a:cubicBezTo>
                    <a:pt x="14873" y="326"/>
                    <a:pt x="14834" y="484"/>
                    <a:pt x="14821" y="641"/>
                  </a:cubicBezTo>
                  <a:cubicBezTo>
                    <a:pt x="14729" y="1387"/>
                    <a:pt x="14559" y="2107"/>
                    <a:pt x="14284" y="2801"/>
                  </a:cubicBezTo>
                  <a:cubicBezTo>
                    <a:pt x="13865" y="3770"/>
                    <a:pt x="13132" y="4542"/>
                    <a:pt x="12621" y="5459"/>
                  </a:cubicBezTo>
                  <a:cubicBezTo>
                    <a:pt x="12346" y="5956"/>
                    <a:pt x="12202" y="6519"/>
                    <a:pt x="12202" y="7095"/>
                  </a:cubicBezTo>
                  <a:cubicBezTo>
                    <a:pt x="11221" y="8234"/>
                    <a:pt x="10487" y="9687"/>
                    <a:pt x="9833" y="11023"/>
                  </a:cubicBezTo>
                  <a:lnTo>
                    <a:pt x="9610" y="11481"/>
                  </a:lnTo>
                  <a:cubicBezTo>
                    <a:pt x="5460" y="19808"/>
                    <a:pt x="1" y="30648"/>
                    <a:pt x="2894" y="40205"/>
                  </a:cubicBezTo>
                  <a:cubicBezTo>
                    <a:pt x="3745" y="42994"/>
                    <a:pt x="5722" y="45560"/>
                    <a:pt x="8471" y="46489"/>
                  </a:cubicBezTo>
                  <a:cubicBezTo>
                    <a:pt x="9238" y="46748"/>
                    <a:pt x="10038" y="46869"/>
                    <a:pt x="10840" y="46869"/>
                  </a:cubicBezTo>
                  <a:cubicBezTo>
                    <a:pt x="12641" y="46869"/>
                    <a:pt x="14453" y="46257"/>
                    <a:pt x="15921" y="45206"/>
                  </a:cubicBezTo>
                  <a:cubicBezTo>
                    <a:pt x="18042" y="43688"/>
                    <a:pt x="19482" y="41331"/>
                    <a:pt x="20215" y="38817"/>
                  </a:cubicBezTo>
                  <a:cubicBezTo>
                    <a:pt x="20686" y="37181"/>
                    <a:pt x="20752" y="35125"/>
                    <a:pt x="19442" y="34026"/>
                  </a:cubicBezTo>
                  <a:cubicBezTo>
                    <a:pt x="18657" y="33371"/>
                    <a:pt x="17557" y="33240"/>
                    <a:pt x="16615" y="32808"/>
                  </a:cubicBezTo>
                  <a:cubicBezTo>
                    <a:pt x="15161" y="32140"/>
                    <a:pt x="15305" y="31342"/>
                    <a:pt x="15423" y="30124"/>
                  </a:cubicBezTo>
                  <a:cubicBezTo>
                    <a:pt x="15580" y="28475"/>
                    <a:pt x="15475" y="26786"/>
                    <a:pt x="15554" y="25123"/>
                  </a:cubicBezTo>
                  <a:cubicBezTo>
                    <a:pt x="15790" y="20305"/>
                    <a:pt x="16497" y="15252"/>
                    <a:pt x="19325" y="11206"/>
                  </a:cubicBezTo>
                  <a:cubicBezTo>
                    <a:pt x="20189" y="9962"/>
                    <a:pt x="21131" y="9059"/>
                    <a:pt x="20320" y="7422"/>
                  </a:cubicBezTo>
                  <a:cubicBezTo>
                    <a:pt x="19940" y="6729"/>
                    <a:pt x="19442" y="6113"/>
                    <a:pt x="18840" y="5590"/>
                  </a:cubicBezTo>
                  <a:cubicBezTo>
                    <a:pt x="18644" y="5393"/>
                    <a:pt x="18421" y="5223"/>
                    <a:pt x="18186" y="5066"/>
                  </a:cubicBezTo>
                  <a:cubicBezTo>
                    <a:pt x="18186" y="4228"/>
                    <a:pt x="18015" y="3416"/>
                    <a:pt x="17531" y="2919"/>
                  </a:cubicBezTo>
                  <a:cubicBezTo>
                    <a:pt x="17518" y="2906"/>
                    <a:pt x="17505" y="2893"/>
                    <a:pt x="17479" y="2879"/>
                  </a:cubicBezTo>
                  <a:cubicBezTo>
                    <a:pt x="16706" y="2172"/>
                    <a:pt x="15908" y="2906"/>
                    <a:pt x="15698" y="1518"/>
                  </a:cubicBezTo>
                  <a:cubicBezTo>
                    <a:pt x="15633" y="1060"/>
                    <a:pt x="15646" y="575"/>
                    <a:pt x="15449" y="156"/>
                  </a:cubicBezTo>
                  <a:cubicBezTo>
                    <a:pt x="15403" y="46"/>
                    <a:pt x="15326" y="0"/>
                    <a:pt x="15243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8" name="Google Shape;1098;p8"/>
            <p:cNvSpPr/>
            <p:nvPr/>
          </p:nvSpPr>
          <p:spPr>
            <a:xfrm>
              <a:off x="4526450" y="2866775"/>
              <a:ext cx="531900" cy="1176700"/>
            </a:xfrm>
            <a:custGeom>
              <a:rect b="b" l="l" r="r" t="t"/>
              <a:pathLst>
                <a:path extrusionOk="0" h="47068" w="21276">
                  <a:moveTo>
                    <a:pt x="15350" y="186"/>
                  </a:moveTo>
                  <a:cubicBezTo>
                    <a:pt x="15400" y="200"/>
                    <a:pt x="15437" y="226"/>
                    <a:pt x="15463" y="290"/>
                  </a:cubicBezTo>
                  <a:cubicBezTo>
                    <a:pt x="15567" y="591"/>
                    <a:pt x="15633" y="905"/>
                    <a:pt x="15659" y="1232"/>
                  </a:cubicBezTo>
                  <a:cubicBezTo>
                    <a:pt x="15672" y="1363"/>
                    <a:pt x="15685" y="1494"/>
                    <a:pt x="15698" y="1625"/>
                  </a:cubicBezTo>
                  <a:cubicBezTo>
                    <a:pt x="15842" y="2528"/>
                    <a:pt x="16248" y="2607"/>
                    <a:pt x="16680" y="2686"/>
                  </a:cubicBezTo>
                  <a:cubicBezTo>
                    <a:pt x="16994" y="2712"/>
                    <a:pt x="17282" y="2843"/>
                    <a:pt x="17518" y="3039"/>
                  </a:cubicBezTo>
                  <a:lnTo>
                    <a:pt x="17557" y="3078"/>
                  </a:lnTo>
                  <a:cubicBezTo>
                    <a:pt x="17976" y="3497"/>
                    <a:pt x="18186" y="4165"/>
                    <a:pt x="18199" y="5147"/>
                  </a:cubicBezTo>
                  <a:lnTo>
                    <a:pt x="18199" y="5212"/>
                  </a:lnTo>
                  <a:lnTo>
                    <a:pt x="18238" y="5238"/>
                  </a:lnTo>
                  <a:cubicBezTo>
                    <a:pt x="18474" y="5396"/>
                    <a:pt x="18696" y="5566"/>
                    <a:pt x="18893" y="5762"/>
                  </a:cubicBezTo>
                  <a:cubicBezTo>
                    <a:pt x="19600" y="6417"/>
                    <a:pt x="20045" y="6967"/>
                    <a:pt x="20346" y="7556"/>
                  </a:cubicBezTo>
                  <a:cubicBezTo>
                    <a:pt x="21040" y="8944"/>
                    <a:pt x="20438" y="9755"/>
                    <a:pt x="19691" y="10790"/>
                  </a:cubicBezTo>
                  <a:cubicBezTo>
                    <a:pt x="19574" y="10934"/>
                    <a:pt x="19469" y="11078"/>
                    <a:pt x="19364" y="11248"/>
                  </a:cubicBezTo>
                  <a:cubicBezTo>
                    <a:pt x="16418" y="15437"/>
                    <a:pt x="15803" y="20648"/>
                    <a:pt x="15567" y="25204"/>
                  </a:cubicBezTo>
                  <a:cubicBezTo>
                    <a:pt x="15528" y="25898"/>
                    <a:pt x="15528" y="26605"/>
                    <a:pt x="15528" y="27299"/>
                  </a:cubicBezTo>
                  <a:cubicBezTo>
                    <a:pt x="15528" y="28254"/>
                    <a:pt x="15528" y="29236"/>
                    <a:pt x="15436" y="30192"/>
                  </a:cubicBezTo>
                  <a:lnTo>
                    <a:pt x="15423" y="30336"/>
                  </a:lnTo>
                  <a:cubicBezTo>
                    <a:pt x="15306" y="31488"/>
                    <a:pt x="15227" y="32313"/>
                    <a:pt x="16693" y="32981"/>
                  </a:cubicBezTo>
                  <a:cubicBezTo>
                    <a:pt x="17034" y="33138"/>
                    <a:pt x="17387" y="33256"/>
                    <a:pt x="17741" y="33374"/>
                  </a:cubicBezTo>
                  <a:cubicBezTo>
                    <a:pt x="18382" y="33570"/>
                    <a:pt x="18998" y="33779"/>
                    <a:pt x="19495" y="34185"/>
                  </a:cubicBezTo>
                  <a:cubicBezTo>
                    <a:pt x="21014" y="35455"/>
                    <a:pt x="20503" y="37890"/>
                    <a:pt x="20228" y="38872"/>
                  </a:cubicBezTo>
                  <a:cubicBezTo>
                    <a:pt x="19456" y="41543"/>
                    <a:pt x="17937" y="43795"/>
                    <a:pt x="15973" y="45209"/>
                  </a:cubicBezTo>
                  <a:cubicBezTo>
                    <a:pt x="14470" y="46282"/>
                    <a:pt x="12680" y="46855"/>
                    <a:pt x="10949" y="46855"/>
                  </a:cubicBezTo>
                  <a:cubicBezTo>
                    <a:pt x="10147" y="46855"/>
                    <a:pt x="9358" y="46732"/>
                    <a:pt x="8615" y="46479"/>
                  </a:cubicBezTo>
                  <a:cubicBezTo>
                    <a:pt x="6089" y="45628"/>
                    <a:pt x="4033" y="43310"/>
                    <a:pt x="3104" y="40260"/>
                  </a:cubicBezTo>
                  <a:cubicBezTo>
                    <a:pt x="236" y="30794"/>
                    <a:pt x="5513" y="20216"/>
                    <a:pt x="9754" y="11732"/>
                  </a:cubicBezTo>
                  <a:lnTo>
                    <a:pt x="10043" y="11143"/>
                  </a:lnTo>
                  <a:cubicBezTo>
                    <a:pt x="10684" y="9860"/>
                    <a:pt x="11404" y="8394"/>
                    <a:pt x="12386" y="7242"/>
                  </a:cubicBezTo>
                  <a:lnTo>
                    <a:pt x="12412" y="7215"/>
                  </a:lnTo>
                  <a:lnTo>
                    <a:pt x="12412" y="7176"/>
                  </a:lnTo>
                  <a:cubicBezTo>
                    <a:pt x="12412" y="6626"/>
                    <a:pt x="12556" y="6076"/>
                    <a:pt x="12831" y="5592"/>
                  </a:cubicBezTo>
                  <a:cubicBezTo>
                    <a:pt x="13041" y="5212"/>
                    <a:pt x="13289" y="4846"/>
                    <a:pt x="13538" y="4492"/>
                  </a:cubicBezTo>
                  <a:cubicBezTo>
                    <a:pt x="13905" y="4008"/>
                    <a:pt x="14219" y="3484"/>
                    <a:pt x="14481" y="2934"/>
                  </a:cubicBezTo>
                  <a:cubicBezTo>
                    <a:pt x="14795" y="2240"/>
                    <a:pt x="14913" y="1507"/>
                    <a:pt x="15031" y="748"/>
                  </a:cubicBezTo>
                  <a:cubicBezTo>
                    <a:pt x="15044" y="604"/>
                    <a:pt x="15083" y="460"/>
                    <a:pt x="15148" y="329"/>
                  </a:cubicBezTo>
                  <a:cubicBezTo>
                    <a:pt x="15187" y="253"/>
                    <a:pt x="15262" y="201"/>
                    <a:pt x="15350" y="186"/>
                  </a:cubicBezTo>
                  <a:close/>
                  <a:moveTo>
                    <a:pt x="15339" y="0"/>
                  </a:moveTo>
                  <a:cubicBezTo>
                    <a:pt x="15183" y="0"/>
                    <a:pt x="15051" y="89"/>
                    <a:pt x="14965" y="224"/>
                  </a:cubicBezTo>
                  <a:cubicBezTo>
                    <a:pt x="14887" y="381"/>
                    <a:pt x="14834" y="552"/>
                    <a:pt x="14821" y="722"/>
                  </a:cubicBezTo>
                  <a:cubicBezTo>
                    <a:pt x="14743" y="1455"/>
                    <a:pt x="14559" y="2175"/>
                    <a:pt x="14297" y="2856"/>
                  </a:cubicBezTo>
                  <a:cubicBezTo>
                    <a:pt x="14036" y="3392"/>
                    <a:pt x="13721" y="3903"/>
                    <a:pt x="13368" y="4387"/>
                  </a:cubicBezTo>
                  <a:cubicBezTo>
                    <a:pt x="13106" y="4741"/>
                    <a:pt x="12857" y="5121"/>
                    <a:pt x="12648" y="5500"/>
                  </a:cubicBezTo>
                  <a:cubicBezTo>
                    <a:pt x="12360" y="5998"/>
                    <a:pt x="12216" y="6561"/>
                    <a:pt x="12203" y="7137"/>
                  </a:cubicBezTo>
                  <a:cubicBezTo>
                    <a:pt x="11221" y="8315"/>
                    <a:pt x="10488" y="9768"/>
                    <a:pt x="9846" y="11051"/>
                  </a:cubicBezTo>
                  <a:lnTo>
                    <a:pt x="9558" y="11641"/>
                  </a:lnTo>
                  <a:cubicBezTo>
                    <a:pt x="5303" y="20164"/>
                    <a:pt x="1" y="30768"/>
                    <a:pt x="2907" y="40325"/>
                  </a:cubicBezTo>
                  <a:cubicBezTo>
                    <a:pt x="3850" y="43428"/>
                    <a:pt x="5958" y="45811"/>
                    <a:pt x="8550" y="46688"/>
                  </a:cubicBezTo>
                  <a:cubicBezTo>
                    <a:pt x="9322" y="46937"/>
                    <a:pt x="10121" y="47068"/>
                    <a:pt x="10933" y="47068"/>
                  </a:cubicBezTo>
                  <a:cubicBezTo>
                    <a:pt x="12779" y="47042"/>
                    <a:pt x="14572" y="46466"/>
                    <a:pt x="16078" y="45379"/>
                  </a:cubicBezTo>
                  <a:cubicBezTo>
                    <a:pt x="18081" y="43939"/>
                    <a:pt x="19626" y="41661"/>
                    <a:pt x="20398" y="38938"/>
                  </a:cubicBezTo>
                  <a:cubicBezTo>
                    <a:pt x="20700" y="37916"/>
                    <a:pt x="21210" y="35390"/>
                    <a:pt x="19600" y="34041"/>
                  </a:cubicBezTo>
                  <a:cubicBezTo>
                    <a:pt x="19076" y="33596"/>
                    <a:pt x="18422" y="33387"/>
                    <a:pt x="17793" y="33177"/>
                  </a:cubicBezTo>
                  <a:cubicBezTo>
                    <a:pt x="17440" y="33072"/>
                    <a:pt x="17099" y="32941"/>
                    <a:pt x="16759" y="32797"/>
                  </a:cubicBezTo>
                  <a:cubicBezTo>
                    <a:pt x="15436" y="32195"/>
                    <a:pt x="15502" y="31514"/>
                    <a:pt x="15607" y="30362"/>
                  </a:cubicBezTo>
                  <a:lnTo>
                    <a:pt x="15633" y="30218"/>
                  </a:lnTo>
                  <a:cubicBezTo>
                    <a:pt x="15725" y="29249"/>
                    <a:pt x="15725" y="28254"/>
                    <a:pt x="15725" y="27299"/>
                  </a:cubicBezTo>
                  <a:cubicBezTo>
                    <a:pt x="15725" y="26618"/>
                    <a:pt x="15725" y="25911"/>
                    <a:pt x="15764" y="25217"/>
                  </a:cubicBezTo>
                  <a:cubicBezTo>
                    <a:pt x="15986" y="20687"/>
                    <a:pt x="16615" y="15516"/>
                    <a:pt x="19521" y="11366"/>
                  </a:cubicBezTo>
                  <a:cubicBezTo>
                    <a:pt x="19626" y="11209"/>
                    <a:pt x="19731" y="11064"/>
                    <a:pt x="19849" y="10907"/>
                  </a:cubicBezTo>
                  <a:cubicBezTo>
                    <a:pt x="20608" y="9873"/>
                    <a:pt x="21276" y="8970"/>
                    <a:pt x="20516" y="7477"/>
                  </a:cubicBezTo>
                  <a:cubicBezTo>
                    <a:pt x="20215" y="6862"/>
                    <a:pt x="19757" y="6286"/>
                    <a:pt x="19037" y="5618"/>
                  </a:cubicBezTo>
                  <a:cubicBezTo>
                    <a:pt x="18827" y="5435"/>
                    <a:pt x="18618" y="5265"/>
                    <a:pt x="18395" y="5108"/>
                  </a:cubicBezTo>
                  <a:cubicBezTo>
                    <a:pt x="18382" y="4086"/>
                    <a:pt x="18147" y="3392"/>
                    <a:pt x="17701" y="2947"/>
                  </a:cubicBezTo>
                  <a:lnTo>
                    <a:pt x="17662" y="2908"/>
                  </a:lnTo>
                  <a:cubicBezTo>
                    <a:pt x="17400" y="2672"/>
                    <a:pt x="17073" y="2528"/>
                    <a:pt x="16720" y="2489"/>
                  </a:cubicBezTo>
                  <a:cubicBezTo>
                    <a:pt x="16301" y="2424"/>
                    <a:pt x="16026" y="2358"/>
                    <a:pt x="15908" y="1599"/>
                  </a:cubicBezTo>
                  <a:cubicBezTo>
                    <a:pt x="15895" y="1468"/>
                    <a:pt x="15882" y="1350"/>
                    <a:pt x="15869" y="1219"/>
                  </a:cubicBezTo>
                  <a:cubicBezTo>
                    <a:pt x="15842" y="866"/>
                    <a:pt x="15777" y="538"/>
                    <a:pt x="15646" y="211"/>
                  </a:cubicBezTo>
                  <a:cubicBezTo>
                    <a:pt x="15607" y="93"/>
                    <a:pt x="15502" y="2"/>
                    <a:pt x="15371" y="2"/>
                  </a:cubicBezTo>
                  <a:cubicBezTo>
                    <a:pt x="15360" y="1"/>
                    <a:pt x="15350" y="0"/>
                    <a:pt x="153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099" name="Google Shape;1099;p8"/>
            <p:cNvSpPr/>
            <p:nvPr/>
          </p:nvSpPr>
          <p:spPr>
            <a:xfrm>
              <a:off x="4894675" y="2575450"/>
              <a:ext cx="362350" cy="600400"/>
            </a:xfrm>
            <a:custGeom>
              <a:rect b="b" l="l" r="r" t="t"/>
              <a:pathLst>
                <a:path extrusionOk="0" h="24016" w="14494">
                  <a:moveTo>
                    <a:pt x="9986" y="1"/>
                  </a:moveTo>
                  <a:cubicBezTo>
                    <a:pt x="9931" y="1"/>
                    <a:pt x="9876" y="6"/>
                    <a:pt x="9820" y="16"/>
                  </a:cubicBezTo>
                  <a:lnTo>
                    <a:pt x="851" y="1534"/>
                  </a:lnTo>
                  <a:cubicBezTo>
                    <a:pt x="341" y="1613"/>
                    <a:pt x="1" y="2084"/>
                    <a:pt x="79" y="2595"/>
                  </a:cubicBezTo>
                  <a:lnTo>
                    <a:pt x="3588" y="23254"/>
                  </a:lnTo>
                  <a:cubicBezTo>
                    <a:pt x="3669" y="23697"/>
                    <a:pt x="4052" y="24015"/>
                    <a:pt x="4495" y="24015"/>
                  </a:cubicBezTo>
                  <a:cubicBezTo>
                    <a:pt x="4550" y="24015"/>
                    <a:pt x="4605" y="24011"/>
                    <a:pt x="4661" y="24001"/>
                  </a:cubicBezTo>
                  <a:lnTo>
                    <a:pt x="13643" y="22495"/>
                  </a:lnTo>
                  <a:cubicBezTo>
                    <a:pt x="14140" y="22403"/>
                    <a:pt x="14494" y="21932"/>
                    <a:pt x="14402" y="21421"/>
                  </a:cubicBezTo>
                  <a:lnTo>
                    <a:pt x="10906" y="775"/>
                  </a:lnTo>
                  <a:cubicBezTo>
                    <a:pt x="10825" y="320"/>
                    <a:pt x="10432" y="1"/>
                    <a:pt x="99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0" name="Google Shape;1100;p8"/>
            <p:cNvSpPr/>
            <p:nvPr/>
          </p:nvSpPr>
          <p:spPr>
            <a:xfrm>
              <a:off x="4903500" y="2582500"/>
              <a:ext cx="344025" cy="584675"/>
            </a:xfrm>
            <a:custGeom>
              <a:rect b="b" l="l" r="r" t="t"/>
              <a:pathLst>
                <a:path extrusionOk="0" h="23387" w="13761">
                  <a:moveTo>
                    <a:pt x="9655" y="0"/>
                  </a:moveTo>
                  <a:cubicBezTo>
                    <a:pt x="9623" y="0"/>
                    <a:pt x="9591" y="3"/>
                    <a:pt x="9558" y="9"/>
                  </a:cubicBezTo>
                  <a:lnTo>
                    <a:pt x="498" y="1540"/>
                  </a:lnTo>
                  <a:cubicBezTo>
                    <a:pt x="210" y="1580"/>
                    <a:pt x="1" y="1868"/>
                    <a:pt x="53" y="2156"/>
                  </a:cubicBezTo>
                  <a:lnTo>
                    <a:pt x="3575" y="22946"/>
                  </a:lnTo>
                  <a:cubicBezTo>
                    <a:pt x="3622" y="23203"/>
                    <a:pt x="3856" y="23387"/>
                    <a:pt x="4119" y="23387"/>
                  </a:cubicBezTo>
                  <a:cubicBezTo>
                    <a:pt x="4151" y="23387"/>
                    <a:pt x="4184" y="23384"/>
                    <a:pt x="4217" y="23378"/>
                  </a:cubicBezTo>
                  <a:lnTo>
                    <a:pt x="13263" y="21859"/>
                  </a:lnTo>
                  <a:cubicBezTo>
                    <a:pt x="13564" y="21807"/>
                    <a:pt x="13761" y="21532"/>
                    <a:pt x="13722" y="21231"/>
                  </a:cubicBezTo>
                  <a:lnTo>
                    <a:pt x="10187" y="454"/>
                  </a:lnTo>
                  <a:cubicBezTo>
                    <a:pt x="10140" y="185"/>
                    <a:pt x="9917" y="0"/>
                    <a:pt x="9655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1" name="Google Shape;1101;p8"/>
            <p:cNvSpPr/>
            <p:nvPr/>
          </p:nvSpPr>
          <p:spPr>
            <a:xfrm>
              <a:off x="4962425" y="2585325"/>
              <a:ext cx="132900" cy="43050"/>
            </a:xfrm>
            <a:custGeom>
              <a:rect b="b" l="l" r="r" t="t"/>
              <a:pathLst>
                <a:path extrusionOk="0" h="1722" w="5316">
                  <a:moveTo>
                    <a:pt x="5277" y="0"/>
                  </a:moveTo>
                  <a:lnTo>
                    <a:pt x="1" y="891"/>
                  </a:lnTo>
                  <a:lnTo>
                    <a:pt x="118" y="1310"/>
                  </a:lnTo>
                  <a:cubicBezTo>
                    <a:pt x="206" y="1561"/>
                    <a:pt x="431" y="1721"/>
                    <a:pt x="685" y="1721"/>
                  </a:cubicBezTo>
                  <a:cubicBezTo>
                    <a:pt x="736" y="1721"/>
                    <a:pt x="787" y="1715"/>
                    <a:pt x="838" y="1702"/>
                  </a:cubicBezTo>
                  <a:lnTo>
                    <a:pt x="4766" y="1048"/>
                  </a:lnTo>
                  <a:cubicBezTo>
                    <a:pt x="5067" y="1008"/>
                    <a:pt x="5303" y="747"/>
                    <a:pt x="5316" y="432"/>
                  </a:cubicBezTo>
                  <a:lnTo>
                    <a:pt x="527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2" name="Google Shape;1102;p8"/>
            <p:cNvSpPr/>
            <p:nvPr/>
          </p:nvSpPr>
          <p:spPr>
            <a:xfrm>
              <a:off x="5061039" y="2725432"/>
              <a:ext cx="123842" cy="143431"/>
            </a:xfrm>
            <a:custGeom>
              <a:rect b="b" l="l" r="r" t="t"/>
              <a:pathLst>
                <a:path extrusionOk="0" h="6612" w="5709">
                  <a:moveTo>
                    <a:pt x="4727" y="0"/>
                  </a:moveTo>
                  <a:lnTo>
                    <a:pt x="1" y="786"/>
                  </a:lnTo>
                  <a:lnTo>
                    <a:pt x="983" y="6612"/>
                  </a:lnTo>
                  <a:lnTo>
                    <a:pt x="5709" y="5826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3" name="Google Shape;1103;p8"/>
            <p:cNvSpPr/>
            <p:nvPr/>
          </p:nvSpPr>
          <p:spPr>
            <a:xfrm>
              <a:off x="4943747" y="2743893"/>
              <a:ext cx="123842" cy="143149"/>
            </a:xfrm>
            <a:custGeom>
              <a:rect b="b" l="l" r="r" t="t"/>
              <a:pathLst>
                <a:path extrusionOk="0" h="6599" w="5709">
                  <a:moveTo>
                    <a:pt x="4727" y="0"/>
                  </a:moveTo>
                  <a:lnTo>
                    <a:pt x="1" y="786"/>
                  </a:lnTo>
                  <a:lnTo>
                    <a:pt x="983" y="6599"/>
                  </a:lnTo>
                  <a:lnTo>
                    <a:pt x="5709" y="5813"/>
                  </a:lnTo>
                  <a:lnTo>
                    <a:pt x="472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4" name="Google Shape;1104;p8"/>
            <p:cNvSpPr/>
            <p:nvPr/>
          </p:nvSpPr>
          <p:spPr>
            <a:xfrm>
              <a:off x="5085464" y="2868560"/>
              <a:ext cx="124124" cy="143453"/>
            </a:xfrm>
            <a:custGeom>
              <a:rect b="b" l="l" r="r" t="t"/>
              <a:pathLst>
                <a:path extrusionOk="0" h="6613" w="5722">
                  <a:moveTo>
                    <a:pt x="4727" y="1"/>
                  </a:moveTo>
                  <a:lnTo>
                    <a:pt x="1" y="786"/>
                  </a:lnTo>
                  <a:lnTo>
                    <a:pt x="996" y="6612"/>
                  </a:lnTo>
                  <a:lnTo>
                    <a:pt x="5722" y="5827"/>
                  </a:lnTo>
                  <a:lnTo>
                    <a:pt x="472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5" name="Google Shape;1105;p8"/>
            <p:cNvSpPr/>
            <p:nvPr/>
          </p:nvSpPr>
          <p:spPr>
            <a:xfrm>
              <a:off x="4968173" y="2887020"/>
              <a:ext cx="124124" cy="143453"/>
            </a:xfrm>
            <a:custGeom>
              <a:rect b="b" l="l" r="r" t="t"/>
              <a:pathLst>
                <a:path extrusionOk="0" h="6613" w="5722">
                  <a:moveTo>
                    <a:pt x="4727" y="1"/>
                  </a:moveTo>
                  <a:lnTo>
                    <a:pt x="1" y="786"/>
                  </a:lnTo>
                  <a:lnTo>
                    <a:pt x="996" y="6612"/>
                  </a:lnTo>
                  <a:lnTo>
                    <a:pt x="5722" y="5827"/>
                  </a:lnTo>
                  <a:lnTo>
                    <a:pt x="4727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6" name="Google Shape;1106;p8"/>
            <p:cNvSpPr/>
            <p:nvPr/>
          </p:nvSpPr>
          <p:spPr>
            <a:xfrm>
              <a:off x="4962100" y="2698875"/>
              <a:ext cx="8425" cy="6650"/>
            </a:xfrm>
            <a:custGeom>
              <a:rect b="b" l="l" r="r" t="t"/>
              <a:pathLst>
                <a:path extrusionOk="0" h="266" w="337">
                  <a:moveTo>
                    <a:pt x="144" y="1"/>
                  </a:moveTo>
                  <a:cubicBezTo>
                    <a:pt x="140" y="1"/>
                    <a:pt x="136" y="1"/>
                    <a:pt x="131" y="1"/>
                  </a:cubicBezTo>
                  <a:cubicBezTo>
                    <a:pt x="53" y="14"/>
                    <a:pt x="0" y="80"/>
                    <a:pt x="27" y="158"/>
                  </a:cubicBezTo>
                  <a:cubicBezTo>
                    <a:pt x="27" y="217"/>
                    <a:pt x="90" y="265"/>
                    <a:pt x="150" y="265"/>
                  </a:cubicBezTo>
                  <a:cubicBezTo>
                    <a:pt x="157" y="265"/>
                    <a:pt x="164" y="265"/>
                    <a:pt x="171" y="263"/>
                  </a:cubicBezTo>
                  <a:cubicBezTo>
                    <a:pt x="336" y="225"/>
                    <a:pt x="291" y="1"/>
                    <a:pt x="14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7" name="Google Shape;1107;p8"/>
            <p:cNvSpPr/>
            <p:nvPr/>
          </p:nvSpPr>
          <p:spPr>
            <a:xfrm>
              <a:off x="4950425" y="2700800"/>
              <a:ext cx="8875" cy="6650"/>
            </a:xfrm>
            <a:custGeom>
              <a:rect b="b" l="l" r="r" t="t"/>
              <a:pathLst>
                <a:path extrusionOk="0" h="266" w="355">
                  <a:moveTo>
                    <a:pt x="179" y="1"/>
                  </a:moveTo>
                  <a:cubicBezTo>
                    <a:pt x="171" y="1"/>
                    <a:pt x="162" y="2"/>
                    <a:pt x="153" y="3"/>
                  </a:cubicBezTo>
                  <a:cubicBezTo>
                    <a:pt x="0" y="41"/>
                    <a:pt x="33" y="265"/>
                    <a:pt x="192" y="265"/>
                  </a:cubicBezTo>
                  <a:cubicBezTo>
                    <a:pt x="197" y="265"/>
                    <a:pt x="201" y="265"/>
                    <a:pt x="206" y="265"/>
                  </a:cubicBezTo>
                  <a:cubicBezTo>
                    <a:pt x="355" y="215"/>
                    <a:pt x="327" y="1"/>
                    <a:pt x="17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8" name="Google Shape;1108;p8"/>
            <p:cNvSpPr/>
            <p:nvPr/>
          </p:nvSpPr>
          <p:spPr>
            <a:xfrm>
              <a:off x="4940175" y="2702450"/>
              <a:ext cx="7225" cy="6675"/>
            </a:xfrm>
            <a:custGeom>
              <a:rect b="b" l="l" r="r" t="t"/>
              <a:pathLst>
                <a:path extrusionOk="0" h="267" w="289">
                  <a:moveTo>
                    <a:pt x="151" y="0"/>
                  </a:moveTo>
                  <a:cubicBezTo>
                    <a:pt x="145" y="0"/>
                    <a:pt x="138" y="1"/>
                    <a:pt x="131" y="2"/>
                  </a:cubicBezTo>
                  <a:cubicBezTo>
                    <a:pt x="53" y="15"/>
                    <a:pt x="0" y="81"/>
                    <a:pt x="27" y="159"/>
                  </a:cubicBezTo>
                  <a:cubicBezTo>
                    <a:pt x="27" y="228"/>
                    <a:pt x="76" y="267"/>
                    <a:pt x="141" y="267"/>
                  </a:cubicBezTo>
                  <a:cubicBezTo>
                    <a:pt x="151" y="267"/>
                    <a:pt x="161" y="266"/>
                    <a:pt x="171" y="264"/>
                  </a:cubicBezTo>
                  <a:cubicBezTo>
                    <a:pt x="249" y="251"/>
                    <a:pt x="288" y="186"/>
                    <a:pt x="275" y="120"/>
                  </a:cubicBezTo>
                  <a:cubicBezTo>
                    <a:pt x="264" y="50"/>
                    <a:pt x="210" y="0"/>
                    <a:pt x="1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09" name="Google Shape;1109;p8"/>
            <p:cNvSpPr/>
            <p:nvPr/>
          </p:nvSpPr>
          <p:spPr>
            <a:xfrm>
              <a:off x="4892375" y="2810375"/>
              <a:ext cx="55350" cy="148750"/>
            </a:xfrm>
            <a:custGeom>
              <a:rect b="b" l="l" r="r" t="t"/>
              <a:pathLst>
                <a:path extrusionOk="0" h="5950" w="2214">
                  <a:moveTo>
                    <a:pt x="742" y="1"/>
                  </a:moveTo>
                  <a:cubicBezTo>
                    <a:pt x="373" y="1"/>
                    <a:pt x="111" y="294"/>
                    <a:pt x="184" y="713"/>
                  </a:cubicBezTo>
                  <a:cubicBezTo>
                    <a:pt x="394" y="1957"/>
                    <a:pt x="328" y="3240"/>
                    <a:pt x="1" y="4457"/>
                  </a:cubicBezTo>
                  <a:lnTo>
                    <a:pt x="2030" y="5950"/>
                  </a:lnTo>
                  <a:cubicBezTo>
                    <a:pt x="2056" y="5452"/>
                    <a:pt x="2109" y="4955"/>
                    <a:pt x="2161" y="4470"/>
                  </a:cubicBezTo>
                  <a:cubicBezTo>
                    <a:pt x="2213" y="3999"/>
                    <a:pt x="2187" y="3567"/>
                    <a:pt x="2187" y="3122"/>
                  </a:cubicBezTo>
                  <a:cubicBezTo>
                    <a:pt x="2200" y="2258"/>
                    <a:pt x="2148" y="1341"/>
                    <a:pt x="1650" y="595"/>
                  </a:cubicBezTo>
                  <a:cubicBezTo>
                    <a:pt x="1506" y="359"/>
                    <a:pt x="1297" y="176"/>
                    <a:pt x="1035" y="58"/>
                  </a:cubicBezTo>
                  <a:cubicBezTo>
                    <a:pt x="933" y="19"/>
                    <a:pt x="834" y="1"/>
                    <a:pt x="742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0" name="Google Shape;1110;p8"/>
            <p:cNvSpPr/>
            <p:nvPr/>
          </p:nvSpPr>
          <p:spPr>
            <a:xfrm>
              <a:off x="4889775" y="2807825"/>
              <a:ext cx="60250" cy="151300"/>
            </a:xfrm>
            <a:custGeom>
              <a:rect b="b" l="l" r="r" t="t"/>
              <a:pathLst>
                <a:path extrusionOk="0" h="6052" w="2410">
                  <a:moveTo>
                    <a:pt x="873" y="1"/>
                  </a:moveTo>
                  <a:cubicBezTo>
                    <a:pt x="708" y="1"/>
                    <a:pt x="542" y="56"/>
                    <a:pt x="406" y="160"/>
                  </a:cubicBezTo>
                  <a:cubicBezTo>
                    <a:pt x="210" y="330"/>
                    <a:pt x="131" y="592"/>
                    <a:pt x="183" y="841"/>
                  </a:cubicBezTo>
                  <a:cubicBezTo>
                    <a:pt x="393" y="2072"/>
                    <a:pt x="327" y="3328"/>
                    <a:pt x="0" y="4533"/>
                  </a:cubicBezTo>
                  <a:lnTo>
                    <a:pt x="210" y="4585"/>
                  </a:lnTo>
                  <a:cubicBezTo>
                    <a:pt x="537" y="3355"/>
                    <a:pt x="602" y="2072"/>
                    <a:pt x="393" y="802"/>
                  </a:cubicBezTo>
                  <a:cubicBezTo>
                    <a:pt x="354" y="631"/>
                    <a:pt x="406" y="435"/>
                    <a:pt x="537" y="317"/>
                  </a:cubicBezTo>
                  <a:cubicBezTo>
                    <a:pt x="638" y="247"/>
                    <a:pt x="752" y="210"/>
                    <a:pt x="870" y="210"/>
                  </a:cubicBezTo>
                  <a:cubicBezTo>
                    <a:pt x="951" y="210"/>
                    <a:pt x="1033" y="228"/>
                    <a:pt x="1113" y="265"/>
                  </a:cubicBezTo>
                  <a:cubicBezTo>
                    <a:pt x="1336" y="357"/>
                    <a:pt x="1532" y="540"/>
                    <a:pt x="1676" y="749"/>
                  </a:cubicBezTo>
                  <a:cubicBezTo>
                    <a:pt x="2147" y="1456"/>
                    <a:pt x="2213" y="2347"/>
                    <a:pt x="2200" y="3211"/>
                  </a:cubicBezTo>
                  <a:lnTo>
                    <a:pt x="2200" y="3630"/>
                  </a:lnTo>
                  <a:cubicBezTo>
                    <a:pt x="2200" y="3931"/>
                    <a:pt x="2200" y="4245"/>
                    <a:pt x="2173" y="4546"/>
                  </a:cubicBezTo>
                  <a:lnTo>
                    <a:pt x="2134" y="4913"/>
                  </a:lnTo>
                  <a:cubicBezTo>
                    <a:pt x="2095" y="5279"/>
                    <a:pt x="2043" y="5659"/>
                    <a:pt x="2029" y="6039"/>
                  </a:cubicBezTo>
                  <a:lnTo>
                    <a:pt x="2226" y="6052"/>
                  </a:lnTo>
                  <a:cubicBezTo>
                    <a:pt x="2252" y="5672"/>
                    <a:pt x="2291" y="5292"/>
                    <a:pt x="2331" y="4939"/>
                  </a:cubicBezTo>
                  <a:lnTo>
                    <a:pt x="2357" y="4572"/>
                  </a:lnTo>
                  <a:cubicBezTo>
                    <a:pt x="2396" y="4258"/>
                    <a:pt x="2396" y="3944"/>
                    <a:pt x="2396" y="3630"/>
                  </a:cubicBezTo>
                  <a:lnTo>
                    <a:pt x="2396" y="3211"/>
                  </a:lnTo>
                  <a:cubicBezTo>
                    <a:pt x="2409" y="2320"/>
                    <a:pt x="2344" y="1391"/>
                    <a:pt x="1833" y="631"/>
                  </a:cubicBezTo>
                  <a:cubicBezTo>
                    <a:pt x="1676" y="383"/>
                    <a:pt x="1453" y="186"/>
                    <a:pt x="1178" y="69"/>
                  </a:cubicBezTo>
                  <a:cubicBezTo>
                    <a:pt x="1082" y="23"/>
                    <a:pt x="978" y="1"/>
                    <a:pt x="87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1" name="Google Shape;1111;p8"/>
            <p:cNvSpPr/>
            <p:nvPr/>
          </p:nvSpPr>
          <p:spPr>
            <a:xfrm>
              <a:off x="4917250" y="2960400"/>
              <a:ext cx="44875" cy="128350"/>
            </a:xfrm>
            <a:custGeom>
              <a:rect b="b" l="l" r="r" t="t"/>
              <a:pathLst>
                <a:path extrusionOk="0" h="5134" w="1795">
                  <a:moveTo>
                    <a:pt x="1428" y="1"/>
                  </a:moveTo>
                  <a:cubicBezTo>
                    <a:pt x="1362" y="14"/>
                    <a:pt x="1323" y="53"/>
                    <a:pt x="1336" y="119"/>
                  </a:cubicBezTo>
                  <a:cubicBezTo>
                    <a:pt x="1585" y="2344"/>
                    <a:pt x="1441" y="3313"/>
                    <a:pt x="40" y="4963"/>
                  </a:cubicBezTo>
                  <a:cubicBezTo>
                    <a:pt x="1" y="5002"/>
                    <a:pt x="1" y="5068"/>
                    <a:pt x="53" y="5107"/>
                  </a:cubicBezTo>
                  <a:cubicBezTo>
                    <a:pt x="66" y="5120"/>
                    <a:pt x="93" y="5133"/>
                    <a:pt x="119" y="5133"/>
                  </a:cubicBezTo>
                  <a:cubicBezTo>
                    <a:pt x="145" y="5133"/>
                    <a:pt x="171" y="5120"/>
                    <a:pt x="197" y="5094"/>
                  </a:cubicBezTo>
                  <a:cubicBezTo>
                    <a:pt x="1637" y="3392"/>
                    <a:pt x="1794" y="2358"/>
                    <a:pt x="1533" y="93"/>
                  </a:cubicBezTo>
                  <a:cubicBezTo>
                    <a:pt x="1533" y="40"/>
                    <a:pt x="1480" y="1"/>
                    <a:pt x="142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2" name="Google Shape;1112;p8"/>
            <p:cNvSpPr/>
            <p:nvPr/>
          </p:nvSpPr>
          <p:spPr>
            <a:xfrm>
              <a:off x="4944750" y="3069750"/>
              <a:ext cx="29475" cy="11800"/>
            </a:xfrm>
            <a:custGeom>
              <a:rect b="b" l="l" r="r" t="t"/>
              <a:pathLst>
                <a:path extrusionOk="0" h="472" w="1179">
                  <a:moveTo>
                    <a:pt x="816" y="0"/>
                  </a:moveTo>
                  <a:cubicBezTo>
                    <a:pt x="545" y="0"/>
                    <a:pt x="280" y="144"/>
                    <a:pt x="79" y="288"/>
                  </a:cubicBezTo>
                  <a:cubicBezTo>
                    <a:pt x="1" y="340"/>
                    <a:pt x="40" y="471"/>
                    <a:pt x="132" y="471"/>
                  </a:cubicBezTo>
                  <a:cubicBezTo>
                    <a:pt x="158" y="471"/>
                    <a:pt x="184" y="458"/>
                    <a:pt x="197" y="445"/>
                  </a:cubicBezTo>
                  <a:cubicBezTo>
                    <a:pt x="335" y="346"/>
                    <a:pt x="569" y="211"/>
                    <a:pt x="799" y="211"/>
                  </a:cubicBezTo>
                  <a:cubicBezTo>
                    <a:pt x="875" y="211"/>
                    <a:pt x="950" y="226"/>
                    <a:pt x="1022" y="262"/>
                  </a:cubicBezTo>
                  <a:cubicBezTo>
                    <a:pt x="1034" y="265"/>
                    <a:pt x="1047" y="266"/>
                    <a:pt x="1060" y="266"/>
                  </a:cubicBezTo>
                  <a:cubicBezTo>
                    <a:pt x="1102" y="266"/>
                    <a:pt x="1143" y="249"/>
                    <a:pt x="1153" y="209"/>
                  </a:cubicBezTo>
                  <a:cubicBezTo>
                    <a:pt x="1179" y="157"/>
                    <a:pt x="1166" y="91"/>
                    <a:pt x="1113" y="65"/>
                  </a:cubicBezTo>
                  <a:cubicBezTo>
                    <a:pt x="1015" y="20"/>
                    <a:pt x="915" y="0"/>
                    <a:pt x="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3" name="Google Shape;1113;p8"/>
            <p:cNvSpPr/>
            <p:nvPr/>
          </p:nvSpPr>
          <p:spPr>
            <a:xfrm>
              <a:off x="5097625" y="2917225"/>
              <a:ext cx="394800" cy="239000"/>
            </a:xfrm>
            <a:custGeom>
              <a:rect b="b" l="l" r="r" t="t"/>
              <a:pathLst>
                <a:path extrusionOk="0" h="9560" w="15792">
                  <a:moveTo>
                    <a:pt x="1477" y="1"/>
                  </a:moveTo>
                  <a:cubicBezTo>
                    <a:pt x="456" y="1"/>
                    <a:pt x="0" y="1441"/>
                    <a:pt x="1610" y="2068"/>
                  </a:cubicBezTo>
                  <a:cubicBezTo>
                    <a:pt x="6127" y="3849"/>
                    <a:pt x="10212" y="5852"/>
                    <a:pt x="13668" y="9269"/>
                  </a:cubicBezTo>
                  <a:cubicBezTo>
                    <a:pt x="13875" y="9473"/>
                    <a:pt x="14108" y="9559"/>
                    <a:pt x="14333" y="9559"/>
                  </a:cubicBezTo>
                  <a:cubicBezTo>
                    <a:pt x="15105" y="9559"/>
                    <a:pt x="15791" y="8554"/>
                    <a:pt x="15082" y="7855"/>
                  </a:cubicBezTo>
                  <a:cubicBezTo>
                    <a:pt x="11377" y="4202"/>
                    <a:pt x="6821" y="1519"/>
                    <a:pt x="1819" y="52"/>
                  </a:cubicBezTo>
                  <a:cubicBezTo>
                    <a:pt x="1700" y="17"/>
                    <a:pt x="1585" y="1"/>
                    <a:pt x="1477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4" name="Google Shape;1114;p8"/>
            <p:cNvSpPr/>
            <p:nvPr/>
          </p:nvSpPr>
          <p:spPr>
            <a:xfrm>
              <a:off x="5105775" y="2914500"/>
              <a:ext cx="380025" cy="244275"/>
            </a:xfrm>
            <a:custGeom>
              <a:rect b="b" l="l" r="r" t="t"/>
              <a:pathLst>
                <a:path extrusionOk="0" h="9771" w="15201">
                  <a:moveTo>
                    <a:pt x="1123" y="213"/>
                  </a:moveTo>
                  <a:cubicBezTo>
                    <a:pt x="1133" y="213"/>
                    <a:pt x="1143" y="213"/>
                    <a:pt x="1153" y="214"/>
                  </a:cubicBezTo>
                  <a:cubicBezTo>
                    <a:pt x="1258" y="214"/>
                    <a:pt x="1363" y="227"/>
                    <a:pt x="1467" y="266"/>
                  </a:cubicBezTo>
                  <a:cubicBezTo>
                    <a:pt x="6442" y="1719"/>
                    <a:pt x="10972" y="4403"/>
                    <a:pt x="14677" y="8043"/>
                  </a:cubicBezTo>
                  <a:cubicBezTo>
                    <a:pt x="14900" y="8239"/>
                    <a:pt x="14992" y="8540"/>
                    <a:pt x="14913" y="8828"/>
                  </a:cubicBezTo>
                  <a:cubicBezTo>
                    <a:pt x="14821" y="9169"/>
                    <a:pt x="14559" y="9430"/>
                    <a:pt x="14219" y="9535"/>
                  </a:cubicBezTo>
                  <a:cubicBezTo>
                    <a:pt x="14148" y="9554"/>
                    <a:pt x="14075" y="9563"/>
                    <a:pt x="14004" y="9563"/>
                  </a:cubicBezTo>
                  <a:cubicBezTo>
                    <a:pt x="13775" y="9563"/>
                    <a:pt x="13554" y="9469"/>
                    <a:pt x="13394" y="9300"/>
                  </a:cubicBezTo>
                  <a:cubicBezTo>
                    <a:pt x="9742" y="5699"/>
                    <a:pt x="5434" y="3709"/>
                    <a:pt x="1310" y="2086"/>
                  </a:cubicBezTo>
                  <a:cubicBezTo>
                    <a:pt x="394" y="1732"/>
                    <a:pt x="237" y="1143"/>
                    <a:pt x="368" y="750"/>
                  </a:cubicBezTo>
                  <a:cubicBezTo>
                    <a:pt x="482" y="432"/>
                    <a:pt x="782" y="213"/>
                    <a:pt x="1123" y="213"/>
                  </a:cubicBezTo>
                  <a:close/>
                  <a:moveTo>
                    <a:pt x="1146" y="1"/>
                  </a:moveTo>
                  <a:cubicBezTo>
                    <a:pt x="658" y="1"/>
                    <a:pt x="308" y="302"/>
                    <a:pt x="171" y="672"/>
                  </a:cubicBezTo>
                  <a:cubicBezTo>
                    <a:pt x="1" y="1195"/>
                    <a:pt x="250" y="1889"/>
                    <a:pt x="1232" y="2269"/>
                  </a:cubicBezTo>
                  <a:cubicBezTo>
                    <a:pt x="5329" y="3879"/>
                    <a:pt x="9624" y="5869"/>
                    <a:pt x="13250" y="9444"/>
                  </a:cubicBezTo>
                  <a:cubicBezTo>
                    <a:pt x="13447" y="9653"/>
                    <a:pt x="13708" y="9771"/>
                    <a:pt x="13997" y="9771"/>
                  </a:cubicBezTo>
                  <a:cubicBezTo>
                    <a:pt x="14088" y="9771"/>
                    <a:pt x="14180" y="9758"/>
                    <a:pt x="14271" y="9732"/>
                  </a:cubicBezTo>
                  <a:cubicBezTo>
                    <a:pt x="14677" y="9614"/>
                    <a:pt x="14992" y="9286"/>
                    <a:pt x="15109" y="8881"/>
                  </a:cubicBezTo>
                  <a:cubicBezTo>
                    <a:pt x="15201" y="8514"/>
                    <a:pt x="15083" y="8134"/>
                    <a:pt x="14808" y="7886"/>
                  </a:cubicBezTo>
                  <a:cubicBezTo>
                    <a:pt x="11090" y="4220"/>
                    <a:pt x="6521" y="1536"/>
                    <a:pt x="1520" y="56"/>
                  </a:cubicBezTo>
                  <a:cubicBezTo>
                    <a:pt x="1388" y="18"/>
                    <a:pt x="1263" y="1"/>
                    <a:pt x="114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5" name="Google Shape;1115;p8"/>
            <p:cNvSpPr/>
            <p:nvPr/>
          </p:nvSpPr>
          <p:spPr>
            <a:xfrm>
              <a:off x="5174550" y="3006400"/>
              <a:ext cx="390525" cy="238850"/>
            </a:xfrm>
            <a:custGeom>
              <a:rect b="b" l="l" r="r" t="t"/>
              <a:pathLst>
                <a:path extrusionOk="0" h="9554" w="15621">
                  <a:moveTo>
                    <a:pt x="1357" y="0"/>
                  </a:moveTo>
                  <a:cubicBezTo>
                    <a:pt x="341" y="0"/>
                    <a:pt x="1" y="1636"/>
                    <a:pt x="1125" y="1971"/>
                  </a:cubicBezTo>
                  <a:cubicBezTo>
                    <a:pt x="5786" y="3345"/>
                    <a:pt x="10041" y="5846"/>
                    <a:pt x="13497" y="9263"/>
                  </a:cubicBezTo>
                  <a:cubicBezTo>
                    <a:pt x="13708" y="9467"/>
                    <a:pt x="13942" y="9553"/>
                    <a:pt x="14168" y="9553"/>
                  </a:cubicBezTo>
                  <a:cubicBezTo>
                    <a:pt x="14942" y="9553"/>
                    <a:pt x="15621" y="8548"/>
                    <a:pt x="14911" y="7849"/>
                  </a:cubicBezTo>
                  <a:cubicBezTo>
                    <a:pt x="11206" y="4196"/>
                    <a:pt x="6650" y="1513"/>
                    <a:pt x="1662" y="46"/>
                  </a:cubicBezTo>
                  <a:cubicBezTo>
                    <a:pt x="1555" y="15"/>
                    <a:pt x="1453" y="0"/>
                    <a:pt x="1357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6" name="Google Shape;1116;p8"/>
            <p:cNvSpPr/>
            <p:nvPr/>
          </p:nvSpPr>
          <p:spPr>
            <a:xfrm>
              <a:off x="5181075" y="3003600"/>
              <a:ext cx="377725" cy="244200"/>
            </a:xfrm>
            <a:custGeom>
              <a:rect b="b" l="l" r="r" t="t"/>
              <a:pathLst>
                <a:path extrusionOk="0" h="9768" w="15109">
                  <a:moveTo>
                    <a:pt x="1100" y="211"/>
                  </a:moveTo>
                  <a:cubicBezTo>
                    <a:pt x="1192" y="211"/>
                    <a:pt x="1283" y="224"/>
                    <a:pt x="1375" y="250"/>
                  </a:cubicBezTo>
                  <a:cubicBezTo>
                    <a:pt x="6350" y="1716"/>
                    <a:pt x="10880" y="4387"/>
                    <a:pt x="14585" y="8027"/>
                  </a:cubicBezTo>
                  <a:cubicBezTo>
                    <a:pt x="14794" y="8236"/>
                    <a:pt x="14899" y="8537"/>
                    <a:pt x="14821" y="8825"/>
                  </a:cubicBezTo>
                  <a:cubicBezTo>
                    <a:pt x="14729" y="9166"/>
                    <a:pt x="14467" y="9427"/>
                    <a:pt x="14127" y="9532"/>
                  </a:cubicBezTo>
                  <a:cubicBezTo>
                    <a:pt x="14055" y="9551"/>
                    <a:pt x="13983" y="9560"/>
                    <a:pt x="13912" y="9560"/>
                  </a:cubicBezTo>
                  <a:cubicBezTo>
                    <a:pt x="13682" y="9560"/>
                    <a:pt x="13462" y="9466"/>
                    <a:pt x="13302" y="9297"/>
                  </a:cubicBezTo>
                  <a:cubicBezTo>
                    <a:pt x="9832" y="5880"/>
                    <a:pt x="5564" y="3366"/>
                    <a:pt x="890" y="1978"/>
                  </a:cubicBezTo>
                  <a:cubicBezTo>
                    <a:pt x="589" y="1900"/>
                    <a:pt x="367" y="1677"/>
                    <a:pt x="288" y="1376"/>
                  </a:cubicBezTo>
                  <a:cubicBezTo>
                    <a:pt x="210" y="1035"/>
                    <a:pt x="314" y="669"/>
                    <a:pt x="563" y="420"/>
                  </a:cubicBezTo>
                  <a:cubicBezTo>
                    <a:pt x="707" y="289"/>
                    <a:pt x="890" y="211"/>
                    <a:pt x="1100" y="211"/>
                  </a:cubicBezTo>
                  <a:close/>
                  <a:moveTo>
                    <a:pt x="1100" y="0"/>
                  </a:moveTo>
                  <a:cubicBezTo>
                    <a:pt x="848" y="0"/>
                    <a:pt x="602" y="94"/>
                    <a:pt x="419" y="276"/>
                  </a:cubicBezTo>
                  <a:cubicBezTo>
                    <a:pt x="118" y="564"/>
                    <a:pt x="0" y="996"/>
                    <a:pt x="92" y="1415"/>
                  </a:cubicBezTo>
                  <a:cubicBezTo>
                    <a:pt x="183" y="1782"/>
                    <a:pt x="471" y="2083"/>
                    <a:pt x="838" y="2174"/>
                  </a:cubicBezTo>
                  <a:cubicBezTo>
                    <a:pt x="5473" y="3536"/>
                    <a:pt x="9715" y="6037"/>
                    <a:pt x="13158" y="9441"/>
                  </a:cubicBezTo>
                  <a:cubicBezTo>
                    <a:pt x="13354" y="9637"/>
                    <a:pt x="13616" y="9755"/>
                    <a:pt x="13891" y="9768"/>
                  </a:cubicBezTo>
                  <a:cubicBezTo>
                    <a:pt x="13983" y="9755"/>
                    <a:pt x="14074" y="9742"/>
                    <a:pt x="14166" y="9716"/>
                  </a:cubicBezTo>
                  <a:cubicBezTo>
                    <a:pt x="14572" y="9598"/>
                    <a:pt x="14886" y="9283"/>
                    <a:pt x="15004" y="8878"/>
                  </a:cubicBezTo>
                  <a:cubicBezTo>
                    <a:pt x="15109" y="8511"/>
                    <a:pt x="14991" y="8131"/>
                    <a:pt x="14716" y="7883"/>
                  </a:cubicBezTo>
                  <a:cubicBezTo>
                    <a:pt x="10998" y="4217"/>
                    <a:pt x="6428" y="1520"/>
                    <a:pt x="1427" y="54"/>
                  </a:cubicBezTo>
                  <a:cubicBezTo>
                    <a:pt x="1320" y="18"/>
                    <a:pt x="1209" y="0"/>
                    <a:pt x="110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7" name="Google Shape;1117;p8"/>
            <p:cNvSpPr/>
            <p:nvPr/>
          </p:nvSpPr>
          <p:spPr>
            <a:xfrm>
              <a:off x="5177825" y="3047950"/>
              <a:ext cx="390525" cy="238850"/>
            </a:xfrm>
            <a:custGeom>
              <a:rect b="b" l="l" r="r" t="t"/>
              <a:pathLst>
                <a:path extrusionOk="0" h="9554" w="15621">
                  <a:moveTo>
                    <a:pt x="1347" y="1"/>
                  </a:moveTo>
                  <a:cubicBezTo>
                    <a:pt x="341" y="1"/>
                    <a:pt x="1" y="1637"/>
                    <a:pt x="1125" y="1972"/>
                  </a:cubicBezTo>
                  <a:cubicBezTo>
                    <a:pt x="5786" y="3346"/>
                    <a:pt x="10041" y="5847"/>
                    <a:pt x="13497" y="9264"/>
                  </a:cubicBezTo>
                  <a:cubicBezTo>
                    <a:pt x="13705" y="9468"/>
                    <a:pt x="13937" y="9554"/>
                    <a:pt x="14163" y="9554"/>
                  </a:cubicBezTo>
                  <a:cubicBezTo>
                    <a:pt x="14934" y="9554"/>
                    <a:pt x="15620" y="8549"/>
                    <a:pt x="14911" y="7850"/>
                  </a:cubicBezTo>
                  <a:cubicBezTo>
                    <a:pt x="11206" y="4197"/>
                    <a:pt x="6650" y="1513"/>
                    <a:pt x="1649" y="47"/>
                  </a:cubicBezTo>
                  <a:cubicBezTo>
                    <a:pt x="1543" y="15"/>
                    <a:pt x="1442" y="1"/>
                    <a:pt x="13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8" name="Google Shape;1118;p8"/>
            <p:cNvSpPr/>
            <p:nvPr/>
          </p:nvSpPr>
          <p:spPr>
            <a:xfrm>
              <a:off x="5184350" y="3044900"/>
              <a:ext cx="377725" cy="244475"/>
            </a:xfrm>
            <a:custGeom>
              <a:rect b="b" l="l" r="r" t="t"/>
              <a:pathLst>
                <a:path extrusionOk="0" h="9779" w="15109">
                  <a:moveTo>
                    <a:pt x="1094" y="221"/>
                  </a:moveTo>
                  <a:cubicBezTo>
                    <a:pt x="1196" y="222"/>
                    <a:pt x="1285" y="235"/>
                    <a:pt x="1375" y="261"/>
                  </a:cubicBezTo>
                  <a:cubicBezTo>
                    <a:pt x="6350" y="1727"/>
                    <a:pt x="10893" y="4398"/>
                    <a:pt x="14585" y="8037"/>
                  </a:cubicBezTo>
                  <a:cubicBezTo>
                    <a:pt x="14807" y="8234"/>
                    <a:pt x="14899" y="8548"/>
                    <a:pt x="14820" y="8836"/>
                  </a:cubicBezTo>
                  <a:cubicBezTo>
                    <a:pt x="14729" y="9176"/>
                    <a:pt x="14467" y="9438"/>
                    <a:pt x="14127" y="9530"/>
                  </a:cubicBezTo>
                  <a:cubicBezTo>
                    <a:pt x="14052" y="9554"/>
                    <a:pt x="13975" y="9565"/>
                    <a:pt x="13899" y="9565"/>
                  </a:cubicBezTo>
                  <a:cubicBezTo>
                    <a:pt x="13682" y="9565"/>
                    <a:pt x="13470" y="9472"/>
                    <a:pt x="13315" y="9307"/>
                  </a:cubicBezTo>
                  <a:cubicBezTo>
                    <a:pt x="9832" y="5877"/>
                    <a:pt x="5577" y="3363"/>
                    <a:pt x="903" y="1989"/>
                  </a:cubicBezTo>
                  <a:cubicBezTo>
                    <a:pt x="602" y="1910"/>
                    <a:pt x="367" y="1675"/>
                    <a:pt x="301" y="1387"/>
                  </a:cubicBezTo>
                  <a:cubicBezTo>
                    <a:pt x="223" y="1033"/>
                    <a:pt x="314" y="680"/>
                    <a:pt x="563" y="431"/>
                  </a:cubicBezTo>
                  <a:cubicBezTo>
                    <a:pt x="706" y="301"/>
                    <a:pt x="900" y="223"/>
                    <a:pt x="1094" y="221"/>
                  </a:cubicBezTo>
                  <a:close/>
                  <a:moveTo>
                    <a:pt x="1114" y="0"/>
                  </a:moveTo>
                  <a:cubicBezTo>
                    <a:pt x="861" y="0"/>
                    <a:pt x="614" y="98"/>
                    <a:pt x="419" y="274"/>
                  </a:cubicBezTo>
                  <a:cubicBezTo>
                    <a:pt x="118" y="575"/>
                    <a:pt x="0" y="1007"/>
                    <a:pt x="92" y="1426"/>
                  </a:cubicBezTo>
                  <a:cubicBezTo>
                    <a:pt x="183" y="1792"/>
                    <a:pt x="471" y="2080"/>
                    <a:pt x="838" y="2185"/>
                  </a:cubicBezTo>
                  <a:cubicBezTo>
                    <a:pt x="5486" y="3547"/>
                    <a:pt x="9714" y="6047"/>
                    <a:pt x="13171" y="9451"/>
                  </a:cubicBezTo>
                  <a:cubicBezTo>
                    <a:pt x="13354" y="9648"/>
                    <a:pt x="13629" y="9766"/>
                    <a:pt x="13904" y="9779"/>
                  </a:cubicBezTo>
                  <a:cubicBezTo>
                    <a:pt x="13996" y="9779"/>
                    <a:pt x="14087" y="9766"/>
                    <a:pt x="14179" y="9739"/>
                  </a:cubicBezTo>
                  <a:cubicBezTo>
                    <a:pt x="14585" y="9621"/>
                    <a:pt x="14899" y="9294"/>
                    <a:pt x="15017" y="8888"/>
                  </a:cubicBezTo>
                  <a:cubicBezTo>
                    <a:pt x="15108" y="8535"/>
                    <a:pt x="14991" y="8142"/>
                    <a:pt x="14716" y="7893"/>
                  </a:cubicBezTo>
                  <a:cubicBezTo>
                    <a:pt x="10998" y="4228"/>
                    <a:pt x="6441" y="1531"/>
                    <a:pt x="1427" y="51"/>
                  </a:cubicBezTo>
                  <a:cubicBezTo>
                    <a:pt x="1324" y="17"/>
                    <a:pt x="1219" y="0"/>
                    <a:pt x="111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19" name="Google Shape;1119;p8"/>
            <p:cNvSpPr/>
            <p:nvPr/>
          </p:nvSpPr>
          <p:spPr>
            <a:xfrm>
              <a:off x="4894350" y="2820250"/>
              <a:ext cx="37000" cy="32875"/>
            </a:xfrm>
            <a:custGeom>
              <a:rect b="b" l="l" r="r" t="t"/>
              <a:pathLst>
                <a:path extrusionOk="0" h="1315" w="1480">
                  <a:moveTo>
                    <a:pt x="801" y="0"/>
                  </a:moveTo>
                  <a:cubicBezTo>
                    <a:pt x="783" y="0"/>
                    <a:pt x="765" y="1"/>
                    <a:pt x="747" y="4"/>
                  </a:cubicBezTo>
                  <a:cubicBezTo>
                    <a:pt x="524" y="17"/>
                    <a:pt x="302" y="43"/>
                    <a:pt x="92" y="108"/>
                  </a:cubicBezTo>
                  <a:cubicBezTo>
                    <a:pt x="40" y="121"/>
                    <a:pt x="0" y="174"/>
                    <a:pt x="27" y="226"/>
                  </a:cubicBezTo>
                  <a:cubicBezTo>
                    <a:pt x="38" y="281"/>
                    <a:pt x="76" y="308"/>
                    <a:pt x="118" y="308"/>
                  </a:cubicBezTo>
                  <a:cubicBezTo>
                    <a:pt x="127" y="308"/>
                    <a:pt x="136" y="307"/>
                    <a:pt x="144" y="305"/>
                  </a:cubicBezTo>
                  <a:cubicBezTo>
                    <a:pt x="341" y="252"/>
                    <a:pt x="550" y="213"/>
                    <a:pt x="747" y="213"/>
                  </a:cubicBezTo>
                  <a:cubicBezTo>
                    <a:pt x="768" y="208"/>
                    <a:pt x="789" y="205"/>
                    <a:pt x="810" y="205"/>
                  </a:cubicBezTo>
                  <a:cubicBezTo>
                    <a:pt x="891" y="205"/>
                    <a:pt x="964" y="245"/>
                    <a:pt x="995" y="318"/>
                  </a:cubicBezTo>
                  <a:cubicBezTo>
                    <a:pt x="1126" y="501"/>
                    <a:pt x="1218" y="711"/>
                    <a:pt x="1270" y="920"/>
                  </a:cubicBezTo>
                  <a:cubicBezTo>
                    <a:pt x="1270" y="933"/>
                    <a:pt x="1270" y="959"/>
                    <a:pt x="1270" y="972"/>
                  </a:cubicBezTo>
                  <a:cubicBezTo>
                    <a:pt x="1270" y="972"/>
                    <a:pt x="1257" y="985"/>
                    <a:pt x="1218" y="999"/>
                  </a:cubicBezTo>
                  <a:cubicBezTo>
                    <a:pt x="1042" y="1076"/>
                    <a:pt x="847" y="1106"/>
                    <a:pt x="649" y="1106"/>
                  </a:cubicBezTo>
                  <a:cubicBezTo>
                    <a:pt x="612" y="1106"/>
                    <a:pt x="574" y="1105"/>
                    <a:pt x="537" y="1103"/>
                  </a:cubicBezTo>
                  <a:cubicBezTo>
                    <a:pt x="393" y="1103"/>
                    <a:pt x="393" y="1300"/>
                    <a:pt x="537" y="1313"/>
                  </a:cubicBezTo>
                  <a:lnTo>
                    <a:pt x="629" y="1313"/>
                  </a:lnTo>
                  <a:cubicBezTo>
                    <a:pt x="653" y="1314"/>
                    <a:pt x="677" y="1315"/>
                    <a:pt x="701" y="1315"/>
                  </a:cubicBezTo>
                  <a:cubicBezTo>
                    <a:pt x="912" y="1315"/>
                    <a:pt x="1123" y="1264"/>
                    <a:pt x="1323" y="1182"/>
                  </a:cubicBezTo>
                  <a:cubicBezTo>
                    <a:pt x="1388" y="1156"/>
                    <a:pt x="1441" y="1103"/>
                    <a:pt x="1467" y="1038"/>
                  </a:cubicBezTo>
                  <a:cubicBezTo>
                    <a:pt x="1480" y="985"/>
                    <a:pt x="1480" y="933"/>
                    <a:pt x="1467" y="881"/>
                  </a:cubicBezTo>
                  <a:cubicBezTo>
                    <a:pt x="1414" y="632"/>
                    <a:pt x="1310" y="409"/>
                    <a:pt x="1166" y="200"/>
                  </a:cubicBezTo>
                  <a:cubicBezTo>
                    <a:pt x="1139" y="148"/>
                    <a:pt x="1100" y="108"/>
                    <a:pt x="1048" y="69"/>
                  </a:cubicBezTo>
                  <a:cubicBezTo>
                    <a:pt x="972" y="26"/>
                    <a:pt x="887" y="0"/>
                    <a:pt x="80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0" name="Google Shape;1120;p8"/>
            <p:cNvSpPr/>
            <p:nvPr/>
          </p:nvSpPr>
          <p:spPr>
            <a:xfrm>
              <a:off x="5046225" y="2817250"/>
              <a:ext cx="1511175" cy="1405925"/>
            </a:xfrm>
            <a:custGeom>
              <a:rect b="b" l="l" r="r" t="t"/>
              <a:pathLst>
                <a:path extrusionOk="0" h="56237" w="60447">
                  <a:moveTo>
                    <a:pt x="33568" y="0"/>
                  </a:moveTo>
                  <a:cubicBezTo>
                    <a:pt x="29655" y="0"/>
                    <a:pt x="25601" y="616"/>
                    <a:pt x="21694" y="1236"/>
                  </a:cubicBezTo>
                  <a:cubicBezTo>
                    <a:pt x="18434" y="1760"/>
                    <a:pt x="15187" y="2467"/>
                    <a:pt x="12333" y="3842"/>
                  </a:cubicBezTo>
                  <a:cubicBezTo>
                    <a:pt x="4294" y="7717"/>
                    <a:pt x="2462" y="15324"/>
                    <a:pt x="1349" y="22328"/>
                  </a:cubicBezTo>
                  <a:cubicBezTo>
                    <a:pt x="0" y="30759"/>
                    <a:pt x="275" y="39308"/>
                    <a:pt x="563" y="47818"/>
                  </a:cubicBezTo>
                  <a:cubicBezTo>
                    <a:pt x="655" y="50843"/>
                    <a:pt x="642" y="53422"/>
                    <a:pt x="969" y="56236"/>
                  </a:cubicBezTo>
                  <a:lnTo>
                    <a:pt x="60447" y="56236"/>
                  </a:lnTo>
                  <a:cubicBezTo>
                    <a:pt x="60316" y="51353"/>
                    <a:pt x="60159" y="46470"/>
                    <a:pt x="59910" y="41599"/>
                  </a:cubicBezTo>
                  <a:cubicBezTo>
                    <a:pt x="59255" y="29201"/>
                    <a:pt x="57540" y="16044"/>
                    <a:pt x="49541" y="6552"/>
                  </a:cubicBezTo>
                  <a:cubicBezTo>
                    <a:pt x="45238" y="1449"/>
                    <a:pt x="39568" y="0"/>
                    <a:pt x="33568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1" name="Google Shape;1121;p8"/>
            <p:cNvSpPr/>
            <p:nvPr/>
          </p:nvSpPr>
          <p:spPr>
            <a:xfrm>
              <a:off x="5519175" y="2237425"/>
              <a:ext cx="412425" cy="394400"/>
            </a:xfrm>
            <a:custGeom>
              <a:rect b="b" l="l" r="r" t="t"/>
              <a:pathLst>
                <a:path extrusionOk="0" h="15776" w="16497">
                  <a:moveTo>
                    <a:pt x="2775" y="1"/>
                  </a:moveTo>
                  <a:cubicBezTo>
                    <a:pt x="1377" y="1"/>
                    <a:pt x="78" y="1082"/>
                    <a:pt x="40" y="2657"/>
                  </a:cubicBezTo>
                  <a:cubicBezTo>
                    <a:pt x="0" y="3678"/>
                    <a:pt x="537" y="4621"/>
                    <a:pt x="1166" y="5446"/>
                  </a:cubicBezTo>
                  <a:cubicBezTo>
                    <a:pt x="2420" y="7061"/>
                    <a:pt x="3916" y="7543"/>
                    <a:pt x="5593" y="7543"/>
                  </a:cubicBezTo>
                  <a:cubicBezTo>
                    <a:pt x="6471" y="7543"/>
                    <a:pt x="7398" y="7410"/>
                    <a:pt x="8366" y="7239"/>
                  </a:cubicBezTo>
                  <a:lnTo>
                    <a:pt x="8366" y="7239"/>
                  </a:lnTo>
                  <a:cubicBezTo>
                    <a:pt x="8222" y="8719"/>
                    <a:pt x="8078" y="10198"/>
                    <a:pt x="8366" y="11651"/>
                  </a:cubicBezTo>
                  <a:cubicBezTo>
                    <a:pt x="8654" y="13092"/>
                    <a:pt x="9453" y="14506"/>
                    <a:pt x="10749" y="15199"/>
                  </a:cubicBezTo>
                  <a:cubicBezTo>
                    <a:pt x="11810" y="15749"/>
                    <a:pt x="13053" y="15775"/>
                    <a:pt x="14245" y="15775"/>
                  </a:cubicBezTo>
                  <a:cubicBezTo>
                    <a:pt x="15318" y="15775"/>
                    <a:pt x="16182" y="15501"/>
                    <a:pt x="16300" y="14296"/>
                  </a:cubicBezTo>
                  <a:cubicBezTo>
                    <a:pt x="16497" y="12110"/>
                    <a:pt x="16261" y="9910"/>
                    <a:pt x="16038" y="7737"/>
                  </a:cubicBezTo>
                  <a:cubicBezTo>
                    <a:pt x="15986" y="7331"/>
                    <a:pt x="15934" y="6912"/>
                    <a:pt x="15855" y="6519"/>
                  </a:cubicBezTo>
                  <a:cubicBezTo>
                    <a:pt x="15593" y="5302"/>
                    <a:pt x="15122" y="4006"/>
                    <a:pt x="13904" y="3560"/>
                  </a:cubicBezTo>
                  <a:cubicBezTo>
                    <a:pt x="12794" y="3158"/>
                    <a:pt x="11629" y="2945"/>
                    <a:pt x="10455" y="2945"/>
                  </a:cubicBezTo>
                  <a:cubicBezTo>
                    <a:pt x="10217" y="2945"/>
                    <a:pt x="9979" y="2954"/>
                    <a:pt x="9741" y="2971"/>
                  </a:cubicBezTo>
                  <a:cubicBezTo>
                    <a:pt x="9224" y="3005"/>
                    <a:pt x="8693" y="3073"/>
                    <a:pt x="8179" y="3073"/>
                  </a:cubicBezTo>
                  <a:cubicBezTo>
                    <a:pt x="7690" y="3073"/>
                    <a:pt x="7216" y="3012"/>
                    <a:pt x="6782" y="2801"/>
                  </a:cubicBezTo>
                  <a:cubicBezTo>
                    <a:pt x="5748" y="2304"/>
                    <a:pt x="5237" y="1099"/>
                    <a:pt x="4282" y="458"/>
                  </a:cubicBezTo>
                  <a:cubicBezTo>
                    <a:pt x="3803" y="144"/>
                    <a:pt x="3282" y="1"/>
                    <a:pt x="277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2" name="Google Shape;1122;p8"/>
            <p:cNvSpPr/>
            <p:nvPr/>
          </p:nvSpPr>
          <p:spPr>
            <a:xfrm>
              <a:off x="5699525" y="2456300"/>
              <a:ext cx="119800" cy="128400"/>
            </a:xfrm>
            <a:custGeom>
              <a:rect b="b" l="l" r="r" t="t"/>
              <a:pathLst>
                <a:path extrusionOk="0" h="5136" w="4792">
                  <a:moveTo>
                    <a:pt x="1798" y="1"/>
                  </a:moveTo>
                  <a:cubicBezTo>
                    <a:pt x="1129" y="1"/>
                    <a:pt x="472" y="269"/>
                    <a:pt x="0" y="880"/>
                  </a:cubicBezTo>
                  <a:lnTo>
                    <a:pt x="851" y="5030"/>
                  </a:lnTo>
                  <a:cubicBezTo>
                    <a:pt x="1192" y="5093"/>
                    <a:pt x="1542" y="5135"/>
                    <a:pt x="1889" y="5135"/>
                  </a:cubicBezTo>
                  <a:cubicBezTo>
                    <a:pt x="2408" y="5135"/>
                    <a:pt x="2917" y="5041"/>
                    <a:pt x="3365" y="4782"/>
                  </a:cubicBezTo>
                  <a:cubicBezTo>
                    <a:pt x="4373" y="4206"/>
                    <a:pt x="4792" y="2844"/>
                    <a:pt x="4386" y="1771"/>
                  </a:cubicBezTo>
                  <a:cubicBezTo>
                    <a:pt x="3982" y="696"/>
                    <a:pt x="2875" y="1"/>
                    <a:pt x="1798" y="1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3" name="Google Shape;1123;p8"/>
            <p:cNvSpPr/>
            <p:nvPr/>
          </p:nvSpPr>
          <p:spPr>
            <a:xfrm>
              <a:off x="5697550" y="2453575"/>
              <a:ext cx="125050" cy="133750"/>
            </a:xfrm>
            <a:custGeom>
              <a:rect b="b" l="l" r="r" t="t"/>
              <a:pathLst>
                <a:path extrusionOk="0" h="5350" w="5002">
                  <a:moveTo>
                    <a:pt x="1886" y="1"/>
                  </a:moveTo>
                  <a:cubicBezTo>
                    <a:pt x="1156" y="1"/>
                    <a:pt x="456" y="335"/>
                    <a:pt x="1" y="924"/>
                  </a:cubicBezTo>
                  <a:lnTo>
                    <a:pt x="171" y="1055"/>
                  </a:lnTo>
                  <a:cubicBezTo>
                    <a:pt x="577" y="516"/>
                    <a:pt x="1205" y="209"/>
                    <a:pt x="1868" y="209"/>
                  </a:cubicBezTo>
                  <a:cubicBezTo>
                    <a:pt x="1996" y="209"/>
                    <a:pt x="2124" y="220"/>
                    <a:pt x="2252" y="243"/>
                  </a:cubicBezTo>
                  <a:cubicBezTo>
                    <a:pt x="3208" y="374"/>
                    <a:pt x="4020" y="1015"/>
                    <a:pt x="4373" y="1919"/>
                  </a:cubicBezTo>
                  <a:cubicBezTo>
                    <a:pt x="4766" y="2966"/>
                    <a:pt x="4334" y="4262"/>
                    <a:pt x="3392" y="4812"/>
                  </a:cubicBezTo>
                  <a:cubicBezTo>
                    <a:pt x="2998" y="5030"/>
                    <a:pt x="2529" y="5141"/>
                    <a:pt x="1975" y="5141"/>
                  </a:cubicBezTo>
                  <a:cubicBezTo>
                    <a:pt x="1663" y="5141"/>
                    <a:pt x="1324" y="5105"/>
                    <a:pt x="956" y="5035"/>
                  </a:cubicBezTo>
                  <a:lnTo>
                    <a:pt x="917" y="5244"/>
                  </a:lnTo>
                  <a:cubicBezTo>
                    <a:pt x="1271" y="5310"/>
                    <a:pt x="1624" y="5349"/>
                    <a:pt x="1978" y="5349"/>
                  </a:cubicBezTo>
                  <a:cubicBezTo>
                    <a:pt x="2001" y="5350"/>
                    <a:pt x="2025" y="5350"/>
                    <a:pt x="2049" y="5350"/>
                  </a:cubicBezTo>
                  <a:cubicBezTo>
                    <a:pt x="2549" y="5350"/>
                    <a:pt x="3046" y="5220"/>
                    <a:pt x="3496" y="4982"/>
                  </a:cubicBezTo>
                  <a:cubicBezTo>
                    <a:pt x="4517" y="4393"/>
                    <a:pt x="5002" y="2979"/>
                    <a:pt x="4570" y="1840"/>
                  </a:cubicBezTo>
                  <a:cubicBezTo>
                    <a:pt x="4177" y="871"/>
                    <a:pt x="3313" y="191"/>
                    <a:pt x="2279" y="34"/>
                  </a:cubicBezTo>
                  <a:cubicBezTo>
                    <a:pt x="2148" y="12"/>
                    <a:pt x="2016" y="1"/>
                    <a:pt x="188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4" name="Google Shape;1124;p8"/>
            <p:cNvSpPr/>
            <p:nvPr/>
          </p:nvSpPr>
          <p:spPr>
            <a:xfrm>
              <a:off x="4766700" y="2928575"/>
              <a:ext cx="703725" cy="1073025"/>
            </a:xfrm>
            <a:custGeom>
              <a:rect b="b" l="l" r="r" t="t"/>
              <a:pathLst>
                <a:path extrusionOk="0" h="42921" w="28149">
                  <a:moveTo>
                    <a:pt x="22930" y="1"/>
                  </a:moveTo>
                  <a:cubicBezTo>
                    <a:pt x="21242" y="1"/>
                    <a:pt x="19703" y="1922"/>
                    <a:pt x="18696" y="3028"/>
                  </a:cubicBezTo>
                  <a:cubicBezTo>
                    <a:pt x="10802" y="11722"/>
                    <a:pt x="4478" y="21724"/>
                    <a:pt x="0" y="32577"/>
                  </a:cubicBezTo>
                  <a:cubicBezTo>
                    <a:pt x="2252" y="36256"/>
                    <a:pt x="4989" y="39569"/>
                    <a:pt x="7699" y="42920"/>
                  </a:cubicBezTo>
                  <a:cubicBezTo>
                    <a:pt x="13904" y="38704"/>
                    <a:pt x="19364" y="33271"/>
                    <a:pt x="22925" y="26686"/>
                  </a:cubicBezTo>
                  <a:cubicBezTo>
                    <a:pt x="26591" y="19904"/>
                    <a:pt x="28149" y="11826"/>
                    <a:pt x="26460" y="4298"/>
                  </a:cubicBezTo>
                  <a:cubicBezTo>
                    <a:pt x="26093" y="2688"/>
                    <a:pt x="25111" y="266"/>
                    <a:pt x="23200" y="17"/>
                  </a:cubicBezTo>
                  <a:cubicBezTo>
                    <a:pt x="23110" y="6"/>
                    <a:pt x="23020" y="1"/>
                    <a:pt x="229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5" name="Google Shape;1125;p8"/>
            <p:cNvSpPr/>
            <p:nvPr/>
          </p:nvSpPr>
          <p:spPr>
            <a:xfrm>
              <a:off x="4961775" y="3303925"/>
              <a:ext cx="546575" cy="685550"/>
            </a:xfrm>
            <a:custGeom>
              <a:rect b="b" l="l" r="r" t="t"/>
              <a:pathLst>
                <a:path extrusionOk="0" h="27422" w="21863">
                  <a:moveTo>
                    <a:pt x="21739" y="1"/>
                  </a:moveTo>
                  <a:cubicBezTo>
                    <a:pt x="21701" y="1"/>
                    <a:pt x="21662" y="22"/>
                    <a:pt x="21642" y="72"/>
                  </a:cubicBezTo>
                  <a:cubicBezTo>
                    <a:pt x="17400" y="11122"/>
                    <a:pt x="9872" y="20601"/>
                    <a:pt x="66" y="27238"/>
                  </a:cubicBezTo>
                  <a:cubicBezTo>
                    <a:pt x="13" y="27265"/>
                    <a:pt x="0" y="27330"/>
                    <a:pt x="40" y="27369"/>
                  </a:cubicBezTo>
                  <a:cubicBezTo>
                    <a:pt x="53" y="27409"/>
                    <a:pt x="92" y="27422"/>
                    <a:pt x="118" y="27422"/>
                  </a:cubicBezTo>
                  <a:cubicBezTo>
                    <a:pt x="144" y="27422"/>
                    <a:pt x="171" y="27409"/>
                    <a:pt x="184" y="27396"/>
                  </a:cubicBezTo>
                  <a:cubicBezTo>
                    <a:pt x="10016" y="20745"/>
                    <a:pt x="17583" y="11227"/>
                    <a:pt x="21838" y="138"/>
                  </a:cubicBezTo>
                  <a:cubicBezTo>
                    <a:pt x="21862" y="57"/>
                    <a:pt x="21802" y="1"/>
                    <a:pt x="2173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6" name="Google Shape;1126;p8"/>
            <p:cNvSpPr/>
            <p:nvPr/>
          </p:nvSpPr>
          <p:spPr>
            <a:xfrm>
              <a:off x="5717275" y="2477400"/>
              <a:ext cx="72275" cy="55575"/>
            </a:xfrm>
            <a:custGeom>
              <a:rect b="b" l="l" r="r" t="t"/>
              <a:pathLst>
                <a:path extrusionOk="0" h="2223" w="2891">
                  <a:moveTo>
                    <a:pt x="1123" y="1"/>
                  </a:moveTo>
                  <a:cubicBezTo>
                    <a:pt x="759" y="1"/>
                    <a:pt x="398" y="122"/>
                    <a:pt x="102" y="364"/>
                  </a:cubicBezTo>
                  <a:cubicBezTo>
                    <a:pt x="0" y="435"/>
                    <a:pt x="72" y="554"/>
                    <a:pt x="159" y="554"/>
                  </a:cubicBezTo>
                  <a:cubicBezTo>
                    <a:pt x="184" y="554"/>
                    <a:pt x="210" y="544"/>
                    <a:pt x="233" y="521"/>
                  </a:cubicBezTo>
                  <a:cubicBezTo>
                    <a:pt x="485" y="309"/>
                    <a:pt x="798" y="204"/>
                    <a:pt x="1114" y="204"/>
                  </a:cubicBezTo>
                  <a:cubicBezTo>
                    <a:pt x="1404" y="204"/>
                    <a:pt x="1697" y="293"/>
                    <a:pt x="1948" y="468"/>
                  </a:cubicBezTo>
                  <a:cubicBezTo>
                    <a:pt x="2498" y="887"/>
                    <a:pt x="2681" y="1476"/>
                    <a:pt x="2432" y="2079"/>
                  </a:cubicBezTo>
                  <a:cubicBezTo>
                    <a:pt x="2406" y="2131"/>
                    <a:pt x="2432" y="2183"/>
                    <a:pt x="2498" y="2210"/>
                  </a:cubicBezTo>
                  <a:cubicBezTo>
                    <a:pt x="2498" y="2210"/>
                    <a:pt x="2511" y="2210"/>
                    <a:pt x="2524" y="2223"/>
                  </a:cubicBezTo>
                  <a:cubicBezTo>
                    <a:pt x="2563" y="2210"/>
                    <a:pt x="2589" y="2183"/>
                    <a:pt x="2616" y="2157"/>
                  </a:cubicBezTo>
                  <a:cubicBezTo>
                    <a:pt x="2891" y="1450"/>
                    <a:pt x="2694" y="783"/>
                    <a:pt x="2066" y="298"/>
                  </a:cubicBezTo>
                  <a:cubicBezTo>
                    <a:pt x="1780" y="100"/>
                    <a:pt x="1451" y="1"/>
                    <a:pt x="11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7" name="Google Shape;1127;p8"/>
            <p:cNvSpPr/>
            <p:nvPr/>
          </p:nvSpPr>
          <p:spPr>
            <a:xfrm>
              <a:off x="5740750" y="2484175"/>
              <a:ext cx="25225" cy="41600"/>
            </a:xfrm>
            <a:custGeom>
              <a:rect b="b" l="l" r="r" t="t"/>
              <a:pathLst>
                <a:path extrusionOk="0" h="1664" w="1009">
                  <a:moveTo>
                    <a:pt x="891" y="1"/>
                  </a:moveTo>
                  <a:cubicBezTo>
                    <a:pt x="874" y="1"/>
                    <a:pt x="856" y="5"/>
                    <a:pt x="839" y="14"/>
                  </a:cubicBezTo>
                  <a:cubicBezTo>
                    <a:pt x="302" y="341"/>
                    <a:pt x="1" y="957"/>
                    <a:pt x="79" y="1572"/>
                  </a:cubicBezTo>
                  <a:cubicBezTo>
                    <a:pt x="92" y="1624"/>
                    <a:pt x="132" y="1664"/>
                    <a:pt x="184" y="1664"/>
                  </a:cubicBezTo>
                  <a:lnTo>
                    <a:pt x="197" y="1664"/>
                  </a:lnTo>
                  <a:cubicBezTo>
                    <a:pt x="250" y="1651"/>
                    <a:pt x="289" y="1598"/>
                    <a:pt x="289" y="1546"/>
                  </a:cubicBezTo>
                  <a:cubicBezTo>
                    <a:pt x="223" y="1009"/>
                    <a:pt x="472" y="472"/>
                    <a:pt x="943" y="197"/>
                  </a:cubicBezTo>
                  <a:cubicBezTo>
                    <a:pt x="996" y="171"/>
                    <a:pt x="1009" y="106"/>
                    <a:pt x="983" y="53"/>
                  </a:cubicBezTo>
                  <a:cubicBezTo>
                    <a:pt x="957" y="18"/>
                    <a:pt x="925" y="1"/>
                    <a:pt x="89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8" name="Google Shape;1128;p8"/>
            <p:cNvSpPr/>
            <p:nvPr/>
          </p:nvSpPr>
          <p:spPr>
            <a:xfrm>
              <a:off x="6236050" y="3510525"/>
              <a:ext cx="171450" cy="142575"/>
            </a:xfrm>
            <a:custGeom>
              <a:rect b="b" l="l" r="r" t="t"/>
              <a:pathLst>
                <a:path extrusionOk="0" h="5703" w="6858">
                  <a:moveTo>
                    <a:pt x="4820" y="1"/>
                  </a:moveTo>
                  <a:cubicBezTo>
                    <a:pt x="4504" y="1"/>
                    <a:pt x="4177" y="122"/>
                    <a:pt x="3886" y="410"/>
                  </a:cubicBezTo>
                  <a:lnTo>
                    <a:pt x="992" y="3316"/>
                  </a:lnTo>
                  <a:cubicBezTo>
                    <a:pt x="0" y="4298"/>
                    <a:pt x="957" y="5702"/>
                    <a:pt x="2035" y="5702"/>
                  </a:cubicBezTo>
                  <a:cubicBezTo>
                    <a:pt x="2351" y="5702"/>
                    <a:pt x="2678" y="5581"/>
                    <a:pt x="2969" y="5293"/>
                  </a:cubicBezTo>
                  <a:lnTo>
                    <a:pt x="5876" y="2387"/>
                  </a:lnTo>
                  <a:cubicBezTo>
                    <a:pt x="6857" y="1405"/>
                    <a:pt x="5899" y="1"/>
                    <a:pt x="482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29" name="Google Shape;1129;p8"/>
            <p:cNvSpPr/>
            <p:nvPr/>
          </p:nvSpPr>
          <p:spPr>
            <a:xfrm>
              <a:off x="6064850" y="3794775"/>
              <a:ext cx="176325" cy="147825"/>
            </a:xfrm>
            <a:custGeom>
              <a:rect b="b" l="l" r="r" t="t"/>
              <a:pathLst>
                <a:path extrusionOk="0" h="5913" w="7053">
                  <a:moveTo>
                    <a:pt x="5030" y="1"/>
                  </a:moveTo>
                  <a:cubicBezTo>
                    <a:pt x="4713" y="1"/>
                    <a:pt x="4386" y="124"/>
                    <a:pt x="4096" y="417"/>
                  </a:cubicBezTo>
                  <a:lnTo>
                    <a:pt x="980" y="3520"/>
                  </a:lnTo>
                  <a:cubicBezTo>
                    <a:pt x="0" y="4510"/>
                    <a:pt x="953" y="5913"/>
                    <a:pt x="2023" y="5913"/>
                  </a:cubicBezTo>
                  <a:cubicBezTo>
                    <a:pt x="2340" y="5913"/>
                    <a:pt x="2667" y="5790"/>
                    <a:pt x="2957" y="5497"/>
                  </a:cubicBezTo>
                  <a:lnTo>
                    <a:pt x="6073" y="2394"/>
                  </a:lnTo>
                  <a:cubicBezTo>
                    <a:pt x="7053" y="1404"/>
                    <a:pt x="6100" y="1"/>
                    <a:pt x="50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0" name="Google Shape;1130;p8"/>
            <p:cNvSpPr/>
            <p:nvPr/>
          </p:nvSpPr>
          <p:spPr>
            <a:xfrm>
              <a:off x="5936225" y="3520350"/>
              <a:ext cx="186850" cy="157950"/>
            </a:xfrm>
            <a:custGeom>
              <a:rect b="b" l="l" r="r" t="t"/>
              <a:pathLst>
                <a:path extrusionOk="0" h="6318" w="7474">
                  <a:moveTo>
                    <a:pt x="5442" y="0"/>
                  </a:moveTo>
                  <a:cubicBezTo>
                    <a:pt x="5127" y="0"/>
                    <a:pt x="4803" y="121"/>
                    <a:pt x="4515" y="410"/>
                  </a:cubicBezTo>
                  <a:lnTo>
                    <a:pt x="993" y="3931"/>
                  </a:lnTo>
                  <a:cubicBezTo>
                    <a:pt x="1" y="4913"/>
                    <a:pt x="965" y="6317"/>
                    <a:pt x="2041" y="6317"/>
                  </a:cubicBezTo>
                  <a:cubicBezTo>
                    <a:pt x="2356" y="6317"/>
                    <a:pt x="2682" y="6196"/>
                    <a:pt x="2970" y="5908"/>
                  </a:cubicBezTo>
                  <a:lnTo>
                    <a:pt x="6492" y="2386"/>
                  </a:lnTo>
                  <a:cubicBezTo>
                    <a:pt x="7473" y="1405"/>
                    <a:pt x="6515" y="0"/>
                    <a:pt x="544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1" name="Google Shape;1131;p8"/>
            <p:cNvSpPr/>
            <p:nvPr/>
          </p:nvSpPr>
          <p:spPr>
            <a:xfrm>
              <a:off x="5794775" y="3859875"/>
              <a:ext cx="133875" cy="126900"/>
            </a:xfrm>
            <a:custGeom>
              <a:rect b="b" l="l" r="r" t="t"/>
              <a:pathLst>
                <a:path extrusionOk="0" h="5076" w="5355">
                  <a:moveTo>
                    <a:pt x="3823" y="1"/>
                  </a:moveTo>
                  <a:cubicBezTo>
                    <a:pt x="3453" y="1"/>
                    <a:pt x="3082" y="145"/>
                    <a:pt x="2802" y="431"/>
                  </a:cubicBezTo>
                  <a:lnTo>
                    <a:pt x="2802" y="418"/>
                  </a:lnTo>
                  <a:lnTo>
                    <a:pt x="524" y="2709"/>
                  </a:lnTo>
                  <a:cubicBezTo>
                    <a:pt x="0" y="3246"/>
                    <a:pt x="0" y="4123"/>
                    <a:pt x="550" y="4660"/>
                  </a:cubicBezTo>
                  <a:cubicBezTo>
                    <a:pt x="822" y="4938"/>
                    <a:pt x="1180" y="5076"/>
                    <a:pt x="1540" y="5076"/>
                  </a:cubicBezTo>
                  <a:cubicBezTo>
                    <a:pt x="1891" y="5076"/>
                    <a:pt x="2242" y="4945"/>
                    <a:pt x="2514" y="4686"/>
                  </a:cubicBezTo>
                  <a:lnTo>
                    <a:pt x="4792" y="2408"/>
                  </a:lnTo>
                  <a:cubicBezTo>
                    <a:pt x="5342" y="1858"/>
                    <a:pt x="5355" y="955"/>
                    <a:pt x="4805" y="405"/>
                  </a:cubicBezTo>
                  <a:cubicBezTo>
                    <a:pt x="4535" y="135"/>
                    <a:pt x="4179" y="1"/>
                    <a:pt x="38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2" name="Google Shape;1132;p8"/>
            <p:cNvSpPr/>
            <p:nvPr/>
          </p:nvSpPr>
          <p:spPr>
            <a:xfrm>
              <a:off x="6059225" y="4146800"/>
              <a:ext cx="140425" cy="76375"/>
            </a:xfrm>
            <a:custGeom>
              <a:rect b="b" l="l" r="r" t="t"/>
              <a:pathLst>
                <a:path extrusionOk="0" h="3055" w="5617">
                  <a:moveTo>
                    <a:pt x="3580" y="1"/>
                  </a:moveTo>
                  <a:cubicBezTo>
                    <a:pt x="3263" y="1"/>
                    <a:pt x="2936" y="122"/>
                    <a:pt x="2645" y="410"/>
                  </a:cubicBezTo>
                  <a:lnTo>
                    <a:pt x="0" y="3054"/>
                  </a:lnTo>
                  <a:lnTo>
                    <a:pt x="3967" y="3054"/>
                  </a:lnTo>
                  <a:lnTo>
                    <a:pt x="4635" y="2387"/>
                  </a:lnTo>
                  <a:cubicBezTo>
                    <a:pt x="5617" y="1405"/>
                    <a:pt x="4658" y="1"/>
                    <a:pt x="358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3" name="Google Shape;1133;p8"/>
            <p:cNvSpPr/>
            <p:nvPr/>
          </p:nvSpPr>
          <p:spPr>
            <a:xfrm>
              <a:off x="5738800" y="4141725"/>
              <a:ext cx="145225" cy="81450"/>
            </a:xfrm>
            <a:custGeom>
              <a:rect b="b" l="l" r="r" t="t"/>
              <a:pathLst>
                <a:path extrusionOk="0" h="3258" w="5809">
                  <a:moveTo>
                    <a:pt x="3788" y="0"/>
                  </a:moveTo>
                  <a:cubicBezTo>
                    <a:pt x="3471" y="0"/>
                    <a:pt x="3144" y="123"/>
                    <a:pt x="2854" y="416"/>
                  </a:cubicBezTo>
                  <a:lnTo>
                    <a:pt x="0" y="3257"/>
                  </a:lnTo>
                  <a:lnTo>
                    <a:pt x="3954" y="3257"/>
                  </a:lnTo>
                  <a:lnTo>
                    <a:pt x="4818" y="2393"/>
                  </a:lnTo>
                  <a:cubicBezTo>
                    <a:pt x="5808" y="1403"/>
                    <a:pt x="4857" y="0"/>
                    <a:pt x="378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4" name="Google Shape;1134;p8"/>
            <p:cNvSpPr/>
            <p:nvPr/>
          </p:nvSpPr>
          <p:spPr>
            <a:xfrm>
              <a:off x="6287425" y="3172500"/>
              <a:ext cx="148550" cy="153950"/>
            </a:xfrm>
            <a:custGeom>
              <a:rect b="b" l="l" r="r" t="t"/>
              <a:pathLst>
                <a:path extrusionOk="0" h="6158" w="5942">
                  <a:moveTo>
                    <a:pt x="4763" y="1"/>
                  </a:moveTo>
                  <a:cubicBezTo>
                    <a:pt x="4750" y="14"/>
                    <a:pt x="4724" y="27"/>
                    <a:pt x="4711" y="40"/>
                  </a:cubicBezTo>
                  <a:lnTo>
                    <a:pt x="993" y="3771"/>
                  </a:lnTo>
                  <a:cubicBezTo>
                    <a:pt x="1" y="4753"/>
                    <a:pt x="957" y="6157"/>
                    <a:pt x="2035" y="6157"/>
                  </a:cubicBezTo>
                  <a:cubicBezTo>
                    <a:pt x="2352" y="6157"/>
                    <a:pt x="2679" y="6036"/>
                    <a:pt x="2970" y="5748"/>
                  </a:cubicBezTo>
                  <a:lnTo>
                    <a:pt x="5942" y="2763"/>
                  </a:lnTo>
                  <a:cubicBezTo>
                    <a:pt x="5575" y="1834"/>
                    <a:pt x="5195" y="904"/>
                    <a:pt x="476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5" name="Google Shape;1135;p8"/>
            <p:cNvSpPr/>
            <p:nvPr/>
          </p:nvSpPr>
          <p:spPr>
            <a:xfrm>
              <a:off x="6002675" y="3168350"/>
              <a:ext cx="192050" cy="163325"/>
            </a:xfrm>
            <a:custGeom>
              <a:rect b="b" l="l" r="r" t="t"/>
              <a:pathLst>
                <a:path extrusionOk="0" h="6533" w="7682">
                  <a:moveTo>
                    <a:pt x="5654" y="1"/>
                  </a:moveTo>
                  <a:cubicBezTo>
                    <a:pt x="5339" y="1"/>
                    <a:pt x="5013" y="123"/>
                    <a:pt x="4724" y="415"/>
                  </a:cubicBezTo>
                  <a:lnTo>
                    <a:pt x="993" y="4147"/>
                  </a:lnTo>
                  <a:cubicBezTo>
                    <a:pt x="1" y="5128"/>
                    <a:pt x="957" y="6533"/>
                    <a:pt x="2035" y="6533"/>
                  </a:cubicBezTo>
                  <a:cubicBezTo>
                    <a:pt x="2351" y="6533"/>
                    <a:pt x="2678" y="6412"/>
                    <a:pt x="2969" y="6124"/>
                  </a:cubicBezTo>
                  <a:lnTo>
                    <a:pt x="6701" y="2392"/>
                  </a:lnTo>
                  <a:cubicBezTo>
                    <a:pt x="7682" y="1411"/>
                    <a:pt x="6725" y="1"/>
                    <a:pt x="565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6" name="Google Shape;1136;p8"/>
            <p:cNvSpPr/>
            <p:nvPr/>
          </p:nvSpPr>
          <p:spPr>
            <a:xfrm>
              <a:off x="5666150" y="3432450"/>
              <a:ext cx="186850" cy="157925"/>
            </a:xfrm>
            <a:custGeom>
              <a:rect b="b" l="l" r="r" t="t"/>
              <a:pathLst>
                <a:path extrusionOk="0" h="6317" w="7474">
                  <a:moveTo>
                    <a:pt x="5445" y="1"/>
                  </a:moveTo>
                  <a:cubicBezTo>
                    <a:pt x="5126" y="1"/>
                    <a:pt x="4797" y="124"/>
                    <a:pt x="4503" y="417"/>
                  </a:cubicBezTo>
                  <a:lnTo>
                    <a:pt x="982" y="3926"/>
                  </a:lnTo>
                  <a:cubicBezTo>
                    <a:pt x="1" y="4906"/>
                    <a:pt x="957" y="6317"/>
                    <a:pt x="2034" y="6317"/>
                  </a:cubicBezTo>
                  <a:cubicBezTo>
                    <a:pt x="2352" y="6317"/>
                    <a:pt x="2680" y="6194"/>
                    <a:pt x="2972" y="5902"/>
                  </a:cubicBezTo>
                  <a:lnTo>
                    <a:pt x="6494" y="2381"/>
                  </a:lnTo>
                  <a:cubicBezTo>
                    <a:pt x="7473" y="1401"/>
                    <a:pt x="6521" y="1"/>
                    <a:pt x="544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7" name="Google Shape;1137;p8"/>
            <p:cNvSpPr/>
            <p:nvPr/>
          </p:nvSpPr>
          <p:spPr>
            <a:xfrm>
              <a:off x="5526375" y="3769050"/>
              <a:ext cx="192050" cy="163225"/>
            </a:xfrm>
            <a:custGeom>
              <a:rect b="b" l="l" r="r" t="t"/>
              <a:pathLst>
                <a:path extrusionOk="0" h="6529" w="7682">
                  <a:moveTo>
                    <a:pt x="5652" y="1"/>
                  </a:moveTo>
                  <a:cubicBezTo>
                    <a:pt x="5334" y="1"/>
                    <a:pt x="5006" y="122"/>
                    <a:pt x="4714" y="412"/>
                  </a:cubicBezTo>
                  <a:lnTo>
                    <a:pt x="982" y="4130"/>
                  </a:lnTo>
                  <a:cubicBezTo>
                    <a:pt x="0" y="5122"/>
                    <a:pt x="960" y="6529"/>
                    <a:pt x="2038" y="6529"/>
                  </a:cubicBezTo>
                  <a:cubicBezTo>
                    <a:pt x="2355" y="6529"/>
                    <a:pt x="2681" y="6408"/>
                    <a:pt x="2972" y="6120"/>
                  </a:cubicBezTo>
                  <a:lnTo>
                    <a:pt x="6691" y="2388"/>
                  </a:lnTo>
                  <a:cubicBezTo>
                    <a:pt x="7681" y="1398"/>
                    <a:pt x="6728" y="1"/>
                    <a:pt x="56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8" name="Google Shape;1138;p8"/>
            <p:cNvSpPr/>
            <p:nvPr/>
          </p:nvSpPr>
          <p:spPr>
            <a:xfrm>
              <a:off x="5355525" y="4120950"/>
              <a:ext cx="166225" cy="102225"/>
            </a:xfrm>
            <a:custGeom>
              <a:rect b="b" l="l" r="r" t="t"/>
              <a:pathLst>
                <a:path extrusionOk="0" h="4089" w="6649">
                  <a:moveTo>
                    <a:pt x="4608" y="0"/>
                  </a:moveTo>
                  <a:cubicBezTo>
                    <a:pt x="4293" y="0"/>
                    <a:pt x="3967" y="121"/>
                    <a:pt x="3679" y="410"/>
                  </a:cubicBezTo>
                  <a:lnTo>
                    <a:pt x="0" y="4088"/>
                  </a:lnTo>
                  <a:lnTo>
                    <a:pt x="3954" y="4088"/>
                  </a:lnTo>
                  <a:lnTo>
                    <a:pt x="5656" y="2387"/>
                  </a:lnTo>
                  <a:cubicBezTo>
                    <a:pt x="6648" y="1405"/>
                    <a:pt x="5684" y="0"/>
                    <a:pt x="460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39" name="Google Shape;1139;p8"/>
            <p:cNvSpPr/>
            <p:nvPr/>
          </p:nvSpPr>
          <p:spPr>
            <a:xfrm>
              <a:off x="5195275" y="3737825"/>
              <a:ext cx="196875" cy="168450"/>
            </a:xfrm>
            <a:custGeom>
              <a:rect b="b" l="l" r="r" t="t"/>
              <a:pathLst>
                <a:path extrusionOk="0" h="6738" w="7875">
                  <a:moveTo>
                    <a:pt x="5852" y="1"/>
                  </a:moveTo>
                  <a:cubicBezTo>
                    <a:pt x="5535" y="1"/>
                    <a:pt x="5208" y="124"/>
                    <a:pt x="4918" y="417"/>
                  </a:cubicBezTo>
                  <a:lnTo>
                    <a:pt x="990" y="4344"/>
                  </a:lnTo>
                  <a:cubicBezTo>
                    <a:pt x="0" y="5334"/>
                    <a:pt x="951" y="6737"/>
                    <a:pt x="2026" y="6737"/>
                  </a:cubicBezTo>
                  <a:cubicBezTo>
                    <a:pt x="2345" y="6737"/>
                    <a:pt x="2674" y="6614"/>
                    <a:pt x="2967" y="6321"/>
                  </a:cubicBezTo>
                  <a:lnTo>
                    <a:pt x="6895" y="2394"/>
                  </a:lnTo>
                  <a:cubicBezTo>
                    <a:pt x="7875" y="1404"/>
                    <a:pt x="6921" y="1"/>
                    <a:pt x="585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0" name="Google Shape;1140;p8"/>
            <p:cNvSpPr/>
            <p:nvPr/>
          </p:nvSpPr>
          <p:spPr>
            <a:xfrm>
              <a:off x="5062900" y="4069550"/>
              <a:ext cx="102075" cy="131700"/>
            </a:xfrm>
            <a:custGeom>
              <a:rect b="b" l="l" r="r" t="t"/>
              <a:pathLst>
                <a:path extrusionOk="0" h="5268" w="4083">
                  <a:moveTo>
                    <a:pt x="2048" y="1"/>
                  </a:moveTo>
                  <a:cubicBezTo>
                    <a:pt x="1732" y="1"/>
                    <a:pt x="1405" y="122"/>
                    <a:pt x="1114" y="410"/>
                  </a:cubicBezTo>
                  <a:lnTo>
                    <a:pt x="1" y="1523"/>
                  </a:lnTo>
                  <a:cubicBezTo>
                    <a:pt x="40" y="2780"/>
                    <a:pt x="93" y="4010"/>
                    <a:pt x="210" y="5267"/>
                  </a:cubicBezTo>
                  <a:lnTo>
                    <a:pt x="3091" y="2387"/>
                  </a:lnTo>
                  <a:cubicBezTo>
                    <a:pt x="4083" y="1405"/>
                    <a:pt x="3126" y="1"/>
                    <a:pt x="204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1" name="Google Shape;1141;p8"/>
            <p:cNvSpPr/>
            <p:nvPr/>
          </p:nvSpPr>
          <p:spPr>
            <a:xfrm>
              <a:off x="5411500" y="3446375"/>
              <a:ext cx="176425" cy="147800"/>
            </a:xfrm>
            <a:custGeom>
              <a:rect b="b" l="l" r="r" t="t"/>
              <a:pathLst>
                <a:path extrusionOk="0" h="5912" w="7057">
                  <a:moveTo>
                    <a:pt x="5025" y="1"/>
                  </a:moveTo>
                  <a:cubicBezTo>
                    <a:pt x="4711" y="1"/>
                    <a:pt x="4386" y="122"/>
                    <a:pt x="4098" y="410"/>
                  </a:cubicBezTo>
                  <a:lnTo>
                    <a:pt x="982" y="3526"/>
                  </a:lnTo>
                  <a:cubicBezTo>
                    <a:pt x="0" y="4507"/>
                    <a:pt x="959" y="5912"/>
                    <a:pt x="2031" y="5912"/>
                  </a:cubicBezTo>
                  <a:cubicBezTo>
                    <a:pt x="2346" y="5912"/>
                    <a:pt x="2671" y="5791"/>
                    <a:pt x="2959" y="5503"/>
                  </a:cubicBezTo>
                  <a:cubicBezTo>
                    <a:pt x="3993" y="4468"/>
                    <a:pt x="5041" y="3434"/>
                    <a:pt x="6075" y="2387"/>
                  </a:cubicBezTo>
                  <a:cubicBezTo>
                    <a:pt x="7057" y="1405"/>
                    <a:pt x="6098" y="1"/>
                    <a:pt x="50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2" name="Google Shape;1142;p8"/>
            <p:cNvSpPr/>
            <p:nvPr/>
          </p:nvSpPr>
          <p:spPr>
            <a:xfrm>
              <a:off x="5966275" y="2831450"/>
              <a:ext cx="142400" cy="101575"/>
            </a:xfrm>
            <a:custGeom>
              <a:rect b="b" l="l" r="r" t="t"/>
              <a:pathLst>
                <a:path extrusionOk="0" h="4063" w="5696">
                  <a:moveTo>
                    <a:pt x="2658" y="1"/>
                  </a:moveTo>
                  <a:lnTo>
                    <a:pt x="982" y="1676"/>
                  </a:lnTo>
                  <a:cubicBezTo>
                    <a:pt x="0" y="2658"/>
                    <a:pt x="967" y="4063"/>
                    <a:pt x="2043" y="4063"/>
                  </a:cubicBezTo>
                  <a:cubicBezTo>
                    <a:pt x="2359" y="4063"/>
                    <a:pt x="2684" y="3942"/>
                    <a:pt x="2972" y="3653"/>
                  </a:cubicBezTo>
                  <a:lnTo>
                    <a:pt x="5695" y="917"/>
                  </a:lnTo>
                  <a:cubicBezTo>
                    <a:pt x="4713" y="524"/>
                    <a:pt x="3692" y="223"/>
                    <a:pt x="265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3" name="Google Shape;1143;p8"/>
            <p:cNvSpPr/>
            <p:nvPr/>
          </p:nvSpPr>
          <p:spPr>
            <a:xfrm>
              <a:off x="5381500" y="2940550"/>
              <a:ext cx="171300" cy="142550"/>
            </a:xfrm>
            <a:custGeom>
              <a:rect b="b" l="l" r="r" t="t"/>
              <a:pathLst>
                <a:path extrusionOk="0" h="5702" w="6852">
                  <a:moveTo>
                    <a:pt x="4816" y="1"/>
                  </a:moveTo>
                  <a:cubicBezTo>
                    <a:pt x="4499" y="1"/>
                    <a:pt x="4173" y="123"/>
                    <a:pt x="3884" y="415"/>
                  </a:cubicBezTo>
                  <a:lnTo>
                    <a:pt x="991" y="3309"/>
                  </a:lnTo>
                  <a:cubicBezTo>
                    <a:pt x="1" y="4299"/>
                    <a:pt x="951" y="5702"/>
                    <a:pt x="2027" y="5702"/>
                  </a:cubicBezTo>
                  <a:cubicBezTo>
                    <a:pt x="2345" y="5702"/>
                    <a:pt x="2674" y="5579"/>
                    <a:pt x="2968" y="5286"/>
                  </a:cubicBezTo>
                  <a:lnTo>
                    <a:pt x="5861" y="2392"/>
                  </a:lnTo>
                  <a:cubicBezTo>
                    <a:pt x="6852" y="1411"/>
                    <a:pt x="5890" y="1"/>
                    <a:pt x="4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4" name="Google Shape;1144;p8"/>
            <p:cNvSpPr/>
            <p:nvPr/>
          </p:nvSpPr>
          <p:spPr>
            <a:xfrm>
              <a:off x="5668450" y="3068350"/>
              <a:ext cx="171175" cy="142700"/>
            </a:xfrm>
            <a:custGeom>
              <a:rect b="b" l="l" r="r" t="t"/>
              <a:pathLst>
                <a:path extrusionOk="0" h="5708" w="6847">
                  <a:moveTo>
                    <a:pt x="4815" y="0"/>
                  </a:moveTo>
                  <a:cubicBezTo>
                    <a:pt x="4500" y="0"/>
                    <a:pt x="4176" y="121"/>
                    <a:pt x="3888" y="409"/>
                  </a:cubicBezTo>
                  <a:lnTo>
                    <a:pt x="981" y="3316"/>
                  </a:lnTo>
                  <a:cubicBezTo>
                    <a:pt x="0" y="4297"/>
                    <a:pt x="957" y="5707"/>
                    <a:pt x="2028" y="5707"/>
                  </a:cubicBezTo>
                  <a:cubicBezTo>
                    <a:pt x="2344" y="5707"/>
                    <a:pt x="2669" y="5585"/>
                    <a:pt x="2958" y="5293"/>
                  </a:cubicBezTo>
                  <a:lnTo>
                    <a:pt x="5865" y="2399"/>
                  </a:lnTo>
                  <a:cubicBezTo>
                    <a:pt x="6847" y="1407"/>
                    <a:pt x="5887" y="0"/>
                    <a:pt x="48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5" name="Google Shape;1145;p8"/>
            <p:cNvSpPr/>
            <p:nvPr/>
          </p:nvSpPr>
          <p:spPr>
            <a:xfrm>
              <a:off x="5231225" y="3385825"/>
              <a:ext cx="192075" cy="163175"/>
            </a:xfrm>
            <a:custGeom>
              <a:rect b="b" l="l" r="r" t="t"/>
              <a:pathLst>
                <a:path extrusionOk="0" h="6527" w="7683">
                  <a:moveTo>
                    <a:pt x="5651" y="0"/>
                  </a:moveTo>
                  <a:cubicBezTo>
                    <a:pt x="5336" y="0"/>
                    <a:pt x="5012" y="121"/>
                    <a:pt x="4724" y="410"/>
                  </a:cubicBezTo>
                  <a:lnTo>
                    <a:pt x="992" y="4141"/>
                  </a:lnTo>
                  <a:cubicBezTo>
                    <a:pt x="0" y="5123"/>
                    <a:pt x="965" y="6527"/>
                    <a:pt x="2040" y="6527"/>
                  </a:cubicBezTo>
                  <a:cubicBezTo>
                    <a:pt x="2356" y="6527"/>
                    <a:pt x="2681" y="6406"/>
                    <a:pt x="2969" y="6118"/>
                  </a:cubicBezTo>
                  <a:lnTo>
                    <a:pt x="6700" y="2387"/>
                  </a:lnTo>
                  <a:cubicBezTo>
                    <a:pt x="7682" y="1405"/>
                    <a:pt x="6723" y="0"/>
                    <a:pt x="565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6" name="Google Shape;1146;p8"/>
            <p:cNvSpPr/>
            <p:nvPr/>
          </p:nvSpPr>
          <p:spPr>
            <a:xfrm>
              <a:off x="4992650" y="3209400"/>
              <a:ext cx="197275" cy="168225"/>
            </a:xfrm>
            <a:custGeom>
              <a:rect b="b" l="l" r="r" t="t"/>
              <a:pathLst>
                <a:path extrusionOk="0" h="6729" w="7891">
                  <a:moveTo>
                    <a:pt x="5859" y="1"/>
                  </a:moveTo>
                  <a:cubicBezTo>
                    <a:pt x="5545" y="1"/>
                    <a:pt x="5220" y="122"/>
                    <a:pt x="4932" y="410"/>
                  </a:cubicBezTo>
                  <a:lnTo>
                    <a:pt x="991" y="4338"/>
                  </a:lnTo>
                  <a:cubicBezTo>
                    <a:pt x="0" y="5319"/>
                    <a:pt x="962" y="6729"/>
                    <a:pt x="2036" y="6729"/>
                  </a:cubicBezTo>
                  <a:cubicBezTo>
                    <a:pt x="2353" y="6729"/>
                    <a:pt x="2679" y="6607"/>
                    <a:pt x="2968" y="6315"/>
                  </a:cubicBezTo>
                  <a:lnTo>
                    <a:pt x="6909" y="2387"/>
                  </a:lnTo>
                  <a:cubicBezTo>
                    <a:pt x="7891" y="1405"/>
                    <a:pt x="6932" y="1"/>
                    <a:pt x="585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7" name="Google Shape;1147;p8"/>
            <p:cNvSpPr/>
            <p:nvPr/>
          </p:nvSpPr>
          <p:spPr>
            <a:xfrm>
              <a:off x="4889500" y="3582525"/>
              <a:ext cx="212700" cy="184000"/>
            </a:xfrm>
            <a:custGeom>
              <a:rect b="b" l="l" r="r" t="t"/>
              <a:pathLst>
                <a:path extrusionOk="0" h="7360" w="8508">
                  <a:moveTo>
                    <a:pt x="6477" y="1"/>
                  </a:moveTo>
                  <a:cubicBezTo>
                    <a:pt x="6162" y="1"/>
                    <a:pt x="5837" y="122"/>
                    <a:pt x="5549" y="410"/>
                  </a:cubicBezTo>
                  <a:lnTo>
                    <a:pt x="980" y="4966"/>
                  </a:lnTo>
                  <a:cubicBezTo>
                    <a:pt x="0" y="5956"/>
                    <a:pt x="953" y="7359"/>
                    <a:pt x="2029" y="7359"/>
                  </a:cubicBezTo>
                  <a:cubicBezTo>
                    <a:pt x="2348" y="7359"/>
                    <a:pt x="2677" y="7236"/>
                    <a:pt x="2970" y="6943"/>
                  </a:cubicBezTo>
                  <a:lnTo>
                    <a:pt x="7526" y="2387"/>
                  </a:lnTo>
                  <a:cubicBezTo>
                    <a:pt x="8508" y="1405"/>
                    <a:pt x="7549" y="1"/>
                    <a:pt x="647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8" name="Google Shape;1148;p8"/>
            <p:cNvSpPr/>
            <p:nvPr/>
          </p:nvSpPr>
          <p:spPr>
            <a:xfrm>
              <a:off x="4716950" y="3953450"/>
              <a:ext cx="51400" cy="21975"/>
            </a:xfrm>
            <a:custGeom>
              <a:rect b="b" l="l" r="r" t="t"/>
              <a:pathLst>
                <a:path extrusionOk="0" h="879" w="2056">
                  <a:moveTo>
                    <a:pt x="0" y="1"/>
                  </a:moveTo>
                  <a:cubicBezTo>
                    <a:pt x="514" y="565"/>
                    <a:pt x="1241" y="878"/>
                    <a:pt x="2009" y="878"/>
                  </a:cubicBezTo>
                  <a:cubicBezTo>
                    <a:pt x="2024" y="878"/>
                    <a:pt x="2040" y="878"/>
                    <a:pt x="2056" y="878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9" name="Google Shape;1149;p8"/>
            <p:cNvSpPr/>
            <p:nvPr/>
          </p:nvSpPr>
          <p:spPr>
            <a:xfrm>
              <a:off x="4714975" y="3951825"/>
              <a:ext cx="53050" cy="26200"/>
            </a:xfrm>
            <a:custGeom>
              <a:rect b="b" l="l" r="r" t="t"/>
              <a:pathLst>
                <a:path extrusionOk="0" h="1048" w="2122">
                  <a:moveTo>
                    <a:pt x="158" y="0"/>
                  </a:moveTo>
                  <a:lnTo>
                    <a:pt x="1" y="144"/>
                  </a:lnTo>
                  <a:cubicBezTo>
                    <a:pt x="525" y="707"/>
                    <a:pt x="1271" y="1034"/>
                    <a:pt x="2056" y="1047"/>
                  </a:cubicBezTo>
                  <a:lnTo>
                    <a:pt x="2122" y="1047"/>
                  </a:lnTo>
                  <a:lnTo>
                    <a:pt x="2122" y="838"/>
                  </a:lnTo>
                  <a:cubicBezTo>
                    <a:pt x="2106" y="838"/>
                    <a:pt x="2091" y="838"/>
                    <a:pt x="2075" y="838"/>
                  </a:cubicBezTo>
                  <a:cubicBezTo>
                    <a:pt x="1346" y="838"/>
                    <a:pt x="645" y="538"/>
                    <a:pt x="1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0" name="Google Shape;1150;p8"/>
            <p:cNvSpPr/>
            <p:nvPr/>
          </p:nvSpPr>
          <p:spPr>
            <a:xfrm>
              <a:off x="5660250" y="2697925"/>
              <a:ext cx="20975" cy="350"/>
            </a:xfrm>
            <a:custGeom>
              <a:rect b="b" l="l" r="r" t="t"/>
              <a:pathLst>
                <a:path extrusionOk="0" h="14" w="839">
                  <a:moveTo>
                    <a:pt x="0" y="13"/>
                  </a:moveTo>
                  <a:lnTo>
                    <a:pt x="838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1" name="Google Shape;1151;p8"/>
            <p:cNvSpPr/>
            <p:nvPr/>
          </p:nvSpPr>
          <p:spPr>
            <a:xfrm>
              <a:off x="5660575" y="2694650"/>
              <a:ext cx="20650" cy="5575"/>
            </a:xfrm>
            <a:custGeom>
              <a:rect b="b" l="l" r="r" t="t"/>
              <a:pathLst>
                <a:path extrusionOk="0" h="223" w="826">
                  <a:moveTo>
                    <a:pt x="825" y="0"/>
                  </a:moveTo>
                  <a:lnTo>
                    <a:pt x="0" y="13"/>
                  </a:lnTo>
                  <a:lnTo>
                    <a:pt x="0" y="223"/>
                  </a:lnTo>
                  <a:lnTo>
                    <a:pt x="825" y="210"/>
                  </a:lnTo>
                  <a:lnTo>
                    <a:pt x="82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2" name="Google Shape;1152;p8"/>
            <p:cNvSpPr/>
            <p:nvPr/>
          </p:nvSpPr>
          <p:spPr>
            <a:xfrm>
              <a:off x="4685850" y="2412500"/>
              <a:ext cx="175125" cy="181675"/>
            </a:xfrm>
            <a:custGeom>
              <a:rect b="b" l="l" r="r" t="t"/>
              <a:pathLst>
                <a:path extrusionOk="0" h="7267" w="7005">
                  <a:moveTo>
                    <a:pt x="7005" y="1"/>
                  </a:moveTo>
                  <a:cubicBezTo>
                    <a:pt x="3090" y="105"/>
                    <a:pt x="1" y="3352"/>
                    <a:pt x="105" y="7267"/>
                  </a:cubicBezTo>
                  <a:lnTo>
                    <a:pt x="302" y="7254"/>
                  </a:lnTo>
                  <a:cubicBezTo>
                    <a:pt x="210" y="3470"/>
                    <a:pt x="3208" y="315"/>
                    <a:pt x="7005" y="210"/>
                  </a:cubicBezTo>
                  <a:lnTo>
                    <a:pt x="7005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3" name="Google Shape;1153;p8"/>
            <p:cNvSpPr/>
            <p:nvPr/>
          </p:nvSpPr>
          <p:spPr>
            <a:xfrm>
              <a:off x="4738550" y="2464550"/>
              <a:ext cx="123750" cy="128325"/>
            </a:xfrm>
            <a:custGeom>
              <a:rect b="b" l="l" r="r" t="t"/>
              <a:pathLst>
                <a:path extrusionOk="0" h="5133" w="4950">
                  <a:moveTo>
                    <a:pt x="4949" y="0"/>
                  </a:moveTo>
                  <a:cubicBezTo>
                    <a:pt x="2187" y="79"/>
                    <a:pt x="1" y="2370"/>
                    <a:pt x="79" y="5133"/>
                  </a:cubicBezTo>
                  <a:lnTo>
                    <a:pt x="275" y="5119"/>
                  </a:lnTo>
                  <a:cubicBezTo>
                    <a:pt x="210" y="2475"/>
                    <a:pt x="2292" y="275"/>
                    <a:pt x="4949" y="210"/>
                  </a:cubicBezTo>
                  <a:lnTo>
                    <a:pt x="4949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4" name="Google Shape;1154;p8"/>
            <p:cNvSpPr/>
            <p:nvPr/>
          </p:nvSpPr>
          <p:spPr>
            <a:xfrm>
              <a:off x="4778150" y="2503825"/>
              <a:ext cx="85125" cy="88075"/>
            </a:xfrm>
            <a:custGeom>
              <a:rect b="b" l="l" r="r" t="t"/>
              <a:pathLst>
                <a:path extrusionOk="0" h="3523" w="3405">
                  <a:moveTo>
                    <a:pt x="3405" y="0"/>
                  </a:moveTo>
                  <a:cubicBezTo>
                    <a:pt x="1506" y="40"/>
                    <a:pt x="1" y="1624"/>
                    <a:pt x="53" y="3522"/>
                  </a:cubicBezTo>
                  <a:lnTo>
                    <a:pt x="249" y="3509"/>
                  </a:lnTo>
                  <a:cubicBezTo>
                    <a:pt x="210" y="1729"/>
                    <a:pt x="1611" y="249"/>
                    <a:pt x="3405" y="197"/>
                  </a:cubicBezTo>
                  <a:lnTo>
                    <a:pt x="3405" y="0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5" name="Google Shape;1155;p8"/>
            <p:cNvSpPr/>
            <p:nvPr/>
          </p:nvSpPr>
          <p:spPr>
            <a:xfrm>
              <a:off x="4823000" y="2548000"/>
              <a:ext cx="41250" cy="42575"/>
            </a:xfrm>
            <a:custGeom>
              <a:rect b="b" l="l" r="r" t="t"/>
              <a:pathLst>
                <a:path extrusionOk="0" h="1703" w="1650">
                  <a:moveTo>
                    <a:pt x="1650" y="1"/>
                  </a:moveTo>
                  <a:cubicBezTo>
                    <a:pt x="733" y="27"/>
                    <a:pt x="0" y="786"/>
                    <a:pt x="27" y="1703"/>
                  </a:cubicBezTo>
                  <a:lnTo>
                    <a:pt x="223" y="1703"/>
                  </a:lnTo>
                  <a:cubicBezTo>
                    <a:pt x="210" y="891"/>
                    <a:pt x="838" y="223"/>
                    <a:pt x="1650" y="210"/>
                  </a:cubicBezTo>
                  <a:lnTo>
                    <a:pt x="1650" y="1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6" name="Google Shape;1156;p8"/>
            <p:cNvSpPr/>
            <p:nvPr/>
          </p:nvSpPr>
          <p:spPr>
            <a:xfrm>
              <a:off x="5128050" y="2653175"/>
              <a:ext cx="35175" cy="29625"/>
            </a:xfrm>
            <a:custGeom>
              <a:rect b="b" l="l" r="r" t="t"/>
              <a:pathLst>
                <a:path extrusionOk="0" h="1185" w="1407">
                  <a:moveTo>
                    <a:pt x="658" y="0"/>
                  </a:moveTo>
                  <a:cubicBezTo>
                    <a:pt x="623" y="0"/>
                    <a:pt x="587" y="3"/>
                    <a:pt x="550" y="10"/>
                  </a:cubicBezTo>
                  <a:cubicBezTo>
                    <a:pt x="223" y="49"/>
                    <a:pt x="0" y="363"/>
                    <a:pt x="53" y="677"/>
                  </a:cubicBezTo>
                  <a:cubicBezTo>
                    <a:pt x="101" y="997"/>
                    <a:pt x="372" y="1185"/>
                    <a:pt x="649" y="1185"/>
                  </a:cubicBezTo>
                  <a:cubicBezTo>
                    <a:pt x="825" y="1185"/>
                    <a:pt x="1004" y="1108"/>
                    <a:pt x="1126" y="939"/>
                  </a:cubicBezTo>
                  <a:cubicBezTo>
                    <a:pt x="1406" y="537"/>
                    <a:pt x="1120" y="0"/>
                    <a:pt x="65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7" name="Google Shape;1157;p8"/>
            <p:cNvSpPr/>
            <p:nvPr/>
          </p:nvSpPr>
          <p:spPr>
            <a:xfrm>
              <a:off x="6315950" y="3915550"/>
              <a:ext cx="171275" cy="142600"/>
            </a:xfrm>
            <a:custGeom>
              <a:rect b="b" l="l" r="r" t="t"/>
              <a:pathLst>
                <a:path extrusionOk="0" h="5704" w="6851">
                  <a:moveTo>
                    <a:pt x="4825" y="1"/>
                  </a:moveTo>
                  <a:cubicBezTo>
                    <a:pt x="4507" y="1"/>
                    <a:pt x="4177" y="124"/>
                    <a:pt x="3884" y="417"/>
                  </a:cubicBezTo>
                  <a:lnTo>
                    <a:pt x="991" y="3310"/>
                  </a:lnTo>
                  <a:cubicBezTo>
                    <a:pt x="1" y="4300"/>
                    <a:pt x="952" y="5703"/>
                    <a:pt x="2027" y="5703"/>
                  </a:cubicBezTo>
                  <a:cubicBezTo>
                    <a:pt x="2345" y="5703"/>
                    <a:pt x="2675" y="5580"/>
                    <a:pt x="2968" y="5287"/>
                  </a:cubicBezTo>
                  <a:lnTo>
                    <a:pt x="5861" y="2394"/>
                  </a:lnTo>
                  <a:cubicBezTo>
                    <a:pt x="6851" y="1404"/>
                    <a:pt x="5900" y="1"/>
                    <a:pt x="48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8" name="Google Shape;1158;p8"/>
            <p:cNvSpPr/>
            <p:nvPr/>
          </p:nvSpPr>
          <p:spPr>
            <a:xfrm>
              <a:off x="6396025" y="4157000"/>
              <a:ext cx="110650" cy="66175"/>
            </a:xfrm>
            <a:custGeom>
              <a:rect b="b" l="l" r="r" t="t"/>
              <a:pathLst>
                <a:path extrusionOk="0" h="2647" w="4426">
                  <a:moveTo>
                    <a:pt x="2898" y="0"/>
                  </a:moveTo>
                  <a:cubicBezTo>
                    <a:pt x="2529" y="0"/>
                    <a:pt x="2159" y="134"/>
                    <a:pt x="1912" y="408"/>
                  </a:cubicBezTo>
                  <a:lnTo>
                    <a:pt x="249" y="2267"/>
                  </a:lnTo>
                  <a:cubicBezTo>
                    <a:pt x="144" y="2385"/>
                    <a:pt x="66" y="2516"/>
                    <a:pt x="0" y="2646"/>
                  </a:cubicBezTo>
                  <a:lnTo>
                    <a:pt x="3653" y="2646"/>
                  </a:lnTo>
                  <a:lnTo>
                    <a:pt x="3889" y="2385"/>
                  </a:lnTo>
                  <a:cubicBezTo>
                    <a:pt x="4426" y="1835"/>
                    <a:pt x="4426" y="958"/>
                    <a:pt x="3889" y="408"/>
                  </a:cubicBezTo>
                  <a:cubicBezTo>
                    <a:pt x="3645" y="138"/>
                    <a:pt x="3272" y="0"/>
                    <a:pt x="289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9" name="Google Shape;1159;p8"/>
            <p:cNvSpPr/>
            <p:nvPr/>
          </p:nvSpPr>
          <p:spPr>
            <a:xfrm>
              <a:off x="6453050" y="3651350"/>
              <a:ext cx="83400" cy="110075"/>
            </a:xfrm>
            <a:custGeom>
              <a:rect b="b" l="l" r="r" t="t"/>
              <a:pathLst>
                <a:path extrusionOk="0" h="4403" w="3336">
                  <a:moveTo>
                    <a:pt x="2996" y="1"/>
                  </a:moveTo>
                  <a:cubicBezTo>
                    <a:pt x="2328" y="668"/>
                    <a:pt x="1660" y="1336"/>
                    <a:pt x="992" y="2004"/>
                  </a:cubicBezTo>
                  <a:cubicBezTo>
                    <a:pt x="0" y="2996"/>
                    <a:pt x="965" y="4403"/>
                    <a:pt x="2041" y="4403"/>
                  </a:cubicBezTo>
                  <a:cubicBezTo>
                    <a:pt x="2356" y="4403"/>
                    <a:pt x="2681" y="4282"/>
                    <a:pt x="2969" y="3994"/>
                  </a:cubicBezTo>
                  <a:lnTo>
                    <a:pt x="3336" y="3627"/>
                  </a:lnTo>
                  <a:cubicBezTo>
                    <a:pt x="3231" y="2423"/>
                    <a:pt x="3126" y="1205"/>
                    <a:pt x="29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3" name="Shape 1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" name="Google Shape;1164;p10"/>
          <p:cNvSpPr txBox="1"/>
          <p:nvPr>
            <p:ph type="title"/>
          </p:nvPr>
        </p:nvSpPr>
        <p:spPr>
          <a:xfrm>
            <a:off x="1984800" y="181675"/>
            <a:ext cx="51744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latin typeface="Roboto Serif Black"/>
                <a:ea typeface="Roboto Serif Black"/>
                <a:cs typeface="Roboto Serif Black"/>
                <a:sym typeface="Roboto Serif Black"/>
              </a:rPr>
              <a:t>Реализация проекта</a:t>
            </a:r>
            <a:endParaRPr sz="2800"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165" name="Google Shape;1165;p10"/>
          <p:cNvSpPr txBox="1"/>
          <p:nvPr>
            <p:ph idx="1" type="subTitle"/>
          </p:nvPr>
        </p:nvSpPr>
        <p:spPr>
          <a:xfrm>
            <a:off x="1043850" y="1353963"/>
            <a:ext cx="67995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При реализации использовалась среда разработки PyCharm Community на языке Python. Был сделан Telegram чат-бот для удобного осуществления покупок. Логика работы похожа на заказ такси: первые откликнувшиеся магазины обретают приоритет. Покупатель получает список магазинов с наличием искомых товаров.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grpSp>
        <p:nvGrpSpPr>
          <p:cNvPr id="1166" name="Google Shape;1166;p10"/>
          <p:cNvGrpSpPr/>
          <p:nvPr/>
        </p:nvGrpSpPr>
        <p:grpSpPr>
          <a:xfrm flipH="1" rot="-1324875">
            <a:off x="6777023" y="3413418"/>
            <a:ext cx="840934" cy="681451"/>
            <a:chOff x="3809935" y="3450645"/>
            <a:chExt cx="840981" cy="681489"/>
          </a:xfrm>
        </p:grpSpPr>
        <p:sp>
          <p:nvSpPr>
            <p:cNvPr id="1167" name="Google Shape;1167;p10"/>
            <p:cNvSpPr/>
            <p:nvPr/>
          </p:nvSpPr>
          <p:spPr>
            <a:xfrm>
              <a:off x="3869568" y="3513569"/>
              <a:ext cx="781348" cy="618565"/>
            </a:xfrm>
            <a:custGeom>
              <a:rect b="b" l="l" r="r" t="t"/>
              <a:pathLst>
                <a:path extrusionOk="0" h="9211" w="11635">
                  <a:moveTo>
                    <a:pt x="0" y="0"/>
                  </a:moveTo>
                  <a:lnTo>
                    <a:pt x="0" y="9210"/>
                  </a:lnTo>
                  <a:lnTo>
                    <a:pt x="11635" y="9210"/>
                  </a:lnTo>
                  <a:lnTo>
                    <a:pt x="1163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8" name="Google Shape;1168;p10"/>
            <p:cNvSpPr/>
            <p:nvPr/>
          </p:nvSpPr>
          <p:spPr>
            <a:xfrm>
              <a:off x="3852779" y="3457360"/>
              <a:ext cx="781348" cy="618565"/>
            </a:xfrm>
            <a:custGeom>
              <a:rect b="b" l="l" r="r" t="t"/>
              <a:pathLst>
                <a:path extrusionOk="0" h="9211" w="11635">
                  <a:moveTo>
                    <a:pt x="0" y="0"/>
                  </a:moveTo>
                  <a:lnTo>
                    <a:pt x="0" y="9210"/>
                  </a:lnTo>
                  <a:lnTo>
                    <a:pt x="11635" y="9210"/>
                  </a:lnTo>
                  <a:lnTo>
                    <a:pt x="11635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9" name="Google Shape;1169;p10"/>
            <p:cNvSpPr/>
            <p:nvPr/>
          </p:nvSpPr>
          <p:spPr>
            <a:xfrm>
              <a:off x="3809935" y="3757745"/>
              <a:ext cx="829230" cy="17729"/>
            </a:xfrm>
            <a:custGeom>
              <a:rect b="b" l="l" r="r" t="t"/>
              <a:pathLst>
                <a:path extrusionOk="0" h="264" w="12348">
                  <a:moveTo>
                    <a:pt x="1" y="1"/>
                  </a:moveTo>
                  <a:lnTo>
                    <a:pt x="1" y="201"/>
                  </a:lnTo>
                  <a:lnTo>
                    <a:pt x="12335" y="263"/>
                  </a:lnTo>
                  <a:lnTo>
                    <a:pt x="12348" y="63"/>
                  </a:lnTo>
                  <a:lnTo>
                    <a:pt x="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0" name="Google Shape;1170;p10"/>
            <p:cNvSpPr/>
            <p:nvPr/>
          </p:nvSpPr>
          <p:spPr>
            <a:xfrm>
              <a:off x="4200172" y="3450645"/>
              <a:ext cx="13498" cy="644554"/>
            </a:xfrm>
            <a:custGeom>
              <a:rect b="b" l="l" r="r" t="t"/>
              <a:pathLst>
                <a:path extrusionOk="0" h="9598" w="201">
                  <a:moveTo>
                    <a:pt x="1" y="0"/>
                  </a:moveTo>
                  <a:lnTo>
                    <a:pt x="1" y="9597"/>
                  </a:lnTo>
                  <a:lnTo>
                    <a:pt x="201" y="9597"/>
                  </a:lnTo>
                  <a:lnTo>
                    <a:pt x="20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1" name="Google Shape;1171;p10"/>
            <p:cNvSpPr/>
            <p:nvPr/>
          </p:nvSpPr>
          <p:spPr>
            <a:xfrm>
              <a:off x="4162431" y="3738471"/>
              <a:ext cx="84817" cy="98248"/>
            </a:xfrm>
            <a:custGeom>
              <a:rect b="b" l="l" r="r" t="t"/>
              <a:pathLst>
                <a:path extrusionOk="0" h="1463" w="1263">
                  <a:moveTo>
                    <a:pt x="650" y="0"/>
                  </a:moveTo>
                  <a:lnTo>
                    <a:pt x="563" y="325"/>
                  </a:lnTo>
                  <a:cubicBezTo>
                    <a:pt x="450" y="700"/>
                    <a:pt x="263" y="1038"/>
                    <a:pt x="1" y="1325"/>
                  </a:cubicBezTo>
                  <a:lnTo>
                    <a:pt x="151" y="1462"/>
                  </a:lnTo>
                  <a:cubicBezTo>
                    <a:pt x="363" y="1213"/>
                    <a:pt x="538" y="938"/>
                    <a:pt x="663" y="638"/>
                  </a:cubicBezTo>
                  <a:cubicBezTo>
                    <a:pt x="788" y="888"/>
                    <a:pt x="925" y="1125"/>
                    <a:pt x="1088" y="1350"/>
                  </a:cubicBezTo>
                  <a:cubicBezTo>
                    <a:pt x="1113" y="1388"/>
                    <a:pt x="1138" y="1413"/>
                    <a:pt x="1188" y="1425"/>
                  </a:cubicBezTo>
                  <a:lnTo>
                    <a:pt x="1225" y="1225"/>
                  </a:lnTo>
                  <a:cubicBezTo>
                    <a:pt x="1238" y="1225"/>
                    <a:pt x="1250" y="1238"/>
                    <a:pt x="1263" y="1238"/>
                  </a:cubicBezTo>
                  <a:cubicBezTo>
                    <a:pt x="1050" y="963"/>
                    <a:pt x="875" y="650"/>
                    <a:pt x="750" y="313"/>
                  </a:cubicBezTo>
                  <a:lnTo>
                    <a:pt x="65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2" name="Google Shape;1172;p10"/>
            <p:cNvSpPr/>
            <p:nvPr/>
          </p:nvSpPr>
          <p:spPr>
            <a:xfrm>
              <a:off x="4202724" y="3660639"/>
              <a:ext cx="125110" cy="106441"/>
            </a:xfrm>
            <a:custGeom>
              <a:rect b="b" l="l" r="r" t="t"/>
              <a:pathLst>
                <a:path extrusionOk="0" h="1585" w="1863">
                  <a:moveTo>
                    <a:pt x="1363" y="201"/>
                  </a:moveTo>
                  <a:cubicBezTo>
                    <a:pt x="1416" y="201"/>
                    <a:pt x="1468" y="218"/>
                    <a:pt x="1513" y="260"/>
                  </a:cubicBezTo>
                  <a:cubicBezTo>
                    <a:pt x="1638" y="372"/>
                    <a:pt x="1563" y="585"/>
                    <a:pt x="1475" y="710"/>
                  </a:cubicBezTo>
                  <a:cubicBezTo>
                    <a:pt x="1175" y="1084"/>
                    <a:pt x="738" y="1322"/>
                    <a:pt x="263" y="1384"/>
                  </a:cubicBezTo>
                  <a:cubicBezTo>
                    <a:pt x="300" y="1334"/>
                    <a:pt x="325" y="1284"/>
                    <a:pt x="375" y="1209"/>
                  </a:cubicBezTo>
                  <a:cubicBezTo>
                    <a:pt x="400" y="1184"/>
                    <a:pt x="413" y="1147"/>
                    <a:pt x="425" y="1134"/>
                  </a:cubicBezTo>
                  <a:cubicBezTo>
                    <a:pt x="488" y="1059"/>
                    <a:pt x="525" y="984"/>
                    <a:pt x="613" y="872"/>
                  </a:cubicBezTo>
                  <a:cubicBezTo>
                    <a:pt x="688" y="759"/>
                    <a:pt x="763" y="647"/>
                    <a:pt x="850" y="547"/>
                  </a:cubicBezTo>
                  <a:cubicBezTo>
                    <a:pt x="863" y="510"/>
                    <a:pt x="900" y="485"/>
                    <a:pt x="925" y="460"/>
                  </a:cubicBezTo>
                  <a:cubicBezTo>
                    <a:pt x="974" y="401"/>
                    <a:pt x="1180" y="201"/>
                    <a:pt x="1363" y="201"/>
                  </a:cubicBezTo>
                  <a:close/>
                  <a:moveTo>
                    <a:pt x="1370" y="0"/>
                  </a:moveTo>
                  <a:cubicBezTo>
                    <a:pt x="1164" y="0"/>
                    <a:pt x="944" y="141"/>
                    <a:pt x="775" y="310"/>
                  </a:cubicBezTo>
                  <a:cubicBezTo>
                    <a:pt x="750" y="347"/>
                    <a:pt x="713" y="372"/>
                    <a:pt x="688" y="410"/>
                  </a:cubicBezTo>
                  <a:cubicBezTo>
                    <a:pt x="600" y="522"/>
                    <a:pt x="513" y="647"/>
                    <a:pt x="438" y="759"/>
                  </a:cubicBezTo>
                  <a:cubicBezTo>
                    <a:pt x="375" y="847"/>
                    <a:pt x="325" y="934"/>
                    <a:pt x="263" y="1009"/>
                  </a:cubicBezTo>
                  <a:cubicBezTo>
                    <a:pt x="250" y="1034"/>
                    <a:pt x="225" y="1059"/>
                    <a:pt x="200" y="1097"/>
                  </a:cubicBezTo>
                  <a:cubicBezTo>
                    <a:pt x="150" y="1197"/>
                    <a:pt x="75" y="1297"/>
                    <a:pt x="0" y="1384"/>
                  </a:cubicBezTo>
                  <a:cubicBezTo>
                    <a:pt x="13" y="1378"/>
                    <a:pt x="22" y="1375"/>
                    <a:pt x="30" y="1375"/>
                  </a:cubicBezTo>
                  <a:cubicBezTo>
                    <a:pt x="38" y="1375"/>
                    <a:pt x="44" y="1378"/>
                    <a:pt x="50" y="1384"/>
                  </a:cubicBezTo>
                  <a:lnTo>
                    <a:pt x="13" y="1572"/>
                  </a:lnTo>
                  <a:cubicBezTo>
                    <a:pt x="75" y="1584"/>
                    <a:pt x="138" y="1584"/>
                    <a:pt x="200" y="1584"/>
                  </a:cubicBezTo>
                  <a:cubicBezTo>
                    <a:pt x="738" y="1584"/>
                    <a:pt x="1338" y="1209"/>
                    <a:pt x="1625" y="822"/>
                  </a:cubicBezTo>
                  <a:cubicBezTo>
                    <a:pt x="1787" y="610"/>
                    <a:pt x="1862" y="297"/>
                    <a:pt x="1650" y="110"/>
                  </a:cubicBezTo>
                  <a:cubicBezTo>
                    <a:pt x="1565" y="33"/>
                    <a:pt x="1469" y="0"/>
                    <a:pt x="13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3" name="Google Shape;1173;p10"/>
            <p:cNvSpPr/>
            <p:nvPr/>
          </p:nvSpPr>
          <p:spPr>
            <a:xfrm>
              <a:off x="4095276" y="3644454"/>
              <a:ext cx="120946" cy="125983"/>
            </a:xfrm>
            <a:custGeom>
              <a:rect b="b" l="l" r="r" t="t"/>
              <a:pathLst>
                <a:path extrusionOk="0" h="1876" w="1801">
                  <a:moveTo>
                    <a:pt x="579" y="198"/>
                  </a:moveTo>
                  <a:cubicBezTo>
                    <a:pt x="672" y="198"/>
                    <a:pt x="764" y="234"/>
                    <a:pt x="838" y="301"/>
                  </a:cubicBezTo>
                  <a:cubicBezTo>
                    <a:pt x="976" y="438"/>
                    <a:pt x="1088" y="601"/>
                    <a:pt x="1151" y="788"/>
                  </a:cubicBezTo>
                  <a:cubicBezTo>
                    <a:pt x="1201" y="876"/>
                    <a:pt x="1238" y="963"/>
                    <a:pt x="1288" y="1063"/>
                  </a:cubicBezTo>
                  <a:cubicBezTo>
                    <a:pt x="1388" y="1250"/>
                    <a:pt x="1475" y="1438"/>
                    <a:pt x="1550" y="1650"/>
                  </a:cubicBezTo>
                  <a:cubicBezTo>
                    <a:pt x="1475" y="1613"/>
                    <a:pt x="1400" y="1575"/>
                    <a:pt x="1326" y="1538"/>
                  </a:cubicBezTo>
                  <a:cubicBezTo>
                    <a:pt x="1276" y="1513"/>
                    <a:pt x="1226" y="1488"/>
                    <a:pt x="1188" y="1475"/>
                  </a:cubicBezTo>
                  <a:lnTo>
                    <a:pt x="1201" y="1475"/>
                  </a:lnTo>
                  <a:cubicBezTo>
                    <a:pt x="876" y="1338"/>
                    <a:pt x="476" y="1138"/>
                    <a:pt x="313" y="776"/>
                  </a:cubicBezTo>
                  <a:cubicBezTo>
                    <a:pt x="226" y="601"/>
                    <a:pt x="238" y="351"/>
                    <a:pt x="388" y="251"/>
                  </a:cubicBezTo>
                  <a:cubicBezTo>
                    <a:pt x="449" y="215"/>
                    <a:pt x="515" y="198"/>
                    <a:pt x="579" y="198"/>
                  </a:cubicBezTo>
                  <a:close/>
                  <a:moveTo>
                    <a:pt x="571" y="0"/>
                  </a:moveTo>
                  <a:cubicBezTo>
                    <a:pt x="466" y="0"/>
                    <a:pt x="360" y="29"/>
                    <a:pt x="263" y="88"/>
                  </a:cubicBezTo>
                  <a:cubicBezTo>
                    <a:pt x="13" y="251"/>
                    <a:pt x="1" y="613"/>
                    <a:pt x="126" y="863"/>
                  </a:cubicBezTo>
                  <a:cubicBezTo>
                    <a:pt x="313" y="1275"/>
                    <a:pt x="751" y="1500"/>
                    <a:pt x="1113" y="1663"/>
                  </a:cubicBezTo>
                  <a:cubicBezTo>
                    <a:pt x="1151" y="1675"/>
                    <a:pt x="1188" y="1700"/>
                    <a:pt x="1238" y="1713"/>
                  </a:cubicBezTo>
                  <a:cubicBezTo>
                    <a:pt x="1363" y="1800"/>
                    <a:pt x="1513" y="1850"/>
                    <a:pt x="1675" y="1875"/>
                  </a:cubicBezTo>
                  <a:lnTo>
                    <a:pt x="1688" y="1875"/>
                  </a:lnTo>
                  <a:lnTo>
                    <a:pt x="1800" y="1863"/>
                  </a:lnTo>
                  <a:lnTo>
                    <a:pt x="1775" y="1750"/>
                  </a:lnTo>
                  <a:cubicBezTo>
                    <a:pt x="1713" y="1475"/>
                    <a:pt x="1613" y="1213"/>
                    <a:pt x="1463" y="963"/>
                  </a:cubicBezTo>
                  <a:cubicBezTo>
                    <a:pt x="1425" y="876"/>
                    <a:pt x="1376" y="788"/>
                    <a:pt x="1338" y="701"/>
                  </a:cubicBezTo>
                  <a:cubicBezTo>
                    <a:pt x="1251" y="488"/>
                    <a:pt x="1126" y="301"/>
                    <a:pt x="963" y="151"/>
                  </a:cubicBezTo>
                  <a:cubicBezTo>
                    <a:pt x="849" y="51"/>
                    <a:pt x="711" y="0"/>
                    <a:pt x="57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174" name="Google Shape;1174;p10"/>
          <p:cNvGrpSpPr/>
          <p:nvPr/>
        </p:nvGrpSpPr>
        <p:grpSpPr>
          <a:xfrm flipH="1">
            <a:off x="7516520" y="3612037"/>
            <a:ext cx="602068" cy="598881"/>
            <a:chOff x="7311821" y="3011062"/>
            <a:chExt cx="796703" cy="804191"/>
          </a:xfrm>
        </p:grpSpPr>
        <p:sp>
          <p:nvSpPr>
            <p:cNvPr id="1175" name="Google Shape;1175;p10"/>
            <p:cNvSpPr/>
            <p:nvPr/>
          </p:nvSpPr>
          <p:spPr>
            <a:xfrm>
              <a:off x="7315686" y="3017491"/>
              <a:ext cx="792295" cy="791422"/>
            </a:xfrm>
            <a:custGeom>
              <a:rect b="b" l="l" r="r" t="t"/>
              <a:pathLst>
                <a:path extrusionOk="0" h="11785" w="11798">
                  <a:moveTo>
                    <a:pt x="5899" y="0"/>
                  </a:moveTo>
                  <a:cubicBezTo>
                    <a:pt x="2650" y="0"/>
                    <a:pt x="1" y="2637"/>
                    <a:pt x="1" y="5886"/>
                  </a:cubicBezTo>
                  <a:cubicBezTo>
                    <a:pt x="1" y="9148"/>
                    <a:pt x="2650" y="11785"/>
                    <a:pt x="5899" y="11785"/>
                  </a:cubicBezTo>
                  <a:cubicBezTo>
                    <a:pt x="9161" y="11785"/>
                    <a:pt x="11798" y="9148"/>
                    <a:pt x="11798" y="5886"/>
                  </a:cubicBezTo>
                  <a:cubicBezTo>
                    <a:pt x="11798" y="2637"/>
                    <a:pt x="9161" y="0"/>
                    <a:pt x="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76" name="Google Shape;1176;p10"/>
            <p:cNvGrpSpPr/>
            <p:nvPr/>
          </p:nvGrpSpPr>
          <p:grpSpPr>
            <a:xfrm>
              <a:off x="7311821" y="3011062"/>
              <a:ext cx="796703" cy="804191"/>
              <a:chOff x="10295461" y="3071373"/>
              <a:chExt cx="635126" cy="641096"/>
            </a:xfrm>
          </p:grpSpPr>
          <p:sp>
            <p:nvSpPr>
              <p:cNvPr id="1177" name="Google Shape;1177;p10"/>
              <p:cNvSpPr/>
              <p:nvPr/>
            </p:nvSpPr>
            <p:spPr>
              <a:xfrm flipH="1" rot="-434108">
                <a:off x="10294254" y="3379221"/>
                <a:ext cx="637541" cy="21135"/>
              </a:xfrm>
              <a:custGeom>
                <a:rect b="b" l="l" r="r" t="t"/>
                <a:pathLst>
                  <a:path extrusionOk="0" h="264" w="12348">
                    <a:moveTo>
                      <a:pt x="1" y="1"/>
                    </a:moveTo>
                    <a:lnTo>
                      <a:pt x="1" y="201"/>
                    </a:lnTo>
                    <a:lnTo>
                      <a:pt x="12335" y="263"/>
                    </a:lnTo>
                    <a:lnTo>
                      <a:pt x="12348" y="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10"/>
              <p:cNvSpPr/>
              <p:nvPr/>
            </p:nvSpPr>
            <p:spPr>
              <a:xfrm flipH="1" rot="-433983">
                <a:off x="10626023" y="3069658"/>
                <a:ext cx="13498" cy="644526"/>
              </a:xfrm>
              <a:custGeom>
                <a:rect b="b" l="l" r="r" t="t"/>
                <a:pathLst>
                  <a:path extrusionOk="0" h="9598" w="201">
                    <a:moveTo>
                      <a:pt x="1" y="0"/>
                    </a:moveTo>
                    <a:lnTo>
                      <a:pt x="1" y="9597"/>
                    </a:lnTo>
                    <a:lnTo>
                      <a:pt x="201" y="9597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10"/>
              <p:cNvSpPr/>
              <p:nvPr/>
            </p:nvSpPr>
            <p:spPr>
              <a:xfrm flipH="1" rot="-433983">
                <a:off x="10594277" y="3357093"/>
                <a:ext cx="84813" cy="98244"/>
              </a:xfrm>
              <a:custGeom>
                <a:rect b="b" l="l" r="r" t="t"/>
                <a:pathLst>
                  <a:path extrusionOk="0" h="1463" w="1263">
                    <a:moveTo>
                      <a:pt x="650" y="0"/>
                    </a:moveTo>
                    <a:lnTo>
                      <a:pt x="563" y="325"/>
                    </a:lnTo>
                    <a:cubicBezTo>
                      <a:pt x="450" y="700"/>
                      <a:pt x="263" y="1038"/>
                      <a:pt x="1" y="1325"/>
                    </a:cubicBezTo>
                    <a:lnTo>
                      <a:pt x="151" y="1462"/>
                    </a:lnTo>
                    <a:cubicBezTo>
                      <a:pt x="363" y="1213"/>
                      <a:pt x="538" y="938"/>
                      <a:pt x="663" y="638"/>
                    </a:cubicBezTo>
                    <a:cubicBezTo>
                      <a:pt x="788" y="888"/>
                      <a:pt x="925" y="1125"/>
                      <a:pt x="1088" y="1350"/>
                    </a:cubicBezTo>
                    <a:cubicBezTo>
                      <a:pt x="1113" y="1388"/>
                      <a:pt x="1138" y="1413"/>
                      <a:pt x="1188" y="1425"/>
                    </a:cubicBezTo>
                    <a:lnTo>
                      <a:pt x="1225" y="1225"/>
                    </a:lnTo>
                    <a:cubicBezTo>
                      <a:pt x="1238" y="1225"/>
                      <a:pt x="1250" y="1238"/>
                      <a:pt x="1263" y="1238"/>
                    </a:cubicBezTo>
                    <a:cubicBezTo>
                      <a:pt x="1050" y="963"/>
                      <a:pt x="875" y="650"/>
                      <a:pt x="750" y="313"/>
                    </a:cubicBez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0" name="Google Shape;1180;p10"/>
              <p:cNvSpPr/>
              <p:nvPr/>
            </p:nvSpPr>
            <p:spPr>
              <a:xfrm flipH="1" rot="-433983">
                <a:off x="10504892" y="3287459"/>
                <a:ext cx="125104" cy="106436"/>
              </a:xfrm>
              <a:custGeom>
                <a:rect b="b" l="l" r="r" t="t"/>
                <a:pathLst>
                  <a:path extrusionOk="0" h="1585" w="1863">
                    <a:moveTo>
                      <a:pt x="1363" y="201"/>
                    </a:moveTo>
                    <a:cubicBezTo>
                      <a:pt x="1416" y="201"/>
                      <a:pt x="1468" y="218"/>
                      <a:pt x="1513" y="260"/>
                    </a:cubicBezTo>
                    <a:cubicBezTo>
                      <a:pt x="1638" y="372"/>
                      <a:pt x="1563" y="585"/>
                      <a:pt x="1475" y="710"/>
                    </a:cubicBezTo>
                    <a:cubicBezTo>
                      <a:pt x="1175" y="1084"/>
                      <a:pt x="738" y="1322"/>
                      <a:pt x="263" y="1384"/>
                    </a:cubicBezTo>
                    <a:cubicBezTo>
                      <a:pt x="300" y="1334"/>
                      <a:pt x="325" y="1284"/>
                      <a:pt x="375" y="1209"/>
                    </a:cubicBezTo>
                    <a:cubicBezTo>
                      <a:pt x="400" y="1184"/>
                      <a:pt x="413" y="1147"/>
                      <a:pt x="425" y="1134"/>
                    </a:cubicBezTo>
                    <a:cubicBezTo>
                      <a:pt x="488" y="1059"/>
                      <a:pt x="525" y="984"/>
                      <a:pt x="613" y="872"/>
                    </a:cubicBezTo>
                    <a:cubicBezTo>
                      <a:pt x="688" y="759"/>
                      <a:pt x="763" y="647"/>
                      <a:pt x="850" y="547"/>
                    </a:cubicBezTo>
                    <a:cubicBezTo>
                      <a:pt x="863" y="510"/>
                      <a:pt x="900" y="485"/>
                      <a:pt x="925" y="460"/>
                    </a:cubicBezTo>
                    <a:cubicBezTo>
                      <a:pt x="974" y="401"/>
                      <a:pt x="1180" y="201"/>
                      <a:pt x="1363" y="201"/>
                    </a:cubicBezTo>
                    <a:close/>
                    <a:moveTo>
                      <a:pt x="1370" y="0"/>
                    </a:moveTo>
                    <a:cubicBezTo>
                      <a:pt x="1164" y="0"/>
                      <a:pt x="944" y="141"/>
                      <a:pt x="775" y="310"/>
                    </a:cubicBezTo>
                    <a:cubicBezTo>
                      <a:pt x="750" y="347"/>
                      <a:pt x="713" y="372"/>
                      <a:pt x="688" y="410"/>
                    </a:cubicBezTo>
                    <a:cubicBezTo>
                      <a:pt x="600" y="522"/>
                      <a:pt x="513" y="647"/>
                      <a:pt x="438" y="759"/>
                    </a:cubicBezTo>
                    <a:cubicBezTo>
                      <a:pt x="375" y="847"/>
                      <a:pt x="325" y="934"/>
                      <a:pt x="263" y="1009"/>
                    </a:cubicBezTo>
                    <a:cubicBezTo>
                      <a:pt x="250" y="1034"/>
                      <a:pt x="225" y="1059"/>
                      <a:pt x="200" y="1097"/>
                    </a:cubicBezTo>
                    <a:cubicBezTo>
                      <a:pt x="150" y="1197"/>
                      <a:pt x="75" y="1297"/>
                      <a:pt x="0" y="1384"/>
                    </a:cubicBezTo>
                    <a:cubicBezTo>
                      <a:pt x="13" y="1378"/>
                      <a:pt x="22" y="1375"/>
                      <a:pt x="30" y="1375"/>
                    </a:cubicBezTo>
                    <a:cubicBezTo>
                      <a:pt x="38" y="1375"/>
                      <a:pt x="44" y="1378"/>
                      <a:pt x="50" y="1384"/>
                    </a:cubicBezTo>
                    <a:lnTo>
                      <a:pt x="13" y="1572"/>
                    </a:lnTo>
                    <a:cubicBezTo>
                      <a:pt x="75" y="1584"/>
                      <a:pt x="138" y="1584"/>
                      <a:pt x="200" y="1584"/>
                    </a:cubicBezTo>
                    <a:cubicBezTo>
                      <a:pt x="738" y="1584"/>
                      <a:pt x="1338" y="1209"/>
                      <a:pt x="1625" y="822"/>
                    </a:cubicBezTo>
                    <a:cubicBezTo>
                      <a:pt x="1787" y="610"/>
                      <a:pt x="1862" y="297"/>
                      <a:pt x="1650" y="110"/>
                    </a:cubicBezTo>
                    <a:cubicBezTo>
                      <a:pt x="1565" y="33"/>
                      <a:pt x="1469" y="0"/>
                      <a:pt x="13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81" name="Google Shape;1181;p10"/>
              <p:cNvSpPr/>
              <p:nvPr/>
            </p:nvSpPr>
            <p:spPr>
              <a:xfrm flipH="1" rot="-433983">
                <a:off x="10614820" y="3257537"/>
                <a:ext cx="120941" cy="125977"/>
              </a:xfrm>
              <a:custGeom>
                <a:rect b="b" l="l" r="r" t="t"/>
                <a:pathLst>
                  <a:path extrusionOk="0" h="1876" w="1801">
                    <a:moveTo>
                      <a:pt x="579" y="198"/>
                    </a:moveTo>
                    <a:cubicBezTo>
                      <a:pt x="672" y="198"/>
                      <a:pt x="764" y="234"/>
                      <a:pt x="838" y="301"/>
                    </a:cubicBezTo>
                    <a:cubicBezTo>
                      <a:pt x="976" y="438"/>
                      <a:pt x="1088" y="601"/>
                      <a:pt x="1151" y="788"/>
                    </a:cubicBezTo>
                    <a:cubicBezTo>
                      <a:pt x="1201" y="876"/>
                      <a:pt x="1238" y="963"/>
                      <a:pt x="1288" y="1063"/>
                    </a:cubicBezTo>
                    <a:cubicBezTo>
                      <a:pt x="1388" y="1250"/>
                      <a:pt x="1475" y="1438"/>
                      <a:pt x="1550" y="1650"/>
                    </a:cubicBezTo>
                    <a:cubicBezTo>
                      <a:pt x="1475" y="1613"/>
                      <a:pt x="1400" y="1575"/>
                      <a:pt x="1326" y="1538"/>
                    </a:cubicBezTo>
                    <a:cubicBezTo>
                      <a:pt x="1276" y="1513"/>
                      <a:pt x="1226" y="1488"/>
                      <a:pt x="1188" y="1475"/>
                    </a:cubicBezTo>
                    <a:lnTo>
                      <a:pt x="1201" y="1475"/>
                    </a:lnTo>
                    <a:cubicBezTo>
                      <a:pt x="876" y="1338"/>
                      <a:pt x="476" y="1138"/>
                      <a:pt x="313" y="776"/>
                    </a:cubicBezTo>
                    <a:cubicBezTo>
                      <a:pt x="226" y="601"/>
                      <a:pt x="238" y="351"/>
                      <a:pt x="388" y="251"/>
                    </a:cubicBezTo>
                    <a:cubicBezTo>
                      <a:pt x="449" y="215"/>
                      <a:pt x="515" y="198"/>
                      <a:pt x="579" y="198"/>
                    </a:cubicBezTo>
                    <a:close/>
                    <a:moveTo>
                      <a:pt x="571" y="0"/>
                    </a:moveTo>
                    <a:cubicBezTo>
                      <a:pt x="466" y="0"/>
                      <a:pt x="360" y="29"/>
                      <a:pt x="263" y="88"/>
                    </a:cubicBezTo>
                    <a:cubicBezTo>
                      <a:pt x="13" y="251"/>
                      <a:pt x="1" y="613"/>
                      <a:pt x="126" y="863"/>
                    </a:cubicBezTo>
                    <a:cubicBezTo>
                      <a:pt x="313" y="1275"/>
                      <a:pt x="751" y="1500"/>
                      <a:pt x="1113" y="1663"/>
                    </a:cubicBezTo>
                    <a:cubicBezTo>
                      <a:pt x="1151" y="1675"/>
                      <a:pt x="1188" y="1700"/>
                      <a:pt x="1238" y="1713"/>
                    </a:cubicBezTo>
                    <a:cubicBezTo>
                      <a:pt x="1363" y="1800"/>
                      <a:pt x="1513" y="1850"/>
                      <a:pt x="1675" y="1875"/>
                    </a:cubicBezTo>
                    <a:lnTo>
                      <a:pt x="1688" y="1875"/>
                    </a:lnTo>
                    <a:lnTo>
                      <a:pt x="1800" y="1863"/>
                    </a:lnTo>
                    <a:lnTo>
                      <a:pt x="1775" y="1750"/>
                    </a:lnTo>
                    <a:cubicBezTo>
                      <a:pt x="1713" y="1475"/>
                      <a:pt x="1613" y="1213"/>
                      <a:pt x="1463" y="963"/>
                    </a:cubicBezTo>
                    <a:cubicBezTo>
                      <a:pt x="1425" y="876"/>
                      <a:pt x="1376" y="788"/>
                      <a:pt x="1338" y="701"/>
                    </a:cubicBezTo>
                    <a:cubicBezTo>
                      <a:pt x="1251" y="488"/>
                      <a:pt x="1126" y="301"/>
                      <a:pt x="963" y="151"/>
                    </a:cubicBezTo>
                    <a:cubicBezTo>
                      <a:pt x="849" y="51"/>
                      <a:pt x="711" y="0"/>
                      <a:pt x="5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182" name="Google Shape;1182;p10"/>
          <p:cNvSpPr txBox="1"/>
          <p:nvPr/>
        </p:nvSpPr>
        <p:spPr>
          <a:xfrm>
            <a:off x="1043850" y="903875"/>
            <a:ext cx="44688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highlight>
                  <a:srgbClr val="FFF2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Разработка Telegram чат-бота</a:t>
            </a:r>
            <a:endParaRPr b="0" i="0" sz="1600" u="none" cap="none" strike="noStrike">
              <a:solidFill>
                <a:schemeClr val="dk1"/>
              </a:solidFill>
              <a:highlight>
                <a:srgbClr val="FFF2CC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3" name="Google Shape;1183;p10"/>
          <p:cNvSpPr txBox="1"/>
          <p:nvPr/>
        </p:nvSpPr>
        <p:spPr>
          <a:xfrm>
            <a:off x="1043850" y="3076250"/>
            <a:ext cx="4718100" cy="27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600" u="none" cap="none" strike="noStrike">
                <a:solidFill>
                  <a:schemeClr val="dk1"/>
                </a:solidFill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Код и видео реализации по ссылке:</a:t>
            </a:r>
            <a:endParaRPr b="0" i="0" sz="1600" u="none" cap="none" strike="noStrike">
              <a:solidFill>
                <a:schemeClr val="dk1"/>
              </a:solidFill>
              <a:highlight>
                <a:srgbClr val="F4CCCC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1184" name="Google Shape;1184;p10"/>
          <p:cNvSpPr txBox="1"/>
          <p:nvPr/>
        </p:nvSpPr>
        <p:spPr>
          <a:xfrm>
            <a:off x="1043850" y="3529000"/>
            <a:ext cx="5300700" cy="45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0" i="0" lang="en" sz="1600" u="sng" cap="none" strike="noStrike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https://drive.google.com/drive/folders/1ohvrrcq5w-E8hHzFpSDGq2y3dxI4Je56?hl=ru</a:t>
            </a:r>
            <a:endParaRPr b="0" i="0" sz="1600" u="sng" cap="none" strike="noStrike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1185" name="Google Shape;1185;p10"/>
          <p:cNvSpPr/>
          <p:nvPr/>
        </p:nvSpPr>
        <p:spPr>
          <a:xfrm rot="2185021">
            <a:off x="8049202" y="328928"/>
            <a:ext cx="743197" cy="686957"/>
          </a:xfrm>
          <a:custGeom>
            <a:rect b="b" l="l" r="r" t="t"/>
            <a:pathLst>
              <a:path extrusionOk="0" h="13395" w="13381">
                <a:moveTo>
                  <a:pt x="5329" y="1"/>
                </a:moveTo>
                <a:lnTo>
                  <a:pt x="5172" y="3640"/>
                </a:lnTo>
                <a:lnTo>
                  <a:pt x="2174" y="1585"/>
                </a:lnTo>
                <a:lnTo>
                  <a:pt x="3850" y="4806"/>
                </a:lnTo>
                <a:lnTo>
                  <a:pt x="223" y="4531"/>
                </a:lnTo>
                <a:lnTo>
                  <a:pt x="3287" y="6481"/>
                </a:lnTo>
                <a:lnTo>
                  <a:pt x="0" y="8052"/>
                </a:lnTo>
                <a:lnTo>
                  <a:pt x="3640" y="8223"/>
                </a:lnTo>
                <a:lnTo>
                  <a:pt x="1585" y="11221"/>
                </a:lnTo>
                <a:lnTo>
                  <a:pt x="1585" y="11221"/>
                </a:lnTo>
                <a:lnTo>
                  <a:pt x="4805" y="9545"/>
                </a:lnTo>
                <a:lnTo>
                  <a:pt x="4530" y="13172"/>
                </a:lnTo>
                <a:lnTo>
                  <a:pt x="6481" y="10108"/>
                </a:lnTo>
                <a:lnTo>
                  <a:pt x="8052" y="13394"/>
                </a:lnTo>
                <a:lnTo>
                  <a:pt x="8222" y="9754"/>
                </a:lnTo>
                <a:lnTo>
                  <a:pt x="11220" y="11810"/>
                </a:lnTo>
                <a:lnTo>
                  <a:pt x="9545" y="8576"/>
                </a:lnTo>
                <a:lnTo>
                  <a:pt x="9545" y="8576"/>
                </a:lnTo>
                <a:lnTo>
                  <a:pt x="13171" y="8864"/>
                </a:lnTo>
                <a:lnTo>
                  <a:pt x="10108" y="6900"/>
                </a:lnTo>
                <a:lnTo>
                  <a:pt x="13381" y="5329"/>
                </a:lnTo>
                <a:lnTo>
                  <a:pt x="9754" y="5172"/>
                </a:lnTo>
                <a:lnTo>
                  <a:pt x="11810" y="2174"/>
                </a:lnTo>
                <a:lnTo>
                  <a:pt x="8576" y="3850"/>
                </a:lnTo>
                <a:lnTo>
                  <a:pt x="8864" y="223"/>
                </a:lnTo>
                <a:lnTo>
                  <a:pt x="6900" y="3287"/>
                </a:lnTo>
                <a:lnTo>
                  <a:pt x="5329" y="1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9" name="Shape 1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0" name="Google Shape;1190;g2c6c66c65f3_0_5"/>
          <p:cNvSpPr txBox="1"/>
          <p:nvPr>
            <p:ph type="title"/>
          </p:nvPr>
        </p:nvSpPr>
        <p:spPr>
          <a:xfrm>
            <a:off x="1984800" y="141425"/>
            <a:ext cx="51744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latin typeface="Roboto Serif Black"/>
                <a:ea typeface="Roboto Serif Black"/>
                <a:cs typeface="Roboto Serif Black"/>
                <a:sym typeface="Roboto Serif Black"/>
              </a:rPr>
              <a:t>Реализация проекта</a:t>
            </a:r>
            <a:endParaRPr sz="2800"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pic>
        <p:nvPicPr>
          <p:cNvPr id="1191" name="Google Shape;1191;g2c6c66c65f3_0_5" title="работа чат-бота для продавца 2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128738" y="673325"/>
            <a:ext cx="1981324" cy="40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2" name="Google Shape;1192;g2c6c66c65f3_0_5" title="работа чат-бота для администратора.MP4">
            <a:hlinkClick r:id="rId5"/>
          </p:cNvPr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033950" y="673325"/>
            <a:ext cx="1981299" cy="4042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3" name="Google Shape;1193;g2c6c66c65f3_0_5" title="работа чат-бота для продавца 1.MP4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06225" y="673325"/>
            <a:ext cx="1981299" cy="4042525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g2c6c66c65f3_0_5"/>
          <p:cNvSpPr txBox="1"/>
          <p:nvPr/>
        </p:nvSpPr>
        <p:spPr>
          <a:xfrm>
            <a:off x="3779550" y="4715850"/>
            <a:ext cx="15849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accent2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Продавец 1</a:t>
            </a:r>
            <a:endParaRPr b="0" i="0" sz="1600" u="none" cap="none" strike="noStrike">
              <a:solidFill>
                <a:schemeClr val="dk1"/>
              </a:solidFill>
              <a:highlight>
                <a:schemeClr val="accent2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1195" name="Google Shape;1195;g2c6c66c65f3_0_5"/>
          <p:cNvSpPr txBox="1"/>
          <p:nvPr/>
        </p:nvSpPr>
        <p:spPr>
          <a:xfrm>
            <a:off x="984200" y="4715850"/>
            <a:ext cx="20808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accent2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Администратор</a:t>
            </a:r>
            <a:endParaRPr b="0" i="0" sz="1600" u="none" cap="none" strike="noStrike">
              <a:solidFill>
                <a:schemeClr val="dk1"/>
              </a:solidFill>
              <a:highlight>
                <a:schemeClr val="accent2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1196" name="Google Shape;1196;g2c6c66c65f3_0_5"/>
          <p:cNvSpPr txBox="1"/>
          <p:nvPr/>
        </p:nvSpPr>
        <p:spPr>
          <a:xfrm>
            <a:off x="6326950" y="4715850"/>
            <a:ext cx="1584900" cy="45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chemeClr val="accent2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Продавец 2</a:t>
            </a:r>
            <a:endParaRPr b="0" i="0" sz="1600" u="none" cap="none" strike="noStrike">
              <a:solidFill>
                <a:schemeClr val="dk1"/>
              </a:solidFill>
              <a:highlight>
                <a:schemeClr val="accent2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grpSp>
        <p:nvGrpSpPr>
          <p:cNvPr id="1197" name="Google Shape;1197;g2c6c66c65f3_0_5"/>
          <p:cNvGrpSpPr/>
          <p:nvPr/>
        </p:nvGrpSpPr>
        <p:grpSpPr>
          <a:xfrm flipH="1" rot="-1397016">
            <a:off x="7948730" y="199067"/>
            <a:ext cx="796738" cy="804224"/>
            <a:chOff x="7311822" y="3011058"/>
            <a:chExt cx="796702" cy="804189"/>
          </a:xfrm>
        </p:grpSpPr>
        <p:sp>
          <p:nvSpPr>
            <p:cNvPr id="1198" name="Google Shape;1198;g2c6c66c65f3_0_5"/>
            <p:cNvSpPr/>
            <p:nvPr/>
          </p:nvSpPr>
          <p:spPr>
            <a:xfrm>
              <a:off x="7315686" y="3017491"/>
              <a:ext cx="792295" cy="791422"/>
            </a:xfrm>
            <a:custGeom>
              <a:rect b="b" l="l" r="r" t="t"/>
              <a:pathLst>
                <a:path extrusionOk="0" h="11785" w="11798">
                  <a:moveTo>
                    <a:pt x="5899" y="0"/>
                  </a:moveTo>
                  <a:cubicBezTo>
                    <a:pt x="2650" y="0"/>
                    <a:pt x="1" y="2637"/>
                    <a:pt x="1" y="5886"/>
                  </a:cubicBezTo>
                  <a:cubicBezTo>
                    <a:pt x="1" y="9148"/>
                    <a:pt x="2650" y="11785"/>
                    <a:pt x="5899" y="11785"/>
                  </a:cubicBezTo>
                  <a:cubicBezTo>
                    <a:pt x="9161" y="11785"/>
                    <a:pt x="11798" y="9148"/>
                    <a:pt x="11798" y="5886"/>
                  </a:cubicBezTo>
                  <a:cubicBezTo>
                    <a:pt x="11798" y="2637"/>
                    <a:pt x="9161" y="0"/>
                    <a:pt x="589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99" name="Google Shape;1199;g2c6c66c65f3_0_5"/>
            <p:cNvGrpSpPr/>
            <p:nvPr/>
          </p:nvGrpSpPr>
          <p:grpSpPr>
            <a:xfrm>
              <a:off x="7311822" y="3011058"/>
              <a:ext cx="796702" cy="804189"/>
              <a:chOff x="10295461" y="3071372"/>
              <a:chExt cx="635126" cy="641094"/>
            </a:xfrm>
          </p:grpSpPr>
          <p:sp>
            <p:nvSpPr>
              <p:cNvPr id="1200" name="Google Shape;1200;g2c6c66c65f3_0_5"/>
              <p:cNvSpPr/>
              <p:nvPr/>
            </p:nvSpPr>
            <p:spPr>
              <a:xfrm flipH="1" rot="-434108">
                <a:off x="10294254" y="3379221"/>
                <a:ext cx="637541" cy="21135"/>
              </a:xfrm>
              <a:custGeom>
                <a:rect b="b" l="l" r="r" t="t"/>
                <a:pathLst>
                  <a:path extrusionOk="0" h="264" w="12348">
                    <a:moveTo>
                      <a:pt x="1" y="1"/>
                    </a:moveTo>
                    <a:lnTo>
                      <a:pt x="1" y="201"/>
                    </a:lnTo>
                    <a:lnTo>
                      <a:pt x="12335" y="263"/>
                    </a:lnTo>
                    <a:lnTo>
                      <a:pt x="12348" y="63"/>
                    </a:lnTo>
                    <a:lnTo>
                      <a:pt x="1" y="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1" name="Google Shape;1201;g2c6c66c65f3_0_5"/>
              <p:cNvSpPr/>
              <p:nvPr/>
            </p:nvSpPr>
            <p:spPr>
              <a:xfrm flipH="1" rot="-433978">
                <a:off x="10626024" y="3069657"/>
                <a:ext cx="13498" cy="644524"/>
              </a:xfrm>
              <a:custGeom>
                <a:rect b="b" l="l" r="r" t="t"/>
                <a:pathLst>
                  <a:path extrusionOk="0" h="9598" w="201">
                    <a:moveTo>
                      <a:pt x="1" y="0"/>
                    </a:moveTo>
                    <a:lnTo>
                      <a:pt x="1" y="9597"/>
                    </a:lnTo>
                    <a:lnTo>
                      <a:pt x="201" y="9597"/>
                    </a:lnTo>
                    <a:lnTo>
                      <a:pt x="20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2" name="Google Shape;1202;g2c6c66c65f3_0_5"/>
              <p:cNvSpPr/>
              <p:nvPr/>
            </p:nvSpPr>
            <p:spPr>
              <a:xfrm flipH="1" rot="-433994">
                <a:off x="10594278" y="3357093"/>
                <a:ext cx="84813" cy="98243"/>
              </a:xfrm>
              <a:custGeom>
                <a:rect b="b" l="l" r="r" t="t"/>
                <a:pathLst>
                  <a:path extrusionOk="0" h="1463" w="1263">
                    <a:moveTo>
                      <a:pt x="650" y="0"/>
                    </a:moveTo>
                    <a:lnTo>
                      <a:pt x="563" y="325"/>
                    </a:lnTo>
                    <a:cubicBezTo>
                      <a:pt x="450" y="700"/>
                      <a:pt x="263" y="1038"/>
                      <a:pt x="1" y="1325"/>
                    </a:cubicBezTo>
                    <a:lnTo>
                      <a:pt x="151" y="1462"/>
                    </a:lnTo>
                    <a:cubicBezTo>
                      <a:pt x="363" y="1213"/>
                      <a:pt x="538" y="938"/>
                      <a:pt x="663" y="638"/>
                    </a:cubicBezTo>
                    <a:cubicBezTo>
                      <a:pt x="788" y="888"/>
                      <a:pt x="925" y="1125"/>
                      <a:pt x="1088" y="1350"/>
                    </a:cubicBezTo>
                    <a:cubicBezTo>
                      <a:pt x="1113" y="1388"/>
                      <a:pt x="1138" y="1413"/>
                      <a:pt x="1188" y="1425"/>
                    </a:cubicBezTo>
                    <a:lnTo>
                      <a:pt x="1225" y="1225"/>
                    </a:lnTo>
                    <a:cubicBezTo>
                      <a:pt x="1238" y="1225"/>
                      <a:pt x="1250" y="1238"/>
                      <a:pt x="1263" y="1238"/>
                    </a:cubicBezTo>
                    <a:cubicBezTo>
                      <a:pt x="1050" y="963"/>
                      <a:pt x="875" y="650"/>
                      <a:pt x="750" y="313"/>
                    </a:cubicBezTo>
                    <a:lnTo>
                      <a:pt x="65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g2c6c66c65f3_0_5"/>
              <p:cNvSpPr/>
              <p:nvPr/>
            </p:nvSpPr>
            <p:spPr>
              <a:xfrm flipH="1" rot="-433994">
                <a:off x="10504893" y="3287460"/>
                <a:ext cx="125104" cy="106436"/>
              </a:xfrm>
              <a:custGeom>
                <a:rect b="b" l="l" r="r" t="t"/>
                <a:pathLst>
                  <a:path extrusionOk="0" h="1585" w="1863">
                    <a:moveTo>
                      <a:pt x="1363" y="201"/>
                    </a:moveTo>
                    <a:cubicBezTo>
                      <a:pt x="1416" y="201"/>
                      <a:pt x="1468" y="218"/>
                      <a:pt x="1513" y="260"/>
                    </a:cubicBezTo>
                    <a:cubicBezTo>
                      <a:pt x="1638" y="372"/>
                      <a:pt x="1563" y="585"/>
                      <a:pt x="1475" y="710"/>
                    </a:cubicBezTo>
                    <a:cubicBezTo>
                      <a:pt x="1175" y="1084"/>
                      <a:pt x="738" y="1322"/>
                      <a:pt x="263" y="1384"/>
                    </a:cubicBezTo>
                    <a:cubicBezTo>
                      <a:pt x="300" y="1334"/>
                      <a:pt x="325" y="1284"/>
                      <a:pt x="375" y="1209"/>
                    </a:cubicBezTo>
                    <a:cubicBezTo>
                      <a:pt x="400" y="1184"/>
                      <a:pt x="413" y="1147"/>
                      <a:pt x="425" y="1134"/>
                    </a:cubicBezTo>
                    <a:cubicBezTo>
                      <a:pt x="488" y="1059"/>
                      <a:pt x="525" y="984"/>
                      <a:pt x="613" y="872"/>
                    </a:cubicBezTo>
                    <a:cubicBezTo>
                      <a:pt x="688" y="759"/>
                      <a:pt x="763" y="647"/>
                      <a:pt x="850" y="547"/>
                    </a:cubicBezTo>
                    <a:cubicBezTo>
                      <a:pt x="863" y="510"/>
                      <a:pt x="900" y="485"/>
                      <a:pt x="925" y="460"/>
                    </a:cubicBezTo>
                    <a:cubicBezTo>
                      <a:pt x="974" y="401"/>
                      <a:pt x="1180" y="201"/>
                      <a:pt x="1363" y="201"/>
                    </a:cubicBezTo>
                    <a:close/>
                    <a:moveTo>
                      <a:pt x="1370" y="0"/>
                    </a:moveTo>
                    <a:cubicBezTo>
                      <a:pt x="1164" y="0"/>
                      <a:pt x="944" y="141"/>
                      <a:pt x="775" y="310"/>
                    </a:cubicBezTo>
                    <a:cubicBezTo>
                      <a:pt x="750" y="347"/>
                      <a:pt x="713" y="372"/>
                      <a:pt x="688" y="410"/>
                    </a:cubicBezTo>
                    <a:cubicBezTo>
                      <a:pt x="600" y="522"/>
                      <a:pt x="513" y="647"/>
                      <a:pt x="438" y="759"/>
                    </a:cubicBezTo>
                    <a:cubicBezTo>
                      <a:pt x="375" y="847"/>
                      <a:pt x="325" y="934"/>
                      <a:pt x="263" y="1009"/>
                    </a:cubicBezTo>
                    <a:cubicBezTo>
                      <a:pt x="250" y="1034"/>
                      <a:pt x="225" y="1059"/>
                      <a:pt x="200" y="1097"/>
                    </a:cubicBezTo>
                    <a:cubicBezTo>
                      <a:pt x="150" y="1197"/>
                      <a:pt x="75" y="1297"/>
                      <a:pt x="0" y="1384"/>
                    </a:cubicBezTo>
                    <a:cubicBezTo>
                      <a:pt x="13" y="1378"/>
                      <a:pt x="22" y="1375"/>
                      <a:pt x="30" y="1375"/>
                    </a:cubicBezTo>
                    <a:cubicBezTo>
                      <a:pt x="38" y="1375"/>
                      <a:pt x="44" y="1378"/>
                      <a:pt x="50" y="1384"/>
                    </a:cubicBezTo>
                    <a:lnTo>
                      <a:pt x="13" y="1572"/>
                    </a:lnTo>
                    <a:cubicBezTo>
                      <a:pt x="75" y="1584"/>
                      <a:pt x="138" y="1584"/>
                      <a:pt x="200" y="1584"/>
                    </a:cubicBezTo>
                    <a:cubicBezTo>
                      <a:pt x="738" y="1584"/>
                      <a:pt x="1338" y="1209"/>
                      <a:pt x="1625" y="822"/>
                    </a:cubicBezTo>
                    <a:cubicBezTo>
                      <a:pt x="1787" y="610"/>
                      <a:pt x="1862" y="297"/>
                      <a:pt x="1650" y="110"/>
                    </a:cubicBezTo>
                    <a:cubicBezTo>
                      <a:pt x="1565" y="33"/>
                      <a:pt x="1469" y="0"/>
                      <a:pt x="13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g2c6c66c65f3_0_5"/>
              <p:cNvSpPr/>
              <p:nvPr/>
            </p:nvSpPr>
            <p:spPr>
              <a:xfrm flipH="1" rot="-433994">
                <a:off x="10614821" y="3257537"/>
                <a:ext cx="120941" cy="125977"/>
              </a:xfrm>
              <a:custGeom>
                <a:rect b="b" l="l" r="r" t="t"/>
                <a:pathLst>
                  <a:path extrusionOk="0" h="1876" w="1801">
                    <a:moveTo>
                      <a:pt x="579" y="198"/>
                    </a:moveTo>
                    <a:cubicBezTo>
                      <a:pt x="672" y="198"/>
                      <a:pt x="764" y="234"/>
                      <a:pt x="838" y="301"/>
                    </a:cubicBezTo>
                    <a:cubicBezTo>
                      <a:pt x="976" y="438"/>
                      <a:pt x="1088" y="601"/>
                      <a:pt x="1151" y="788"/>
                    </a:cubicBezTo>
                    <a:cubicBezTo>
                      <a:pt x="1201" y="876"/>
                      <a:pt x="1238" y="963"/>
                      <a:pt x="1288" y="1063"/>
                    </a:cubicBezTo>
                    <a:cubicBezTo>
                      <a:pt x="1388" y="1250"/>
                      <a:pt x="1475" y="1438"/>
                      <a:pt x="1550" y="1650"/>
                    </a:cubicBezTo>
                    <a:cubicBezTo>
                      <a:pt x="1475" y="1613"/>
                      <a:pt x="1400" y="1575"/>
                      <a:pt x="1326" y="1538"/>
                    </a:cubicBezTo>
                    <a:cubicBezTo>
                      <a:pt x="1276" y="1513"/>
                      <a:pt x="1226" y="1488"/>
                      <a:pt x="1188" y="1475"/>
                    </a:cubicBezTo>
                    <a:lnTo>
                      <a:pt x="1201" y="1475"/>
                    </a:lnTo>
                    <a:cubicBezTo>
                      <a:pt x="876" y="1338"/>
                      <a:pt x="476" y="1138"/>
                      <a:pt x="313" y="776"/>
                    </a:cubicBezTo>
                    <a:cubicBezTo>
                      <a:pt x="226" y="601"/>
                      <a:pt x="238" y="351"/>
                      <a:pt x="388" y="251"/>
                    </a:cubicBezTo>
                    <a:cubicBezTo>
                      <a:pt x="449" y="215"/>
                      <a:pt x="515" y="198"/>
                      <a:pt x="579" y="198"/>
                    </a:cubicBezTo>
                    <a:close/>
                    <a:moveTo>
                      <a:pt x="571" y="0"/>
                    </a:moveTo>
                    <a:cubicBezTo>
                      <a:pt x="466" y="0"/>
                      <a:pt x="360" y="29"/>
                      <a:pt x="263" y="88"/>
                    </a:cubicBezTo>
                    <a:cubicBezTo>
                      <a:pt x="13" y="251"/>
                      <a:pt x="1" y="613"/>
                      <a:pt x="126" y="863"/>
                    </a:cubicBezTo>
                    <a:cubicBezTo>
                      <a:pt x="313" y="1275"/>
                      <a:pt x="751" y="1500"/>
                      <a:pt x="1113" y="1663"/>
                    </a:cubicBezTo>
                    <a:cubicBezTo>
                      <a:pt x="1151" y="1675"/>
                      <a:pt x="1188" y="1700"/>
                      <a:pt x="1238" y="1713"/>
                    </a:cubicBezTo>
                    <a:cubicBezTo>
                      <a:pt x="1363" y="1800"/>
                      <a:pt x="1513" y="1850"/>
                      <a:pt x="1675" y="1875"/>
                    </a:cubicBezTo>
                    <a:lnTo>
                      <a:pt x="1688" y="1875"/>
                    </a:lnTo>
                    <a:lnTo>
                      <a:pt x="1800" y="1863"/>
                    </a:lnTo>
                    <a:lnTo>
                      <a:pt x="1775" y="1750"/>
                    </a:lnTo>
                    <a:cubicBezTo>
                      <a:pt x="1713" y="1475"/>
                      <a:pt x="1613" y="1213"/>
                      <a:pt x="1463" y="963"/>
                    </a:cubicBezTo>
                    <a:cubicBezTo>
                      <a:pt x="1425" y="876"/>
                      <a:pt x="1376" y="788"/>
                      <a:pt x="1338" y="701"/>
                    </a:cubicBezTo>
                    <a:cubicBezTo>
                      <a:pt x="1251" y="488"/>
                      <a:pt x="1126" y="301"/>
                      <a:pt x="963" y="151"/>
                    </a:cubicBezTo>
                    <a:cubicBezTo>
                      <a:pt x="849" y="51"/>
                      <a:pt x="711" y="0"/>
                      <a:pt x="57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marR="0" rtl="0" algn="l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400"/>
                  <a:buFont typeface="Arial"/>
                  <a:buNone/>
                </a:pPr>
                <a:r>
                  <a:t/>
                </a:r>
                <a:endParaRPr b="0" i="0" sz="1400" u="none" cap="none" strike="noStrik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grpSp>
        <p:nvGrpSpPr>
          <p:cNvPr id="1205" name="Google Shape;1205;g2c6c66c65f3_0_5"/>
          <p:cNvGrpSpPr/>
          <p:nvPr/>
        </p:nvGrpSpPr>
        <p:grpSpPr>
          <a:xfrm flipH="1">
            <a:off x="186446" y="4174583"/>
            <a:ext cx="730676" cy="745152"/>
            <a:chOff x="800425" y="2798300"/>
            <a:chExt cx="469375" cy="490425"/>
          </a:xfrm>
        </p:grpSpPr>
        <p:sp>
          <p:nvSpPr>
            <p:cNvPr id="1206" name="Google Shape;1206;g2c6c66c65f3_0_5"/>
            <p:cNvSpPr/>
            <p:nvPr/>
          </p:nvSpPr>
          <p:spPr>
            <a:xfrm>
              <a:off x="849525" y="2817050"/>
              <a:ext cx="420275" cy="450075"/>
            </a:xfrm>
            <a:custGeom>
              <a:rect b="b" l="l" r="r" t="t"/>
              <a:pathLst>
                <a:path extrusionOk="0" h="18003" w="16811">
                  <a:moveTo>
                    <a:pt x="8864" y="1"/>
                  </a:moveTo>
                  <a:lnTo>
                    <a:pt x="0" y="3850"/>
                  </a:lnTo>
                  <a:lnTo>
                    <a:pt x="5001" y="18002"/>
                  </a:lnTo>
                  <a:lnTo>
                    <a:pt x="14847" y="13721"/>
                  </a:lnTo>
                  <a:lnTo>
                    <a:pt x="16811" y="12857"/>
                  </a:lnTo>
                  <a:lnTo>
                    <a:pt x="8864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7" name="Google Shape;1207;g2c6c66c65f3_0_5"/>
            <p:cNvSpPr/>
            <p:nvPr/>
          </p:nvSpPr>
          <p:spPr>
            <a:xfrm>
              <a:off x="800425" y="2820975"/>
              <a:ext cx="420275" cy="467750"/>
            </a:xfrm>
            <a:custGeom>
              <a:rect b="b" l="l" r="r" t="t"/>
              <a:pathLst>
                <a:path extrusionOk="0" h="18710" w="16811">
                  <a:moveTo>
                    <a:pt x="10461" y="1"/>
                  </a:moveTo>
                  <a:lnTo>
                    <a:pt x="0" y="4557"/>
                  </a:lnTo>
                  <a:lnTo>
                    <a:pt x="4988" y="18709"/>
                  </a:lnTo>
                  <a:lnTo>
                    <a:pt x="16811" y="13564"/>
                  </a:lnTo>
                  <a:lnTo>
                    <a:pt x="1046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8" name="Google Shape;1208;g2c6c66c65f3_0_5"/>
            <p:cNvSpPr/>
            <p:nvPr/>
          </p:nvSpPr>
          <p:spPr>
            <a:xfrm>
              <a:off x="832825" y="2798300"/>
              <a:ext cx="200000" cy="133650"/>
            </a:xfrm>
            <a:custGeom>
              <a:rect b="b" l="l" r="r" t="t"/>
              <a:pathLst>
                <a:path extrusionOk="0" h="5346" w="8000">
                  <a:moveTo>
                    <a:pt x="4537" y="0"/>
                  </a:moveTo>
                  <a:cubicBezTo>
                    <a:pt x="3986" y="0"/>
                    <a:pt x="3435" y="116"/>
                    <a:pt x="2920" y="345"/>
                  </a:cubicBezTo>
                  <a:cubicBezTo>
                    <a:pt x="930" y="1209"/>
                    <a:pt x="0" y="3448"/>
                    <a:pt x="812" y="5346"/>
                  </a:cubicBezTo>
                  <a:lnTo>
                    <a:pt x="1113" y="5215"/>
                  </a:lnTo>
                  <a:cubicBezTo>
                    <a:pt x="367" y="3474"/>
                    <a:pt x="1231" y="1418"/>
                    <a:pt x="3051" y="633"/>
                  </a:cubicBezTo>
                  <a:cubicBezTo>
                    <a:pt x="3523" y="418"/>
                    <a:pt x="4030" y="313"/>
                    <a:pt x="4539" y="313"/>
                  </a:cubicBezTo>
                  <a:cubicBezTo>
                    <a:pt x="4961" y="313"/>
                    <a:pt x="5383" y="386"/>
                    <a:pt x="5787" y="528"/>
                  </a:cubicBezTo>
                  <a:cubicBezTo>
                    <a:pt x="6638" y="842"/>
                    <a:pt x="7345" y="1497"/>
                    <a:pt x="7712" y="2335"/>
                  </a:cubicBezTo>
                  <a:lnTo>
                    <a:pt x="8000" y="2204"/>
                  </a:lnTo>
                  <a:cubicBezTo>
                    <a:pt x="7607" y="1287"/>
                    <a:pt x="6835" y="580"/>
                    <a:pt x="5892" y="240"/>
                  </a:cubicBezTo>
                  <a:cubicBezTo>
                    <a:pt x="5453" y="80"/>
                    <a:pt x="4995" y="0"/>
                    <a:pt x="45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2" name="Shape 1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3" name="Google Shape;1213;g2c6c66c65f3_0_30"/>
          <p:cNvSpPr txBox="1"/>
          <p:nvPr>
            <p:ph type="title"/>
          </p:nvPr>
        </p:nvSpPr>
        <p:spPr>
          <a:xfrm>
            <a:off x="1984800" y="181675"/>
            <a:ext cx="5174400" cy="5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 sz="2800">
                <a:latin typeface="Roboto Serif Black"/>
                <a:ea typeface="Roboto Serif Black"/>
                <a:cs typeface="Roboto Serif Black"/>
                <a:sym typeface="Roboto Serif Black"/>
              </a:rPr>
              <a:t>Реализация проекта</a:t>
            </a:r>
            <a:endParaRPr sz="2800"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sp>
        <p:nvSpPr>
          <p:cNvPr id="1214" name="Google Shape;1214;g2c6c66c65f3_0_30"/>
          <p:cNvSpPr txBox="1"/>
          <p:nvPr>
            <p:ph idx="1" type="subTitle"/>
          </p:nvPr>
        </p:nvSpPr>
        <p:spPr>
          <a:xfrm>
            <a:off x="1258500" y="1350388"/>
            <a:ext cx="6799500" cy="17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Для удобства работы была создана функция, пользуясь которой администратор может самостоятельно добавлять новых продавцов, а также других администраторов по ID. 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215" name="Google Shape;1215;g2c6c66c65f3_0_30"/>
          <p:cNvSpPr txBox="1"/>
          <p:nvPr/>
        </p:nvSpPr>
        <p:spPr>
          <a:xfrm>
            <a:off x="1258500" y="874325"/>
            <a:ext cx="4468800" cy="31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FF2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Дополнительная функция чат-бота</a:t>
            </a:r>
            <a:endParaRPr b="0" i="0" sz="1600" u="none" cap="none" strike="noStrike">
              <a:solidFill>
                <a:schemeClr val="dk1"/>
              </a:solidFill>
              <a:highlight>
                <a:srgbClr val="FFF2CC"/>
              </a:highlight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216" name="Google Shape;1216;g2c6c66c65f3_0_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0" y="2526875"/>
            <a:ext cx="3810000" cy="102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17" name="Google Shape;1217;g2c6c66c65f3_0_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78250" y="2517350"/>
            <a:ext cx="3790950" cy="10477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8" name="Google Shape;1218;g2c6c66c65f3_0_30"/>
          <p:cNvSpPr txBox="1"/>
          <p:nvPr/>
        </p:nvSpPr>
        <p:spPr>
          <a:xfrm>
            <a:off x="905850" y="3778813"/>
            <a:ext cx="3522300" cy="42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Заведение нового продавца</a:t>
            </a:r>
            <a:endParaRPr b="0" i="0" sz="1600" u="none" cap="none" strike="noStrike">
              <a:solidFill>
                <a:schemeClr val="dk1"/>
              </a:solidFill>
              <a:highlight>
                <a:srgbClr val="F4CCCC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sp>
        <p:nvSpPr>
          <p:cNvPr id="1219" name="Google Shape;1219;g2c6c66c65f3_0_30"/>
          <p:cNvSpPr txBox="1"/>
          <p:nvPr/>
        </p:nvSpPr>
        <p:spPr>
          <a:xfrm>
            <a:off x="5196725" y="3692375"/>
            <a:ext cx="2754000" cy="7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Заведение нового </a:t>
            </a:r>
            <a:endParaRPr sz="1600">
              <a:solidFill>
                <a:schemeClr val="dk1"/>
              </a:solidFill>
              <a:highlight>
                <a:srgbClr val="F4CCCC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lang="en" sz="1600">
                <a:solidFill>
                  <a:schemeClr val="dk1"/>
                </a:solidFill>
                <a:highlight>
                  <a:srgbClr val="F4CCCC"/>
                </a:highlight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администратора</a:t>
            </a:r>
            <a:endParaRPr b="0" i="0" sz="1600" u="none" cap="none" strike="noStrike">
              <a:solidFill>
                <a:schemeClr val="dk1"/>
              </a:solidFill>
              <a:highlight>
                <a:srgbClr val="F4CCCC"/>
              </a:highlight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grpSp>
        <p:nvGrpSpPr>
          <p:cNvPr id="1220" name="Google Shape;1220;g2c6c66c65f3_0_30"/>
          <p:cNvGrpSpPr/>
          <p:nvPr/>
        </p:nvGrpSpPr>
        <p:grpSpPr>
          <a:xfrm rot="1101690">
            <a:off x="7564815" y="522802"/>
            <a:ext cx="907472" cy="839084"/>
            <a:chOff x="1774150" y="1280375"/>
            <a:chExt cx="443200" cy="409800"/>
          </a:xfrm>
        </p:grpSpPr>
        <p:sp>
          <p:nvSpPr>
            <p:cNvPr id="1221" name="Google Shape;1221;g2c6c66c65f3_0_30"/>
            <p:cNvSpPr/>
            <p:nvPr/>
          </p:nvSpPr>
          <p:spPr>
            <a:xfrm>
              <a:off x="1774150" y="1280375"/>
              <a:ext cx="443200" cy="409800"/>
            </a:xfrm>
            <a:custGeom>
              <a:rect b="b" l="l" r="r" t="t"/>
              <a:pathLst>
                <a:path extrusionOk="0" h="16392" w="17728">
                  <a:moveTo>
                    <a:pt x="6625" y="0"/>
                  </a:moveTo>
                  <a:lnTo>
                    <a:pt x="6625" y="0"/>
                  </a:lnTo>
                  <a:cubicBezTo>
                    <a:pt x="4661" y="26"/>
                    <a:pt x="2986" y="406"/>
                    <a:pt x="1716" y="2566"/>
                  </a:cubicBezTo>
                  <a:cubicBezTo>
                    <a:pt x="956" y="3823"/>
                    <a:pt x="485" y="5237"/>
                    <a:pt x="1" y="6625"/>
                  </a:cubicBezTo>
                  <a:cubicBezTo>
                    <a:pt x="1166" y="6913"/>
                    <a:pt x="2370" y="7057"/>
                    <a:pt x="3562" y="7096"/>
                  </a:cubicBezTo>
                  <a:cubicBezTo>
                    <a:pt x="3405" y="7096"/>
                    <a:pt x="3444" y="15802"/>
                    <a:pt x="3444" y="16391"/>
                  </a:cubicBezTo>
                  <a:lnTo>
                    <a:pt x="14297" y="16391"/>
                  </a:lnTo>
                  <a:cubicBezTo>
                    <a:pt x="14297" y="15789"/>
                    <a:pt x="14337" y="7096"/>
                    <a:pt x="14179" y="7096"/>
                  </a:cubicBezTo>
                  <a:cubicBezTo>
                    <a:pt x="15371" y="7057"/>
                    <a:pt x="16562" y="6913"/>
                    <a:pt x="17727" y="6625"/>
                  </a:cubicBezTo>
                  <a:cubicBezTo>
                    <a:pt x="17256" y="5237"/>
                    <a:pt x="16772" y="3823"/>
                    <a:pt x="16012" y="2566"/>
                  </a:cubicBezTo>
                  <a:cubicBezTo>
                    <a:pt x="14742" y="406"/>
                    <a:pt x="13067" y="26"/>
                    <a:pt x="11103" y="0"/>
                  </a:cubicBezTo>
                  <a:lnTo>
                    <a:pt x="11103" y="0"/>
                  </a:lnTo>
                  <a:cubicBezTo>
                    <a:pt x="11142" y="157"/>
                    <a:pt x="11155" y="314"/>
                    <a:pt x="11155" y="471"/>
                  </a:cubicBezTo>
                  <a:cubicBezTo>
                    <a:pt x="11155" y="1741"/>
                    <a:pt x="10134" y="2762"/>
                    <a:pt x="8864" y="2762"/>
                  </a:cubicBezTo>
                  <a:cubicBezTo>
                    <a:pt x="7594" y="2762"/>
                    <a:pt x="6573" y="1741"/>
                    <a:pt x="6573" y="471"/>
                  </a:cubicBezTo>
                  <a:cubicBezTo>
                    <a:pt x="6573" y="314"/>
                    <a:pt x="6586" y="157"/>
                    <a:pt x="66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2" name="Google Shape;1222;g2c6c66c65f3_0_30"/>
            <p:cNvSpPr/>
            <p:nvPr/>
          </p:nvSpPr>
          <p:spPr>
            <a:xfrm>
              <a:off x="1859900" y="1386975"/>
              <a:ext cx="22300" cy="73425"/>
            </a:xfrm>
            <a:custGeom>
              <a:rect b="b" l="l" r="r" t="t"/>
              <a:pathLst>
                <a:path extrusionOk="0" h="2937" w="892">
                  <a:moveTo>
                    <a:pt x="804" y="1"/>
                  </a:moveTo>
                  <a:cubicBezTo>
                    <a:pt x="769" y="1"/>
                    <a:pt x="734" y="24"/>
                    <a:pt x="734" y="56"/>
                  </a:cubicBezTo>
                  <a:lnTo>
                    <a:pt x="1" y="2845"/>
                  </a:lnTo>
                  <a:cubicBezTo>
                    <a:pt x="1" y="2884"/>
                    <a:pt x="14" y="2924"/>
                    <a:pt x="66" y="2937"/>
                  </a:cubicBezTo>
                  <a:lnTo>
                    <a:pt x="79" y="2937"/>
                  </a:lnTo>
                  <a:cubicBezTo>
                    <a:pt x="119" y="2937"/>
                    <a:pt x="158" y="2910"/>
                    <a:pt x="158" y="2884"/>
                  </a:cubicBezTo>
                  <a:lnTo>
                    <a:pt x="891" y="96"/>
                  </a:lnTo>
                  <a:cubicBezTo>
                    <a:pt x="891" y="56"/>
                    <a:pt x="865" y="4"/>
                    <a:pt x="826" y="4"/>
                  </a:cubicBezTo>
                  <a:cubicBezTo>
                    <a:pt x="819" y="2"/>
                    <a:pt x="811" y="1"/>
                    <a:pt x="80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3" name="Google Shape;1223;g2c6c66c65f3_0_30"/>
            <p:cNvSpPr/>
            <p:nvPr/>
          </p:nvSpPr>
          <p:spPr>
            <a:xfrm>
              <a:off x="2101125" y="1392925"/>
              <a:ext cx="31125" cy="66175"/>
            </a:xfrm>
            <a:custGeom>
              <a:rect b="b" l="l" r="r" t="t"/>
              <a:pathLst>
                <a:path extrusionOk="0" h="2647" w="1245">
                  <a:moveTo>
                    <a:pt x="101" y="1"/>
                  </a:moveTo>
                  <a:cubicBezTo>
                    <a:pt x="85" y="1"/>
                    <a:pt x="68" y="5"/>
                    <a:pt x="53" y="15"/>
                  </a:cubicBezTo>
                  <a:cubicBezTo>
                    <a:pt x="14" y="41"/>
                    <a:pt x="1" y="93"/>
                    <a:pt x="27" y="120"/>
                  </a:cubicBezTo>
                  <a:cubicBezTo>
                    <a:pt x="551" y="866"/>
                    <a:pt x="904" y="1704"/>
                    <a:pt x="1074" y="2581"/>
                  </a:cubicBezTo>
                  <a:cubicBezTo>
                    <a:pt x="1087" y="2620"/>
                    <a:pt x="1127" y="2646"/>
                    <a:pt x="1153" y="2646"/>
                  </a:cubicBezTo>
                  <a:lnTo>
                    <a:pt x="1179" y="2646"/>
                  </a:lnTo>
                  <a:cubicBezTo>
                    <a:pt x="1218" y="2633"/>
                    <a:pt x="1244" y="2594"/>
                    <a:pt x="1231" y="2555"/>
                  </a:cubicBezTo>
                  <a:cubicBezTo>
                    <a:pt x="1048" y="1651"/>
                    <a:pt x="695" y="787"/>
                    <a:pt x="158" y="28"/>
                  </a:cubicBezTo>
                  <a:cubicBezTo>
                    <a:pt x="150" y="12"/>
                    <a:pt x="127" y="1"/>
                    <a:pt x="1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24" name="Google Shape;1224;g2c6c66c65f3_0_30"/>
          <p:cNvGrpSpPr/>
          <p:nvPr/>
        </p:nvGrpSpPr>
        <p:grpSpPr>
          <a:xfrm rot="-978466">
            <a:off x="192561" y="1851894"/>
            <a:ext cx="870078" cy="564172"/>
            <a:chOff x="3861980" y="1963565"/>
            <a:chExt cx="555640" cy="360286"/>
          </a:xfrm>
        </p:grpSpPr>
        <p:sp>
          <p:nvSpPr>
            <p:cNvPr id="1225" name="Google Shape;1225;g2c6c66c65f3_0_30"/>
            <p:cNvSpPr/>
            <p:nvPr/>
          </p:nvSpPr>
          <p:spPr>
            <a:xfrm>
              <a:off x="3861980" y="1963565"/>
              <a:ext cx="555640" cy="317240"/>
            </a:xfrm>
            <a:custGeom>
              <a:rect b="b" l="l" r="r" t="t"/>
              <a:pathLst>
                <a:path extrusionOk="0" h="4724" w="8274">
                  <a:moveTo>
                    <a:pt x="138" y="0"/>
                  </a:moveTo>
                  <a:cubicBezTo>
                    <a:pt x="1" y="0"/>
                    <a:pt x="1" y="200"/>
                    <a:pt x="138" y="200"/>
                  </a:cubicBezTo>
                  <a:lnTo>
                    <a:pt x="1838" y="200"/>
                  </a:lnTo>
                  <a:cubicBezTo>
                    <a:pt x="1888" y="200"/>
                    <a:pt x="1925" y="225"/>
                    <a:pt x="1950" y="275"/>
                  </a:cubicBezTo>
                  <a:lnTo>
                    <a:pt x="3087" y="4499"/>
                  </a:lnTo>
                  <a:cubicBezTo>
                    <a:pt x="3125" y="4611"/>
                    <a:pt x="3225" y="4699"/>
                    <a:pt x="3350" y="4699"/>
                  </a:cubicBezTo>
                  <a:lnTo>
                    <a:pt x="7311" y="4724"/>
                  </a:lnTo>
                  <a:cubicBezTo>
                    <a:pt x="7424" y="4724"/>
                    <a:pt x="7536" y="4636"/>
                    <a:pt x="7574" y="4524"/>
                  </a:cubicBezTo>
                  <a:lnTo>
                    <a:pt x="8236" y="1675"/>
                  </a:lnTo>
                  <a:cubicBezTo>
                    <a:pt x="8274" y="1525"/>
                    <a:pt x="8161" y="1375"/>
                    <a:pt x="7999" y="1375"/>
                  </a:cubicBezTo>
                  <a:lnTo>
                    <a:pt x="3062" y="1375"/>
                  </a:lnTo>
                  <a:cubicBezTo>
                    <a:pt x="3059" y="1374"/>
                    <a:pt x="3056" y="1374"/>
                    <a:pt x="3054" y="1374"/>
                  </a:cubicBezTo>
                  <a:cubicBezTo>
                    <a:pt x="2953" y="1374"/>
                    <a:pt x="2953" y="1575"/>
                    <a:pt x="3054" y="1575"/>
                  </a:cubicBezTo>
                  <a:cubicBezTo>
                    <a:pt x="3056" y="1575"/>
                    <a:pt x="3059" y="1575"/>
                    <a:pt x="3062" y="1575"/>
                  </a:cubicBezTo>
                  <a:lnTo>
                    <a:pt x="7999" y="1575"/>
                  </a:lnTo>
                  <a:cubicBezTo>
                    <a:pt x="8011" y="1575"/>
                    <a:pt x="8024" y="1587"/>
                    <a:pt x="8036" y="1587"/>
                  </a:cubicBezTo>
                  <a:cubicBezTo>
                    <a:pt x="8049" y="1600"/>
                    <a:pt x="8049" y="1612"/>
                    <a:pt x="8049" y="1625"/>
                  </a:cubicBezTo>
                  <a:lnTo>
                    <a:pt x="7374" y="4474"/>
                  </a:lnTo>
                  <a:cubicBezTo>
                    <a:pt x="7361" y="4499"/>
                    <a:pt x="7336" y="4524"/>
                    <a:pt x="7311" y="4524"/>
                  </a:cubicBezTo>
                  <a:lnTo>
                    <a:pt x="3350" y="4499"/>
                  </a:lnTo>
                  <a:cubicBezTo>
                    <a:pt x="3325" y="4499"/>
                    <a:pt x="3287" y="4474"/>
                    <a:pt x="3287" y="4449"/>
                  </a:cubicBezTo>
                  <a:lnTo>
                    <a:pt x="2138" y="225"/>
                  </a:lnTo>
                  <a:cubicBezTo>
                    <a:pt x="2100" y="87"/>
                    <a:pt x="1975" y="0"/>
                    <a:pt x="18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6" name="Google Shape;1226;g2c6c66c65f3_0_30"/>
            <p:cNvSpPr/>
            <p:nvPr/>
          </p:nvSpPr>
          <p:spPr>
            <a:xfrm>
              <a:off x="4083524" y="2135548"/>
              <a:ext cx="266941" cy="13498"/>
            </a:xfrm>
            <a:custGeom>
              <a:rect b="b" l="l" r="r" t="t"/>
              <a:pathLst>
                <a:path extrusionOk="0" h="201" w="3975">
                  <a:moveTo>
                    <a:pt x="113" y="1"/>
                  </a:moveTo>
                  <a:cubicBezTo>
                    <a:pt x="1" y="13"/>
                    <a:pt x="1" y="188"/>
                    <a:pt x="113" y="201"/>
                  </a:cubicBezTo>
                  <a:lnTo>
                    <a:pt x="3850" y="201"/>
                  </a:lnTo>
                  <a:cubicBezTo>
                    <a:pt x="3975" y="188"/>
                    <a:pt x="3975" y="13"/>
                    <a:pt x="385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7" name="Google Shape;1227;g2c6c66c65f3_0_30"/>
            <p:cNvSpPr/>
            <p:nvPr/>
          </p:nvSpPr>
          <p:spPr>
            <a:xfrm>
              <a:off x="4084397" y="2188467"/>
              <a:ext cx="264389" cy="13498"/>
            </a:xfrm>
            <a:custGeom>
              <a:rect b="b" l="l" r="r" t="t"/>
              <a:pathLst>
                <a:path extrusionOk="0" h="201" w="3937">
                  <a:moveTo>
                    <a:pt x="100" y="0"/>
                  </a:moveTo>
                  <a:cubicBezTo>
                    <a:pt x="50" y="0"/>
                    <a:pt x="0" y="38"/>
                    <a:pt x="0" y="100"/>
                  </a:cubicBezTo>
                  <a:cubicBezTo>
                    <a:pt x="0" y="150"/>
                    <a:pt x="50" y="200"/>
                    <a:pt x="100" y="200"/>
                  </a:cubicBezTo>
                  <a:lnTo>
                    <a:pt x="3837" y="200"/>
                  </a:lnTo>
                  <a:cubicBezTo>
                    <a:pt x="3899" y="200"/>
                    <a:pt x="3937" y="150"/>
                    <a:pt x="3937" y="100"/>
                  </a:cubicBezTo>
                  <a:cubicBezTo>
                    <a:pt x="3937" y="38"/>
                    <a:pt x="3899" y="0"/>
                    <a:pt x="38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8" name="Google Shape;1228;g2c6c66c65f3_0_30"/>
            <p:cNvSpPr/>
            <p:nvPr/>
          </p:nvSpPr>
          <p:spPr>
            <a:xfrm>
              <a:off x="4118780" y="2274022"/>
              <a:ext cx="58828" cy="49829"/>
            </a:xfrm>
            <a:custGeom>
              <a:rect b="b" l="l" r="r" t="t"/>
              <a:pathLst>
                <a:path extrusionOk="0" h="742" w="876">
                  <a:moveTo>
                    <a:pt x="501" y="1"/>
                  </a:moveTo>
                  <a:cubicBezTo>
                    <a:pt x="163" y="1"/>
                    <a:pt x="1" y="401"/>
                    <a:pt x="238" y="638"/>
                  </a:cubicBezTo>
                  <a:cubicBezTo>
                    <a:pt x="310" y="710"/>
                    <a:pt x="400" y="742"/>
                    <a:pt x="490" y="742"/>
                  </a:cubicBezTo>
                  <a:cubicBezTo>
                    <a:pt x="684" y="742"/>
                    <a:pt x="876" y="593"/>
                    <a:pt x="876" y="363"/>
                  </a:cubicBezTo>
                  <a:cubicBezTo>
                    <a:pt x="876" y="163"/>
                    <a:pt x="701" y="1"/>
                    <a:pt x="50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9" name="Google Shape;1229;g2c6c66c65f3_0_30"/>
            <p:cNvSpPr/>
            <p:nvPr/>
          </p:nvSpPr>
          <p:spPr>
            <a:xfrm>
              <a:off x="4278274" y="2274022"/>
              <a:ext cx="58761" cy="49829"/>
            </a:xfrm>
            <a:custGeom>
              <a:rect b="b" l="l" r="r" t="t"/>
              <a:pathLst>
                <a:path extrusionOk="0" h="742" w="875">
                  <a:moveTo>
                    <a:pt x="500" y="1"/>
                  </a:moveTo>
                  <a:cubicBezTo>
                    <a:pt x="163" y="1"/>
                    <a:pt x="0" y="401"/>
                    <a:pt x="238" y="638"/>
                  </a:cubicBezTo>
                  <a:cubicBezTo>
                    <a:pt x="313" y="710"/>
                    <a:pt x="405" y="742"/>
                    <a:pt x="495" y="742"/>
                  </a:cubicBezTo>
                  <a:cubicBezTo>
                    <a:pt x="689" y="742"/>
                    <a:pt x="875" y="593"/>
                    <a:pt x="875" y="363"/>
                  </a:cubicBezTo>
                  <a:cubicBezTo>
                    <a:pt x="875" y="163"/>
                    <a:pt x="700" y="1"/>
                    <a:pt x="50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3" name="Shape 1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4" name="Google Shape;1234;p9"/>
          <p:cNvSpPr txBox="1"/>
          <p:nvPr>
            <p:ph type="title"/>
          </p:nvPr>
        </p:nvSpPr>
        <p:spPr>
          <a:xfrm>
            <a:off x="68688" y="161250"/>
            <a:ext cx="9006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sz="2800">
                <a:latin typeface="Roboto Serif Black"/>
                <a:ea typeface="Roboto Serif Black"/>
                <a:cs typeface="Roboto Serif Black"/>
                <a:sym typeface="Roboto Serif Black"/>
              </a:rPr>
              <a:t>Сравнение с существующими решениями</a:t>
            </a:r>
            <a:endParaRPr sz="2800">
              <a:latin typeface="Roboto Serif Black"/>
              <a:ea typeface="Roboto Serif Black"/>
              <a:cs typeface="Roboto Serif Black"/>
              <a:sym typeface="Roboto Serif Black"/>
            </a:endParaRPr>
          </a:p>
        </p:txBody>
      </p:sp>
      <p:graphicFrame>
        <p:nvGraphicFramePr>
          <p:cNvPr id="1235" name="Google Shape;1235;p9"/>
          <p:cNvGraphicFramePr/>
          <p:nvPr/>
        </p:nvGraphicFramePr>
        <p:xfrm>
          <a:off x="767650" y="786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{1EC2304D-DB54-4A91-B49F-95A18F496021}</a:tableStyleId>
              </a:tblPr>
              <a:tblGrid>
                <a:gridCol w="596625"/>
                <a:gridCol w="2120175"/>
                <a:gridCol w="1664800"/>
                <a:gridCol w="1599650"/>
                <a:gridCol w="1495325"/>
              </a:tblGrid>
              <a:tr h="392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№ </a:t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п/п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Показатель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Интернет сайт ТЦ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Информационный стенд ТЦ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Shopping Taxi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4CCCC"/>
                    </a:solidFill>
                  </a:tcPr>
                </a:tc>
              </a:tr>
              <a:tr h="2761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1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Карта торгового центра и маршрут к магазину</a:t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2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Проверка на доступность магазина в конкретный момент времени</a:t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28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3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Маркетинговая стратегии развития  </a:t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248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4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Поиск по категории товара</a:t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latin typeface="Roboto Serif ExtraBold"/>
                          <a:ea typeface="Roboto Serif ExtraBold"/>
                          <a:cs typeface="Roboto Serif ExtraBold"/>
                          <a:sym typeface="Roboto Serif ExtraBold"/>
                        </a:rPr>
                        <a:t>5</a:t>
                      </a:r>
                      <a:endParaRPr sz="1200" u="none" cap="none" strike="noStrike">
                        <a:latin typeface="Roboto Serif ExtraBold"/>
                        <a:ea typeface="Roboto Serif ExtraBold"/>
                        <a:cs typeface="Roboto Serif ExtraBold"/>
                        <a:sym typeface="Roboto Serif ExtraBold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 u="none" cap="none" strike="noStrike">
                          <a:solidFill>
                            <a:srgbClr val="212121"/>
                          </a:solidFill>
                          <a:latin typeface="Roboto Serif Medium"/>
                          <a:ea typeface="Roboto Serif Medium"/>
                          <a:cs typeface="Roboto Serif Medium"/>
                          <a:sym typeface="Roboto Serif Medium"/>
                        </a:rPr>
                        <a:t>Быстрота поиска конкретного товара</a:t>
                      </a:r>
                      <a:endParaRPr sz="1200" u="none" cap="none" strike="noStrike">
                        <a:solidFill>
                          <a:srgbClr val="212121"/>
                        </a:solidFill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Roboto Serif Medium"/>
                        <a:ea typeface="Roboto Serif Medium"/>
                        <a:cs typeface="Roboto Serif Medium"/>
                        <a:sym typeface="Roboto Serif Medium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grpSp>
        <p:nvGrpSpPr>
          <p:cNvPr id="1236" name="Google Shape;1236;p9"/>
          <p:cNvGrpSpPr/>
          <p:nvPr/>
        </p:nvGrpSpPr>
        <p:grpSpPr>
          <a:xfrm rot="-1001792">
            <a:off x="8378973" y="4338668"/>
            <a:ext cx="479294" cy="463081"/>
            <a:chOff x="6085197" y="1608975"/>
            <a:chExt cx="296453" cy="286425"/>
          </a:xfrm>
        </p:grpSpPr>
        <p:sp>
          <p:nvSpPr>
            <p:cNvPr id="1237" name="Google Shape;1237;p9"/>
            <p:cNvSpPr/>
            <p:nvPr/>
          </p:nvSpPr>
          <p:spPr>
            <a:xfrm>
              <a:off x="6227450" y="1611925"/>
              <a:ext cx="154200" cy="280850"/>
            </a:xfrm>
            <a:custGeom>
              <a:rect b="b" l="l" r="r" t="t"/>
              <a:pathLst>
                <a:path extrusionOk="0" h="11234" w="6168">
                  <a:moveTo>
                    <a:pt x="2515" y="0"/>
                  </a:moveTo>
                  <a:lnTo>
                    <a:pt x="2515" y="956"/>
                  </a:lnTo>
                  <a:cubicBezTo>
                    <a:pt x="1114" y="1126"/>
                    <a:pt x="223" y="2003"/>
                    <a:pt x="223" y="3273"/>
                  </a:cubicBezTo>
                  <a:cubicBezTo>
                    <a:pt x="223" y="4622"/>
                    <a:pt x="1088" y="5303"/>
                    <a:pt x="2999" y="5853"/>
                  </a:cubicBezTo>
                  <a:cubicBezTo>
                    <a:pt x="4544" y="6271"/>
                    <a:pt x="4989" y="6861"/>
                    <a:pt x="4989" y="7699"/>
                  </a:cubicBezTo>
                  <a:cubicBezTo>
                    <a:pt x="4989" y="8641"/>
                    <a:pt x="4334" y="9178"/>
                    <a:pt x="3156" y="9178"/>
                  </a:cubicBezTo>
                  <a:cubicBezTo>
                    <a:pt x="2096" y="9178"/>
                    <a:pt x="1415" y="8667"/>
                    <a:pt x="1192" y="7633"/>
                  </a:cubicBezTo>
                  <a:lnTo>
                    <a:pt x="1" y="7633"/>
                  </a:lnTo>
                  <a:cubicBezTo>
                    <a:pt x="158" y="8929"/>
                    <a:pt x="1009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85" y="9911"/>
                    <a:pt x="6167" y="8995"/>
                    <a:pt x="6167" y="7581"/>
                  </a:cubicBezTo>
                  <a:cubicBezTo>
                    <a:pt x="6167" y="6298"/>
                    <a:pt x="5539" y="5394"/>
                    <a:pt x="3339" y="4740"/>
                  </a:cubicBezTo>
                  <a:cubicBezTo>
                    <a:pt x="1899" y="4321"/>
                    <a:pt x="1415" y="4007"/>
                    <a:pt x="1415" y="3169"/>
                  </a:cubicBezTo>
                  <a:cubicBezTo>
                    <a:pt x="1415" y="2501"/>
                    <a:pt x="1808" y="1859"/>
                    <a:pt x="2973" y="1859"/>
                  </a:cubicBezTo>
                  <a:cubicBezTo>
                    <a:pt x="4243" y="1859"/>
                    <a:pt x="4609" y="2527"/>
                    <a:pt x="4727" y="3103"/>
                  </a:cubicBezTo>
                  <a:lnTo>
                    <a:pt x="5945" y="3103"/>
                  </a:lnTo>
                  <a:cubicBezTo>
                    <a:pt x="5827" y="2226"/>
                    <a:pt x="5303" y="1152"/>
                    <a:pt x="3549" y="969"/>
                  </a:cubicBezTo>
                  <a:lnTo>
                    <a:pt x="3549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9"/>
            <p:cNvSpPr/>
            <p:nvPr/>
          </p:nvSpPr>
          <p:spPr>
            <a:xfrm>
              <a:off x="6152500" y="1611925"/>
              <a:ext cx="153875" cy="280850"/>
            </a:xfrm>
            <a:custGeom>
              <a:rect b="b" l="l" r="r" t="t"/>
              <a:pathLst>
                <a:path extrusionOk="0" h="11234" w="6155">
                  <a:moveTo>
                    <a:pt x="2501" y="0"/>
                  </a:moveTo>
                  <a:lnTo>
                    <a:pt x="2501" y="956"/>
                  </a:lnTo>
                  <a:cubicBezTo>
                    <a:pt x="1101" y="1126"/>
                    <a:pt x="210" y="2003"/>
                    <a:pt x="210" y="3273"/>
                  </a:cubicBezTo>
                  <a:cubicBezTo>
                    <a:pt x="210" y="4622"/>
                    <a:pt x="1074" y="5303"/>
                    <a:pt x="2986" y="5853"/>
                  </a:cubicBezTo>
                  <a:cubicBezTo>
                    <a:pt x="4531" y="6271"/>
                    <a:pt x="4976" y="6861"/>
                    <a:pt x="4976" y="7699"/>
                  </a:cubicBezTo>
                  <a:cubicBezTo>
                    <a:pt x="4976" y="8641"/>
                    <a:pt x="4321" y="9178"/>
                    <a:pt x="3143" y="9178"/>
                  </a:cubicBezTo>
                  <a:cubicBezTo>
                    <a:pt x="2082" y="9178"/>
                    <a:pt x="1389" y="8667"/>
                    <a:pt x="1179" y="7633"/>
                  </a:cubicBezTo>
                  <a:lnTo>
                    <a:pt x="1" y="7633"/>
                  </a:lnTo>
                  <a:cubicBezTo>
                    <a:pt x="158" y="8929"/>
                    <a:pt x="996" y="9885"/>
                    <a:pt x="2567" y="10055"/>
                  </a:cubicBezTo>
                  <a:lnTo>
                    <a:pt x="2567" y="11233"/>
                  </a:lnTo>
                  <a:lnTo>
                    <a:pt x="3601" y="11233"/>
                  </a:lnTo>
                  <a:lnTo>
                    <a:pt x="3601" y="10068"/>
                  </a:lnTo>
                  <a:cubicBezTo>
                    <a:pt x="5172" y="9911"/>
                    <a:pt x="6154" y="8995"/>
                    <a:pt x="6154" y="7581"/>
                  </a:cubicBezTo>
                  <a:cubicBezTo>
                    <a:pt x="6154" y="6298"/>
                    <a:pt x="5526" y="5394"/>
                    <a:pt x="3326" y="4740"/>
                  </a:cubicBezTo>
                  <a:cubicBezTo>
                    <a:pt x="1873" y="4321"/>
                    <a:pt x="1389" y="4007"/>
                    <a:pt x="1389" y="3169"/>
                  </a:cubicBezTo>
                  <a:cubicBezTo>
                    <a:pt x="1389" y="2501"/>
                    <a:pt x="1794" y="1859"/>
                    <a:pt x="2947" y="1859"/>
                  </a:cubicBezTo>
                  <a:cubicBezTo>
                    <a:pt x="4230" y="1859"/>
                    <a:pt x="4583" y="2527"/>
                    <a:pt x="4714" y="3103"/>
                  </a:cubicBezTo>
                  <a:lnTo>
                    <a:pt x="5918" y="3103"/>
                  </a:lnTo>
                  <a:cubicBezTo>
                    <a:pt x="5814" y="2226"/>
                    <a:pt x="5290" y="1152"/>
                    <a:pt x="3523" y="969"/>
                  </a:cubicBezTo>
                  <a:lnTo>
                    <a:pt x="3523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9"/>
            <p:cNvSpPr/>
            <p:nvPr/>
          </p:nvSpPr>
          <p:spPr>
            <a:xfrm>
              <a:off x="6085197" y="1608975"/>
              <a:ext cx="160075" cy="286425"/>
            </a:xfrm>
            <a:custGeom>
              <a:rect b="b" l="l" r="r" t="t"/>
              <a:pathLst>
                <a:path extrusionOk="0" h="11457" w="6403">
                  <a:moveTo>
                    <a:pt x="3562" y="210"/>
                  </a:moveTo>
                  <a:lnTo>
                    <a:pt x="3562" y="1166"/>
                  </a:lnTo>
                  <a:lnTo>
                    <a:pt x="3653" y="1179"/>
                  </a:lnTo>
                  <a:cubicBezTo>
                    <a:pt x="5290" y="1349"/>
                    <a:pt x="5814" y="2292"/>
                    <a:pt x="5945" y="3103"/>
                  </a:cubicBezTo>
                  <a:lnTo>
                    <a:pt x="4937" y="3103"/>
                  </a:lnTo>
                  <a:cubicBezTo>
                    <a:pt x="4727" y="2279"/>
                    <a:pt x="4125" y="1873"/>
                    <a:pt x="3091" y="1873"/>
                  </a:cubicBezTo>
                  <a:cubicBezTo>
                    <a:pt x="2056" y="1873"/>
                    <a:pt x="1441" y="2396"/>
                    <a:pt x="1441" y="3287"/>
                  </a:cubicBezTo>
                  <a:cubicBezTo>
                    <a:pt x="1441" y="4216"/>
                    <a:pt x="2030" y="4543"/>
                    <a:pt x="3431" y="4949"/>
                  </a:cubicBezTo>
                  <a:cubicBezTo>
                    <a:pt x="5395" y="5525"/>
                    <a:pt x="6193" y="6324"/>
                    <a:pt x="6193" y="7699"/>
                  </a:cubicBezTo>
                  <a:cubicBezTo>
                    <a:pt x="6193" y="9047"/>
                    <a:pt x="5264" y="9937"/>
                    <a:pt x="3719" y="10081"/>
                  </a:cubicBezTo>
                  <a:lnTo>
                    <a:pt x="3627" y="10095"/>
                  </a:lnTo>
                  <a:lnTo>
                    <a:pt x="3627" y="11247"/>
                  </a:lnTo>
                  <a:lnTo>
                    <a:pt x="2789" y="11247"/>
                  </a:lnTo>
                  <a:lnTo>
                    <a:pt x="2789" y="10081"/>
                  </a:lnTo>
                  <a:lnTo>
                    <a:pt x="2698" y="10068"/>
                  </a:lnTo>
                  <a:cubicBezTo>
                    <a:pt x="1310" y="9911"/>
                    <a:pt x="446" y="9126"/>
                    <a:pt x="236" y="7856"/>
                  </a:cubicBezTo>
                  <a:lnTo>
                    <a:pt x="1218" y="7856"/>
                  </a:lnTo>
                  <a:cubicBezTo>
                    <a:pt x="1467" y="8864"/>
                    <a:pt x="2174" y="9401"/>
                    <a:pt x="3274" y="9401"/>
                  </a:cubicBezTo>
                  <a:cubicBezTo>
                    <a:pt x="4504" y="9401"/>
                    <a:pt x="5211" y="8825"/>
                    <a:pt x="5211" y="7817"/>
                  </a:cubicBezTo>
                  <a:cubicBezTo>
                    <a:pt x="5211" y="6848"/>
                    <a:pt x="4609" y="6272"/>
                    <a:pt x="3156" y="5866"/>
                  </a:cubicBezTo>
                  <a:cubicBezTo>
                    <a:pt x="1179" y="5303"/>
                    <a:pt x="446" y="4635"/>
                    <a:pt x="446" y="3391"/>
                  </a:cubicBezTo>
                  <a:cubicBezTo>
                    <a:pt x="446" y="2187"/>
                    <a:pt x="1297" y="1336"/>
                    <a:pt x="2658" y="1179"/>
                  </a:cubicBezTo>
                  <a:lnTo>
                    <a:pt x="2750" y="1166"/>
                  </a:lnTo>
                  <a:lnTo>
                    <a:pt x="2750" y="210"/>
                  </a:lnTo>
                  <a:close/>
                  <a:moveTo>
                    <a:pt x="2528" y="1"/>
                  </a:moveTo>
                  <a:lnTo>
                    <a:pt x="2528" y="982"/>
                  </a:lnTo>
                  <a:cubicBezTo>
                    <a:pt x="1114" y="1192"/>
                    <a:pt x="236" y="2095"/>
                    <a:pt x="236" y="3391"/>
                  </a:cubicBezTo>
                  <a:cubicBezTo>
                    <a:pt x="236" y="4936"/>
                    <a:pt x="1375" y="5565"/>
                    <a:pt x="3091" y="6062"/>
                  </a:cubicBezTo>
                  <a:cubicBezTo>
                    <a:pt x="4766" y="6533"/>
                    <a:pt x="5002" y="7188"/>
                    <a:pt x="5002" y="7817"/>
                  </a:cubicBezTo>
                  <a:cubicBezTo>
                    <a:pt x="5002" y="8707"/>
                    <a:pt x="4387" y="9191"/>
                    <a:pt x="3274" y="9191"/>
                  </a:cubicBezTo>
                  <a:cubicBezTo>
                    <a:pt x="2240" y="9191"/>
                    <a:pt x="1611" y="8707"/>
                    <a:pt x="1402" y="7738"/>
                  </a:cubicBezTo>
                  <a:lnTo>
                    <a:pt x="1375" y="7646"/>
                  </a:lnTo>
                  <a:lnTo>
                    <a:pt x="1" y="7646"/>
                  </a:lnTo>
                  <a:lnTo>
                    <a:pt x="14" y="7764"/>
                  </a:lnTo>
                  <a:cubicBezTo>
                    <a:pt x="197" y="9165"/>
                    <a:pt x="1127" y="10068"/>
                    <a:pt x="2593" y="10265"/>
                  </a:cubicBezTo>
                  <a:lnTo>
                    <a:pt x="2593" y="11456"/>
                  </a:lnTo>
                  <a:lnTo>
                    <a:pt x="3824" y="11456"/>
                  </a:lnTo>
                  <a:lnTo>
                    <a:pt x="3837" y="10304"/>
                  </a:lnTo>
                  <a:cubicBezTo>
                    <a:pt x="5447" y="10121"/>
                    <a:pt x="6403" y="9152"/>
                    <a:pt x="6403" y="7725"/>
                  </a:cubicBezTo>
                  <a:cubicBezTo>
                    <a:pt x="6403" y="6232"/>
                    <a:pt x="5565" y="5381"/>
                    <a:pt x="3496" y="4779"/>
                  </a:cubicBezTo>
                  <a:cubicBezTo>
                    <a:pt x="2004" y="4334"/>
                    <a:pt x="1637" y="4046"/>
                    <a:pt x="1637" y="3300"/>
                  </a:cubicBezTo>
                  <a:cubicBezTo>
                    <a:pt x="1637" y="2933"/>
                    <a:pt x="1781" y="2082"/>
                    <a:pt x="3091" y="2082"/>
                  </a:cubicBezTo>
                  <a:cubicBezTo>
                    <a:pt x="4046" y="2082"/>
                    <a:pt x="4596" y="2462"/>
                    <a:pt x="4766" y="3234"/>
                  </a:cubicBezTo>
                  <a:lnTo>
                    <a:pt x="4779" y="3313"/>
                  </a:lnTo>
                  <a:lnTo>
                    <a:pt x="6180" y="3313"/>
                  </a:lnTo>
                  <a:lnTo>
                    <a:pt x="6167" y="3195"/>
                  </a:lnTo>
                  <a:cubicBezTo>
                    <a:pt x="6076" y="2462"/>
                    <a:pt x="5630" y="1218"/>
                    <a:pt x="3771" y="982"/>
                  </a:cubicBezTo>
                  <a:lnTo>
                    <a:pt x="3771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40" name="Google Shape;1240;p9"/>
          <p:cNvGrpSpPr/>
          <p:nvPr/>
        </p:nvGrpSpPr>
        <p:grpSpPr>
          <a:xfrm>
            <a:off x="248406" y="682278"/>
            <a:ext cx="673157" cy="753988"/>
            <a:chOff x="1784625" y="2271900"/>
            <a:chExt cx="387875" cy="434450"/>
          </a:xfrm>
        </p:grpSpPr>
        <p:sp>
          <p:nvSpPr>
            <p:cNvPr id="1241" name="Google Shape;1241;p9"/>
            <p:cNvSpPr/>
            <p:nvPr/>
          </p:nvSpPr>
          <p:spPr>
            <a:xfrm>
              <a:off x="1787250" y="2271900"/>
              <a:ext cx="357775" cy="414950"/>
            </a:xfrm>
            <a:custGeom>
              <a:rect b="b" l="l" r="r" t="t"/>
              <a:pathLst>
                <a:path extrusionOk="0" h="16598" w="14311">
                  <a:moveTo>
                    <a:pt x="9769" y="1"/>
                  </a:moveTo>
                  <a:cubicBezTo>
                    <a:pt x="9670" y="1"/>
                    <a:pt x="9570" y="34"/>
                    <a:pt x="9492" y="100"/>
                  </a:cubicBezTo>
                  <a:lnTo>
                    <a:pt x="7908" y="1527"/>
                  </a:lnTo>
                  <a:cubicBezTo>
                    <a:pt x="6717" y="2600"/>
                    <a:pt x="5538" y="3687"/>
                    <a:pt x="4321" y="4734"/>
                  </a:cubicBezTo>
                  <a:cubicBezTo>
                    <a:pt x="3902" y="5101"/>
                    <a:pt x="3863" y="5311"/>
                    <a:pt x="3732" y="5873"/>
                  </a:cubicBezTo>
                  <a:cubicBezTo>
                    <a:pt x="3313" y="7733"/>
                    <a:pt x="2488" y="9487"/>
                    <a:pt x="1310" y="11006"/>
                  </a:cubicBezTo>
                  <a:cubicBezTo>
                    <a:pt x="603" y="11922"/>
                    <a:pt x="0" y="12708"/>
                    <a:pt x="92" y="13912"/>
                  </a:cubicBezTo>
                  <a:cubicBezTo>
                    <a:pt x="118" y="14436"/>
                    <a:pt x="249" y="14959"/>
                    <a:pt x="459" y="15431"/>
                  </a:cubicBezTo>
                  <a:cubicBezTo>
                    <a:pt x="510" y="15546"/>
                    <a:pt x="1135" y="16598"/>
                    <a:pt x="1225" y="16598"/>
                  </a:cubicBezTo>
                  <a:cubicBezTo>
                    <a:pt x="1228" y="16598"/>
                    <a:pt x="1229" y="16597"/>
                    <a:pt x="1231" y="16596"/>
                  </a:cubicBezTo>
                  <a:lnTo>
                    <a:pt x="14310" y="4813"/>
                  </a:lnTo>
                  <a:lnTo>
                    <a:pt x="10081" y="139"/>
                  </a:lnTo>
                  <a:cubicBezTo>
                    <a:pt x="10003" y="47"/>
                    <a:pt x="9887" y="1"/>
                    <a:pt x="9769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9"/>
            <p:cNvSpPr/>
            <p:nvPr/>
          </p:nvSpPr>
          <p:spPr>
            <a:xfrm>
              <a:off x="1818350" y="2391550"/>
              <a:ext cx="354150" cy="314800"/>
            </a:xfrm>
            <a:custGeom>
              <a:rect b="b" l="l" r="r" t="t"/>
              <a:pathLst>
                <a:path extrusionOk="0" h="12592" w="14166">
                  <a:moveTo>
                    <a:pt x="13079" y="1"/>
                  </a:moveTo>
                  <a:lnTo>
                    <a:pt x="7777" y="4766"/>
                  </a:lnTo>
                  <a:cubicBezTo>
                    <a:pt x="6599" y="5840"/>
                    <a:pt x="5394" y="6940"/>
                    <a:pt x="4294" y="7908"/>
                  </a:cubicBezTo>
                  <a:lnTo>
                    <a:pt x="236" y="11574"/>
                  </a:lnTo>
                  <a:cubicBezTo>
                    <a:pt x="13" y="11771"/>
                    <a:pt x="0" y="12111"/>
                    <a:pt x="196" y="12334"/>
                  </a:cubicBezTo>
                  <a:lnTo>
                    <a:pt x="275" y="12412"/>
                  </a:lnTo>
                  <a:cubicBezTo>
                    <a:pt x="381" y="12532"/>
                    <a:pt x="525" y="12592"/>
                    <a:pt x="671" y="12592"/>
                  </a:cubicBezTo>
                  <a:cubicBezTo>
                    <a:pt x="795" y="12592"/>
                    <a:pt x="919" y="12549"/>
                    <a:pt x="1021" y="12465"/>
                  </a:cubicBezTo>
                  <a:cubicBezTo>
                    <a:pt x="1283" y="12242"/>
                    <a:pt x="1571" y="11993"/>
                    <a:pt x="1610" y="11954"/>
                  </a:cubicBezTo>
                  <a:cubicBezTo>
                    <a:pt x="4124" y="9715"/>
                    <a:pt x="11456" y="3208"/>
                    <a:pt x="13852" y="1074"/>
                  </a:cubicBezTo>
                  <a:cubicBezTo>
                    <a:pt x="14166" y="786"/>
                    <a:pt x="14048" y="263"/>
                    <a:pt x="13629" y="145"/>
                  </a:cubicBezTo>
                  <a:lnTo>
                    <a:pt x="13079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9"/>
            <p:cNvSpPr/>
            <p:nvPr/>
          </p:nvSpPr>
          <p:spPr>
            <a:xfrm>
              <a:off x="1879550" y="2272050"/>
              <a:ext cx="166950" cy="139750"/>
            </a:xfrm>
            <a:custGeom>
              <a:rect b="b" l="l" r="r" t="t"/>
              <a:pathLst>
                <a:path extrusionOk="0" h="5590" w="6678">
                  <a:moveTo>
                    <a:pt x="6125" y="1"/>
                  </a:moveTo>
                  <a:cubicBezTo>
                    <a:pt x="5547" y="1"/>
                    <a:pt x="4167" y="866"/>
                    <a:pt x="2750" y="2149"/>
                  </a:cubicBezTo>
                  <a:cubicBezTo>
                    <a:pt x="1087" y="3642"/>
                    <a:pt x="0" y="5147"/>
                    <a:pt x="315" y="5514"/>
                  </a:cubicBezTo>
                  <a:cubicBezTo>
                    <a:pt x="361" y="5565"/>
                    <a:pt x="435" y="5589"/>
                    <a:pt x="531" y="5589"/>
                  </a:cubicBezTo>
                  <a:cubicBezTo>
                    <a:pt x="1105" y="5589"/>
                    <a:pt x="2491" y="4724"/>
                    <a:pt x="3915" y="3445"/>
                  </a:cubicBezTo>
                  <a:cubicBezTo>
                    <a:pt x="5591" y="1940"/>
                    <a:pt x="6677" y="434"/>
                    <a:pt x="6350" y="81"/>
                  </a:cubicBezTo>
                  <a:cubicBezTo>
                    <a:pt x="6302" y="27"/>
                    <a:pt x="6226" y="1"/>
                    <a:pt x="612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9"/>
            <p:cNvSpPr/>
            <p:nvPr/>
          </p:nvSpPr>
          <p:spPr>
            <a:xfrm>
              <a:off x="1784625" y="2592200"/>
              <a:ext cx="84475" cy="45525"/>
            </a:xfrm>
            <a:custGeom>
              <a:rect b="b" l="l" r="r" t="t"/>
              <a:pathLst>
                <a:path extrusionOk="0" h="1821" w="3379">
                  <a:moveTo>
                    <a:pt x="1" y="0"/>
                  </a:moveTo>
                  <a:lnTo>
                    <a:pt x="1" y="171"/>
                  </a:lnTo>
                  <a:cubicBezTo>
                    <a:pt x="1271" y="210"/>
                    <a:pt x="2462" y="812"/>
                    <a:pt x="3261" y="1820"/>
                  </a:cubicBezTo>
                  <a:lnTo>
                    <a:pt x="3378" y="1715"/>
                  </a:lnTo>
                  <a:cubicBezTo>
                    <a:pt x="2567" y="681"/>
                    <a:pt x="1323" y="53"/>
                    <a:pt x="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9"/>
            <p:cNvSpPr/>
            <p:nvPr/>
          </p:nvSpPr>
          <p:spPr>
            <a:xfrm>
              <a:off x="1840925" y="2388125"/>
              <a:ext cx="62550" cy="132425"/>
            </a:xfrm>
            <a:custGeom>
              <a:rect b="b" l="l" r="r" t="t"/>
              <a:pathLst>
                <a:path extrusionOk="0" h="5297" w="2502">
                  <a:moveTo>
                    <a:pt x="1537" y="1"/>
                  </a:moveTo>
                  <a:cubicBezTo>
                    <a:pt x="1505" y="1"/>
                    <a:pt x="1473" y="3"/>
                    <a:pt x="1441" y="7"/>
                  </a:cubicBezTo>
                  <a:cubicBezTo>
                    <a:pt x="668" y="151"/>
                    <a:pt x="747" y="989"/>
                    <a:pt x="747" y="1604"/>
                  </a:cubicBezTo>
                  <a:cubicBezTo>
                    <a:pt x="747" y="2782"/>
                    <a:pt x="498" y="4223"/>
                    <a:pt x="0" y="5296"/>
                  </a:cubicBezTo>
                  <a:lnTo>
                    <a:pt x="2331" y="2599"/>
                  </a:lnTo>
                  <a:cubicBezTo>
                    <a:pt x="2449" y="2167"/>
                    <a:pt x="2501" y="1722"/>
                    <a:pt x="2475" y="1277"/>
                  </a:cubicBezTo>
                  <a:cubicBezTo>
                    <a:pt x="2475" y="963"/>
                    <a:pt x="2383" y="662"/>
                    <a:pt x="2226" y="387"/>
                  </a:cubicBezTo>
                  <a:cubicBezTo>
                    <a:pt x="2073" y="152"/>
                    <a:pt x="1815" y="1"/>
                    <a:pt x="1537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9"/>
            <p:cNvSpPr/>
            <p:nvPr/>
          </p:nvSpPr>
          <p:spPr>
            <a:xfrm>
              <a:off x="1840600" y="2466175"/>
              <a:ext cx="62525" cy="20000"/>
            </a:xfrm>
            <a:custGeom>
              <a:rect b="b" l="l" r="r" t="t"/>
              <a:pathLst>
                <a:path extrusionOk="0" h="800" w="2501">
                  <a:moveTo>
                    <a:pt x="40" y="1"/>
                  </a:moveTo>
                  <a:lnTo>
                    <a:pt x="0" y="158"/>
                  </a:lnTo>
                  <a:lnTo>
                    <a:pt x="2462" y="799"/>
                  </a:lnTo>
                  <a:lnTo>
                    <a:pt x="2501" y="642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9"/>
            <p:cNvSpPr/>
            <p:nvPr/>
          </p:nvSpPr>
          <p:spPr>
            <a:xfrm>
              <a:off x="1841900" y="2444900"/>
              <a:ext cx="62550" cy="20000"/>
            </a:xfrm>
            <a:custGeom>
              <a:rect b="b" l="l" r="r" t="t"/>
              <a:pathLst>
                <a:path extrusionOk="0" h="800" w="2502">
                  <a:moveTo>
                    <a:pt x="40" y="1"/>
                  </a:moveTo>
                  <a:lnTo>
                    <a:pt x="1" y="158"/>
                  </a:lnTo>
                  <a:lnTo>
                    <a:pt x="2462" y="799"/>
                  </a:lnTo>
                  <a:lnTo>
                    <a:pt x="2501" y="655"/>
                  </a:lnTo>
                  <a:lnTo>
                    <a:pt x="4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9"/>
            <p:cNvSpPr/>
            <p:nvPr/>
          </p:nvSpPr>
          <p:spPr>
            <a:xfrm>
              <a:off x="1832425" y="2487775"/>
              <a:ext cx="61550" cy="20000"/>
            </a:xfrm>
            <a:custGeom>
              <a:rect b="b" l="l" r="r" t="t"/>
              <a:pathLst>
                <a:path extrusionOk="0" h="800" w="2462">
                  <a:moveTo>
                    <a:pt x="26" y="1"/>
                  </a:moveTo>
                  <a:lnTo>
                    <a:pt x="0" y="158"/>
                  </a:lnTo>
                  <a:cubicBezTo>
                    <a:pt x="812" y="315"/>
                    <a:pt x="1623" y="525"/>
                    <a:pt x="2409" y="800"/>
                  </a:cubicBezTo>
                  <a:lnTo>
                    <a:pt x="2461" y="642"/>
                  </a:lnTo>
                  <a:cubicBezTo>
                    <a:pt x="1663" y="368"/>
                    <a:pt x="851" y="145"/>
                    <a:pt x="2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49" name="Google Shape;1249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2113" y="1436275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0" name="Google Shape;1250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0901" y="1436263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1" name="Google Shape;1251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4963" y="2271776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2" name="Google Shape;1252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4963" y="2980800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3" name="Google Shape;1253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2113" y="2980800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4" name="Google Shape;12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12113" y="3529400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5" name="Google Shape;125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670913" y="3566850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6" name="Google Shape;1256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4963" y="3529400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7" name="Google Shape;125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4963" y="4078000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8" name="Google Shape;1258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234963" y="1436275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9" name="Google Shape;1259;p9"/>
          <p:cNvPicPr preferRelativeResize="0"/>
          <p:nvPr/>
        </p:nvPicPr>
        <p:blipFill rotWithShape="1">
          <a:blip r:embed="rId4">
            <a:alphaModFix/>
          </a:blip>
          <a:srcRect b="-8060" l="0" r="0" t="8060"/>
          <a:stretch/>
        </p:blipFill>
        <p:spPr>
          <a:xfrm>
            <a:off x="5670901" y="2291788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0" name="Google Shape;1260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2113" y="2271763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1" name="Google Shape;1261;p9"/>
          <p:cNvPicPr preferRelativeResize="0"/>
          <p:nvPr/>
        </p:nvPicPr>
        <p:blipFill rotWithShape="1">
          <a:blip r:embed="rId4">
            <a:alphaModFix/>
          </a:blip>
          <a:srcRect b="12080" l="0" r="0" t="-12080"/>
          <a:stretch/>
        </p:blipFill>
        <p:spPr>
          <a:xfrm>
            <a:off x="5670913" y="2929325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2" name="Google Shape;126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012113" y="4078000"/>
            <a:ext cx="559875" cy="55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3" name="Google Shape;1263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670925" y="4078000"/>
            <a:ext cx="559875" cy="559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7" name="Shape 1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8" name="Google Shape;1268;p11"/>
          <p:cNvSpPr txBox="1"/>
          <p:nvPr>
            <p:ph type="title"/>
          </p:nvPr>
        </p:nvSpPr>
        <p:spPr>
          <a:xfrm>
            <a:off x="720000" y="300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Результаты и пути развития</a:t>
            </a:r>
            <a:endParaRPr/>
          </a:p>
        </p:txBody>
      </p:sp>
      <p:sp>
        <p:nvSpPr>
          <p:cNvPr id="1269" name="Google Shape;1269;p11"/>
          <p:cNvSpPr txBox="1"/>
          <p:nvPr>
            <p:ph idx="2" type="subTitle"/>
          </p:nvPr>
        </p:nvSpPr>
        <p:spPr>
          <a:xfrm>
            <a:off x="4232703" y="1735113"/>
            <a:ext cx="3617700" cy="203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Создан Telegram чат-бот, с помощью которого покупатели смогут оптимизировать свое пребывание в торговых центрах, в частности, осуществлять быстрый поиск необходимых товаров среди большого ассортимента магазинов торговых центров.</a:t>
            </a:r>
            <a:endParaRPr sz="1600"/>
          </a:p>
        </p:txBody>
      </p:sp>
      <p:grpSp>
        <p:nvGrpSpPr>
          <p:cNvPr id="1270" name="Google Shape;1270;p11"/>
          <p:cNvGrpSpPr/>
          <p:nvPr/>
        </p:nvGrpSpPr>
        <p:grpSpPr>
          <a:xfrm rot="-796065">
            <a:off x="-123516" y="1277132"/>
            <a:ext cx="1074915" cy="631870"/>
            <a:chOff x="7181413" y="1382775"/>
            <a:chExt cx="1074924" cy="631875"/>
          </a:xfrm>
        </p:grpSpPr>
        <p:sp>
          <p:nvSpPr>
            <p:cNvPr id="1271" name="Google Shape;1271;p11"/>
            <p:cNvSpPr/>
            <p:nvPr/>
          </p:nvSpPr>
          <p:spPr>
            <a:xfrm>
              <a:off x="7181413" y="1382775"/>
              <a:ext cx="1074924" cy="631875"/>
            </a:xfrm>
            <a:custGeom>
              <a:rect b="b" l="l" r="r" t="t"/>
              <a:pathLst>
                <a:path extrusionOk="0" h="11585" w="19708">
                  <a:moveTo>
                    <a:pt x="19191" y="112"/>
                  </a:moveTo>
                  <a:cubicBezTo>
                    <a:pt x="19419" y="112"/>
                    <a:pt x="19608" y="308"/>
                    <a:pt x="19608" y="550"/>
                  </a:cubicBezTo>
                  <a:lnTo>
                    <a:pt x="19608" y="11047"/>
                  </a:lnTo>
                  <a:cubicBezTo>
                    <a:pt x="19608" y="11297"/>
                    <a:pt x="19408" y="11485"/>
                    <a:pt x="19170" y="11485"/>
                  </a:cubicBezTo>
                  <a:lnTo>
                    <a:pt x="550" y="11485"/>
                  </a:lnTo>
                  <a:cubicBezTo>
                    <a:pt x="300" y="11485"/>
                    <a:pt x="100" y="11297"/>
                    <a:pt x="113" y="11047"/>
                  </a:cubicBezTo>
                  <a:lnTo>
                    <a:pt x="113" y="550"/>
                  </a:lnTo>
                  <a:cubicBezTo>
                    <a:pt x="113" y="308"/>
                    <a:pt x="289" y="112"/>
                    <a:pt x="528" y="112"/>
                  </a:cubicBezTo>
                  <a:cubicBezTo>
                    <a:pt x="535" y="112"/>
                    <a:pt x="543" y="112"/>
                    <a:pt x="550" y="113"/>
                  </a:cubicBezTo>
                  <a:lnTo>
                    <a:pt x="19170" y="113"/>
                  </a:lnTo>
                  <a:cubicBezTo>
                    <a:pt x="19177" y="112"/>
                    <a:pt x="19184" y="112"/>
                    <a:pt x="19191" y="112"/>
                  </a:cubicBezTo>
                  <a:close/>
                  <a:moveTo>
                    <a:pt x="550" y="0"/>
                  </a:moveTo>
                  <a:cubicBezTo>
                    <a:pt x="250" y="0"/>
                    <a:pt x="13" y="250"/>
                    <a:pt x="0" y="550"/>
                  </a:cubicBezTo>
                  <a:lnTo>
                    <a:pt x="0" y="11047"/>
                  </a:lnTo>
                  <a:cubicBezTo>
                    <a:pt x="0" y="11347"/>
                    <a:pt x="250" y="11585"/>
                    <a:pt x="550" y="11585"/>
                  </a:cubicBezTo>
                  <a:lnTo>
                    <a:pt x="19170" y="11585"/>
                  </a:lnTo>
                  <a:cubicBezTo>
                    <a:pt x="19470" y="11585"/>
                    <a:pt x="19708" y="11347"/>
                    <a:pt x="19708" y="11047"/>
                  </a:cubicBezTo>
                  <a:lnTo>
                    <a:pt x="19708" y="550"/>
                  </a:lnTo>
                  <a:cubicBezTo>
                    <a:pt x="19708" y="250"/>
                    <a:pt x="19470" y="0"/>
                    <a:pt x="19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2" name="Google Shape;1272;p11"/>
            <p:cNvSpPr/>
            <p:nvPr/>
          </p:nvSpPr>
          <p:spPr>
            <a:xfrm>
              <a:off x="7184795" y="1844913"/>
              <a:ext cx="1068815" cy="75705"/>
            </a:xfrm>
            <a:custGeom>
              <a:rect b="b" l="l" r="r" t="t"/>
              <a:pathLst>
                <a:path extrusionOk="0" h="1388" w="19596">
                  <a:moveTo>
                    <a:pt x="1" y="0"/>
                  </a:moveTo>
                  <a:lnTo>
                    <a:pt x="1" y="1387"/>
                  </a:lnTo>
                  <a:lnTo>
                    <a:pt x="19596" y="1387"/>
                  </a:lnTo>
                  <a:lnTo>
                    <a:pt x="19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3" name="Google Shape;1273;p11"/>
            <p:cNvSpPr/>
            <p:nvPr/>
          </p:nvSpPr>
          <p:spPr>
            <a:xfrm>
              <a:off x="7254336" y="1446808"/>
              <a:ext cx="180699" cy="115957"/>
            </a:xfrm>
            <a:custGeom>
              <a:rect b="b" l="l" r="r" t="t"/>
              <a:pathLst>
                <a:path extrusionOk="0" h="2126" w="3313">
                  <a:moveTo>
                    <a:pt x="263" y="1"/>
                  </a:moveTo>
                  <a:cubicBezTo>
                    <a:pt x="125" y="1"/>
                    <a:pt x="1" y="113"/>
                    <a:pt x="1" y="263"/>
                  </a:cubicBezTo>
                  <a:lnTo>
                    <a:pt x="1" y="1875"/>
                  </a:lnTo>
                  <a:cubicBezTo>
                    <a:pt x="1" y="2013"/>
                    <a:pt x="125" y="2125"/>
                    <a:pt x="263" y="2125"/>
                  </a:cubicBezTo>
                  <a:lnTo>
                    <a:pt x="3062" y="2125"/>
                  </a:lnTo>
                  <a:cubicBezTo>
                    <a:pt x="3200" y="2125"/>
                    <a:pt x="3312" y="2013"/>
                    <a:pt x="3312" y="1875"/>
                  </a:cubicBezTo>
                  <a:lnTo>
                    <a:pt x="3312" y="263"/>
                  </a:lnTo>
                  <a:cubicBezTo>
                    <a:pt x="3312" y="113"/>
                    <a:pt x="3200" y="1"/>
                    <a:pt x="3062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4" name="Google Shape;1274;p11"/>
            <p:cNvSpPr/>
            <p:nvPr/>
          </p:nvSpPr>
          <p:spPr>
            <a:xfrm>
              <a:off x="7182068" y="1778753"/>
              <a:ext cx="1074269" cy="70960"/>
            </a:xfrm>
            <a:custGeom>
              <a:rect b="b" l="l" r="r" t="t"/>
              <a:pathLst>
                <a:path extrusionOk="0" h="1301" w="19696">
                  <a:moveTo>
                    <a:pt x="1688" y="1"/>
                  </a:moveTo>
                  <a:lnTo>
                    <a:pt x="1" y="1188"/>
                  </a:lnTo>
                  <a:lnTo>
                    <a:pt x="51" y="1275"/>
                  </a:lnTo>
                  <a:lnTo>
                    <a:pt x="1688" y="126"/>
                  </a:lnTo>
                  <a:lnTo>
                    <a:pt x="3400" y="1288"/>
                  </a:lnTo>
                  <a:lnTo>
                    <a:pt x="5187" y="126"/>
                  </a:lnTo>
                  <a:lnTo>
                    <a:pt x="6637" y="1300"/>
                  </a:lnTo>
                  <a:lnTo>
                    <a:pt x="8224" y="126"/>
                  </a:lnTo>
                  <a:lnTo>
                    <a:pt x="9786" y="1300"/>
                  </a:lnTo>
                  <a:lnTo>
                    <a:pt x="11323" y="126"/>
                  </a:lnTo>
                  <a:lnTo>
                    <a:pt x="12872" y="1300"/>
                  </a:lnTo>
                  <a:lnTo>
                    <a:pt x="14622" y="126"/>
                  </a:lnTo>
                  <a:lnTo>
                    <a:pt x="16209" y="1300"/>
                  </a:lnTo>
                  <a:lnTo>
                    <a:pt x="17859" y="126"/>
                  </a:lnTo>
                  <a:lnTo>
                    <a:pt x="19646" y="1275"/>
                  </a:lnTo>
                  <a:lnTo>
                    <a:pt x="19696" y="1188"/>
                  </a:lnTo>
                  <a:lnTo>
                    <a:pt x="17859" y="1"/>
                  </a:lnTo>
                  <a:lnTo>
                    <a:pt x="16209" y="1176"/>
                  </a:lnTo>
                  <a:lnTo>
                    <a:pt x="14622" y="1"/>
                  </a:lnTo>
                  <a:lnTo>
                    <a:pt x="12872" y="1176"/>
                  </a:lnTo>
                  <a:lnTo>
                    <a:pt x="11323" y="1"/>
                  </a:lnTo>
                  <a:lnTo>
                    <a:pt x="9786" y="1176"/>
                  </a:lnTo>
                  <a:lnTo>
                    <a:pt x="8224" y="1"/>
                  </a:lnTo>
                  <a:lnTo>
                    <a:pt x="6637" y="1163"/>
                  </a:lnTo>
                  <a:lnTo>
                    <a:pt x="5200" y="1"/>
                  </a:lnTo>
                  <a:lnTo>
                    <a:pt x="3400" y="1176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11"/>
            <p:cNvSpPr/>
            <p:nvPr/>
          </p:nvSpPr>
          <p:spPr>
            <a:xfrm>
              <a:off x="7182068" y="1735174"/>
              <a:ext cx="1074269" cy="70251"/>
            </a:xfrm>
            <a:custGeom>
              <a:rect b="b" l="l" r="r" t="t"/>
              <a:pathLst>
                <a:path extrusionOk="0" h="1288" w="19696">
                  <a:moveTo>
                    <a:pt x="1688" y="0"/>
                  </a:moveTo>
                  <a:lnTo>
                    <a:pt x="1" y="1187"/>
                  </a:lnTo>
                  <a:lnTo>
                    <a:pt x="51" y="1262"/>
                  </a:lnTo>
                  <a:lnTo>
                    <a:pt x="1688" y="125"/>
                  </a:lnTo>
                  <a:lnTo>
                    <a:pt x="3400" y="1287"/>
                  </a:lnTo>
                  <a:lnTo>
                    <a:pt x="5187" y="125"/>
                  </a:lnTo>
                  <a:lnTo>
                    <a:pt x="6637" y="1287"/>
                  </a:lnTo>
                  <a:lnTo>
                    <a:pt x="8224" y="125"/>
                  </a:lnTo>
                  <a:lnTo>
                    <a:pt x="9786" y="1287"/>
                  </a:lnTo>
                  <a:lnTo>
                    <a:pt x="11323" y="125"/>
                  </a:lnTo>
                  <a:lnTo>
                    <a:pt x="12872" y="1287"/>
                  </a:lnTo>
                  <a:lnTo>
                    <a:pt x="14622" y="125"/>
                  </a:lnTo>
                  <a:lnTo>
                    <a:pt x="16209" y="1287"/>
                  </a:lnTo>
                  <a:lnTo>
                    <a:pt x="17859" y="113"/>
                  </a:lnTo>
                  <a:lnTo>
                    <a:pt x="19646" y="1262"/>
                  </a:lnTo>
                  <a:lnTo>
                    <a:pt x="19696" y="1187"/>
                  </a:lnTo>
                  <a:lnTo>
                    <a:pt x="17859" y="0"/>
                  </a:lnTo>
                  <a:lnTo>
                    <a:pt x="16209" y="1162"/>
                  </a:lnTo>
                  <a:lnTo>
                    <a:pt x="14622" y="0"/>
                  </a:lnTo>
                  <a:lnTo>
                    <a:pt x="12872" y="1162"/>
                  </a:lnTo>
                  <a:lnTo>
                    <a:pt x="11323" y="0"/>
                  </a:lnTo>
                  <a:lnTo>
                    <a:pt x="9786" y="1162"/>
                  </a:lnTo>
                  <a:lnTo>
                    <a:pt x="8224" y="0"/>
                  </a:lnTo>
                  <a:lnTo>
                    <a:pt x="6637" y="1162"/>
                  </a:lnTo>
                  <a:lnTo>
                    <a:pt x="5200" y="0"/>
                  </a:lnTo>
                  <a:lnTo>
                    <a:pt x="3400" y="1162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11"/>
            <p:cNvSpPr/>
            <p:nvPr/>
          </p:nvSpPr>
          <p:spPr>
            <a:xfrm>
              <a:off x="7182068" y="1690831"/>
              <a:ext cx="1074269" cy="70960"/>
            </a:xfrm>
            <a:custGeom>
              <a:rect b="b" l="l" r="r" t="t"/>
              <a:pathLst>
                <a:path extrusionOk="0" h="1301" w="19696">
                  <a:moveTo>
                    <a:pt x="1688" y="1"/>
                  </a:moveTo>
                  <a:lnTo>
                    <a:pt x="1" y="1188"/>
                  </a:lnTo>
                  <a:lnTo>
                    <a:pt x="51" y="1275"/>
                  </a:lnTo>
                  <a:lnTo>
                    <a:pt x="1688" y="126"/>
                  </a:lnTo>
                  <a:lnTo>
                    <a:pt x="3400" y="1288"/>
                  </a:lnTo>
                  <a:lnTo>
                    <a:pt x="5187" y="126"/>
                  </a:lnTo>
                  <a:lnTo>
                    <a:pt x="6637" y="1300"/>
                  </a:lnTo>
                  <a:lnTo>
                    <a:pt x="8224" y="126"/>
                  </a:lnTo>
                  <a:lnTo>
                    <a:pt x="9786" y="1288"/>
                  </a:lnTo>
                  <a:lnTo>
                    <a:pt x="11323" y="126"/>
                  </a:lnTo>
                  <a:lnTo>
                    <a:pt x="12872" y="1288"/>
                  </a:lnTo>
                  <a:lnTo>
                    <a:pt x="14622" y="126"/>
                  </a:lnTo>
                  <a:lnTo>
                    <a:pt x="16209" y="1288"/>
                  </a:lnTo>
                  <a:lnTo>
                    <a:pt x="17859" y="126"/>
                  </a:lnTo>
                  <a:lnTo>
                    <a:pt x="19646" y="1275"/>
                  </a:lnTo>
                  <a:lnTo>
                    <a:pt x="19696" y="1188"/>
                  </a:lnTo>
                  <a:lnTo>
                    <a:pt x="17859" y="1"/>
                  </a:lnTo>
                  <a:lnTo>
                    <a:pt x="16209" y="1175"/>
                  </a:lnTo>
                  <a:lnTo>
                    <a:pt x="14622" y="1"/>
                  </a:lnTo>
                  <a:lnTo>
                    <a:pt x="12872" y="1175"/>
                  </a:lnTo>
                  <a:lnTo>
                    <a:pt x="11323" y="1"/>
                  </a:lnTo>
                  <a:lnTo>
                    <a:pt x="9786" y="1163"/>
                  </a:lnTo>
                  <a:lnTo>
                    <a:pt x="8224" y="1"/>
                  </a:lnTo>
                  <a:lnTo>
                    <a:pt x="6637" y="1163"/>
                  </a:lnTo>
                  <a:lnTo>
                    <a:pt x="5200" y="1"/>
                  </a:lnTo>
                  <a:lnTo>
                    <a:pt x="3400" y="1175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1277" name="Google Shape;1277;p11"/>
          <p:cNvSpPr/>
          <p:nvPr/>
        </p:nvSpPr>
        <p:spPr>
          <a:xfrm>
            <a:off x="4359600" y="1162225"/>
            <a:ext cx="3363900" cy="473400"/>
          </a:xfrm>
          <a:prstGeom prst="roundRect">
            <a:avLst>
              <a:gd fmla="val 6750" name="adj"/>
            </a:avLst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8" name="Google Shape;1278;p11"/>
          <p:cNvSpPr txBox="1"/>
          <p:nvPr/>
        </p:nvSpPr>
        <p:spPr>
          <a:xfrm>
            <a:off x="4402350" y="1185813"/>
            <a:ext cx="3278400" cy="2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600" u="none" cap="none" strike="noStrike">
                <a:solidFill>
                  <a:schemeClr val="dk2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Цель проекта: достигнута</a:t>
            </a:r>
            <a:endParaRPr b="0" i="0" sz="1600" u="none" cap="none" strike="noStrike">
              <a:solidFill>
                <a:schemeClr val="dk2"/>
              </a:solidFill>
              <a:latin typeface="Roboto Serif ExtraBold"/>
              <a:ea typeface="Roboto Serif ExtraBold"/>
              <a:cs typeface="Roboto Serif ExtraBold"/>
              <a:sym typeface="Roboto Serif ExtraBold"/>
            </a:endParaRPr>
          </a:p>
        </p:txBody>
      </p:sp>
      <p:grpSp>
        <p:nvGrpSpPr>
          <p:cNvPr id="1279" name="Google Shape;1279;p11"/>
          <p:cNvGrpSpPr/>
          <p:nvPr/>
        </p:nvGrpSpPr>
        <p:grpSpPr>
          <a:xfrm rot="-1484131">
            <a:off x="7398544" y="2174794"/>
            <a:ext cx="1317418" cy="554884"/>
            <a:chOff x="2752579" y="951472"/>
            <a:chExt cx="1716213" cy="731855"/>
          </a:xfrm>
        </p:grpSpPr>
        <p:sp>
          <p:nvSpPr>
            <p:cNvPr id="1280" name="Google Shape;1280;p11"/>
            <p:cNvSpPr/>
            <p:nvPr/>
          </p:nvSpPr>
          <p:spPr>
            <a:xfrm>
              <a:off x="3228372" y="1120971"/>
              <a:ext cx="1240420" cy="546373"/>
            </a:xfrm>
            <a:custGeom>
              <a:rect b="b" l="l" r="r" t="t"/>
              <a:pathLst>
                <a:path extrusionOk="0" h="8136" w="18471">
                  <a:moveTo>
                    <a:pt x="1" y="0"/>
                  </a:moveTo>
                  <a:lnTo>
                    <a:pt x="1" y="8136"/>
                  </a:lnTo>
                  <a:lnTo>
                    <a:pt x="18471" y="8136"/>
                  </a:lnTo>
                  <a:lnTo>
                    <a:pt x="1847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11"/>
            <p:cNvSpPr/>
            <p:nvPr/>
          </p:nvSpPr>
          <p:spPr>
            <a:xfrm>
              <a:off x="3186400" y="1051331"/>
              <a:ext cx="1240487" cy="545500"/>
            </a:xfrm>
            <a:custGeom>
              <a:rect b="b" l="l" r="r" t="t"/>
              <a:pathLst>
                <a:path extrusionOk="0" h="8123" w="18472">
                  <a:moveTo>
                    <a:pt x="1" y="0"/>
                  </a:moveTo>
                  <a:lnTo>
                    <a:pt x="1" y="8123"/>
                  </a:lnTo>
                  <a:lnTo>
                    <a:pt x="18471" y="8123"/>
                  </a:lnTo>
                  <a:lnTo>
                    <a:pt x="18471" y="0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11"/>
            <p:cNvSpPr/>
            <p:nvPr/>
          </p:nvSpPr>
          <p:spPr>
            <a:xfrm>
              <a:off x="3172969" y="1037900"/>
              <a:ext cx="1267349" cy="572362"/>
            </a:xfrm>
            <a:custGeom>
              <a:rect b="b" l="l" r="r" t="t"/>
              <a:pathLst>
                <a:path extrusionOk="0" h="8523" w="18872">
                  <a:moveTo>
                    <a:pt x="18471" y="400"/>
                  </a:moveTo>
                  <a:lnTo>
                    <a:pt x="18471" y="8123"/>
                  </a:lnTo>
                  <a:lnTo>
                    <a:pt x="401" y="8123"/>
                  </a:lnTo>
                  <a:lnTo>
                    <a:pt x="401" y="400"/>
                  </a:lnTo>
                  <a:close/>
                  <a:moveTo>
                    <a:pt x="1" y="0"/>
                  </a:moveTo>
                  <a:lnTo>
                    <a:pt x="1" y="8523"/>
                  </a:lnTo>
                  <a:lnTo>
                    <a:pt x="18871" y="8523"/>
                  </a:lnTo>
                  <a:lnTo>
                    <a:pt x="1887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11"/>
            <p:cNvSpPr/>
            <p:nvPr/>
          </p:nvSpPr>
          <p:spPr>
            <a:xfrm>
              <a:off x="3431449" y="1210757"/>
              <a:ext cx="637032" cy="346318"/>
            </a:xfrm>
            <a:custGeom>
              <a:rect b="b" l="l" r="r" t="t"/>
              <a:pathLst>
                <a:path extrusionOk="0" h="5157" w="9486">
                  <a:moveTo>
                    <a:pt x="463" y="1"/>
                  </a:moveTo>
                  <a:cubicBezTo>
                    <a:pt x="388" y="225"/>
                    <a:pt x="326" y="463"/>
                    <a:pt x="276" y="688"/>
                  </a:cubicBezTo>
                  <a:cubicBezTo>
                    <a:pt x="1" y="2062"/>
                    <a:pt x="488" y="3700"/>
                    <a:pt x="601" y="5112"/>
                  </a:cubicBezTo>
                  <a:lnTo>
                    <a:pt x="1276" y="5112"/>
                  </a:lnTo>
                  <a:cubicBezTo>
                    <a:pt x="1288" y="4987"/>
                    <a:pt x="1288" y="4874"/>
                    <a:pt x="1276" y="4749"/>
                  </a:cubicBezTo>
                  <a:cubicBezTo>
                    <a:pt x="1226" y="4124"/>
                    <a:pt x="1288" y="3500"/>
                    <a:pt x="1438" y="2900"/>
                  </a:cubicBezTo>
                  <a:cubicBezTo>
                    <a:pt x="2375" y="3087"/>
                    <a:pt x="3000" y="4499"/>
                    <a:pt x="3850" y="4962"/>
                  </a:cubicBezTo>
                  <a:cubicBezTo>
                    <a:pt x="3962" y="5012"/>
                    <a:pt x="4062" y="5074"/>
                    <a:pt x="4175" y="5112"/>
                  </a:cubicBezTo>
                  <a:lnTo>
                    <a:pt x="7536" y="5112"/>
                  </a:lnTo>
                  <a:cubicBezTo>
                    <a:pt x="7770" y="5112"/>
                    <a:pt x="8081" y="5156"/>
                    <a:pt x="8362" y="5156"/>
                  </a:cubicBezTo>
                  <a:cubicBezTo>
                    <a:pt x="8503" y="5156"/>
                    <a:pt x="8636" y="5145"/>
                    <a:pt x="8749" y="5112"/>
                  </a:cubicBezTo>
                  <a:cubicBezTo>
                    <a:pt x="9486" y="4887"/>
                    <a:pt x="8561" y="4062"/>
                    <a:pt x="8299" y="3899"/>
                  </a:cubicBezTo>
                  <a:cubicBezTo>
                    <a:pt x="7974" y="3700"/>
                    <a:pt x="7624" y="3537"/>
                    <a:pt x="7274" y="3400"/>
                  </a:cubicBezTo>
                  <a:cubicBezTo>
                    <a:pt x="7154" y="3352"/>
                    <a:pt x="6920" y="3224"/>
                    <a:pt x="6791" y="3224"/>
                  </a:cubicBezTo>
                  <a:cubicBezTo>
                    <a:pt x="6785" y="3224"/>
                    <a:pt x="6780" y="3224"/>
                    <a:pt x="6774" y="3225"/>
                  </a:cubicBezTo>
                  <a:cubicBezTo>
                    <a:pt x="6749" y="3225"/>
                    <a:pt x="6724" y="3225"/>
                    <a:pt x="6699" y="3237"/>
                  </a:cubicBezTo>
                  <a:cubicBezTo>
                    <a:pt x="6499" y="3312"/>
                    <a:pt x="6387" y="3625"/>
                    <a:pt x="6262" y="3800"/>
                  </a:cubicBezTo>
                  <a:cubicBezTo>
                    <a:pt x="6249" y="3825"/>
                    <a:pt x="6224" y="3862"/>
                    <a:pt x="6187" y="3874"/>
                  </a:cubicBezTo>
                  <a:cubicBezTo>
                    <a:pt x="6162" y="3874"/>
                    <a:pt x="6137" y="3874"/>
                    <a:pt x="6112" y="3862"/>
                  </a:cubicBezTo>
                  <a:cubicBezTo>
                    <a:pt x="5225" y="3500"/>
                    <a:pt x="4400" y="3012"/>
                    <a:pt x="3650" y="2412"/>
                  </a:cubicBezTo>
                  <a:cubicBezTo>
                    <a:pt x="2950" y="1838"/>
                    <a:pt x="2638" y="738"/>
                    <a:pt x="2088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11"/>
            <p:cNvSpPr/>
            <p:nvPr/>
          </p:nvSpPr>
          <p:spPr>
            <a:xfrm>
              <a:off x="3671528" y="1168785"/>
              <a:ext cx="633675" cy="347527"/>
            </a:xfrm>
            <a:custGeom>
              <a:rect b="b" l="l" r="r" t="t"/>
              <a:pathLst>
                <a:path extrusionOk="0" h="5175" w="9436">
                  <a:moveTo>
                    <a:pt x="8710" y="1"/>
                  </a:moveTo>
                  <a:lnTo>
                    <a:pt x="8035" y="26"/>
                  </a:lnTo>
                  <a:cubicBezTo>
                    <a:pt x="8035" y="151"/>
                    <a:pt x="8035" y="276"/>
                    <a:pt x="8060" y="388"/>
                  </a:cubicBezTo>
                  <a:cubicBezTo>
                    <a:pt x="8135" y="1013"/>
                    <a:pt x="8110" y="1638"/>
                    <a:pt x="7985" y="2250"/>
                  </a:cubicBezTo>
                  <a:cubicBezTo>
                    <a:pt x="7036" y="2088"/>
                    <a:pt x="6361" y="713"/>
                    <a:pt x="5486" y="276"/>
                  </a:cubicBezTo>
                  <a:cubicBezTo>
                    <a:pt x="5386" y="226"/>
                    <a:pt x="5274" y="188"/>
                    <a:pt x="5149" y="138"/>
                  </a:cubicBezTo>
                  <a:cubicBezTo>
                    <a:pt x="3699" y="201"/>
                    <a:pt x="2237" y="301"/>
                    <a:pt x="775" y="326"/>
                  </a:cubicBezTo>
                  <a:cubicBezTo>
                    <a:pt x="662" y="326"/>
                    <a:pt x="550" y="351"/>
                    <a:pt x="462" y="413"/>
                  </a:cubicBezTo>
                  <a:cubicBezTo>
                    <a:pt x="0" y="738"/>
                    <a:pt x="837" y="1388"/>
                    <a:pt x="1087" y="1525"/>
                  </a:cubicBezTo>
                  <a:cubicBezTo>
                    <a:pt x="1412" y="1700"/>
                    <a:pt x="1762" y="1863"/>
                    <a:pt x="2124" y="1988"/>
                  </a:cubicBezTo>
                  <a:cubicBezTo>
                    <a:pt x="2244" y="2035"/>
                    <a:pt x="2476" y="2151"/>
                    <a:pt x="2617" y="2151"/>
                  </a:cubicBezTo>
                  <a:cubicBezTo>
                    <a:pt x="2624" y="2151"/>
                    <a:pt x="2630" y="2151"/>
                    <a:pt x="2637" y="2150"/>
                  </a:cubicBezTo>
                  <a:cubicBezTo>
                    <a:pt x="2662" y="2138"/>
                    <a:pt x="2687" y="2125"/>
                    <a:pt x="2712" y="2113"/>
                  </a:cubicBezTo>
                  <a:cubicBezTo>
                    <a:pt x="2899" y="2038"/>
                    <a:pt x="3012" y="1713"/>
                    <a:pt x="3112" y="1538"/>
                  </a:cubicBezTo>
                  <a:cubicBezTo>
                    <a:pt x="3137" y="1500"/>
                    <a:pt x="3149" y="1475"/>
                    <a:pt x="3187" y="1463"/>
                  </a:cubicBezTo>
                  <a:cubicBezTo>
                    <a:pt x="3212" y="1463"/>
                    <a:pt x="3237" y="1463"/>
                    <a:pt x="3262" y="1475"/>
                  </a:cubicBezTo>
                  <a:cubicBezTo>
                    <a:pt x="4161" y="1788"/>
                    <a:pt x="5011" y="2250"/>
                    <a:pt x="5774" y="2825"/>
                  </a:cubicBezTo>
                  <a:cubicBezTo>
                    <a:pt x="6511" y="3362"/>
                    <a:pt x="6873" y="4450"/>
                    <a:pt x="7436" y="5174"/>
                  </a:cubicBezTo>
                  <a:lnTo>
                    <a:pt x="9060" y="5099"/>
                  </a:lnTo>
                  <a:cubicBezTo>
                    <a:pt x="9123" y="4874"/>
                    <a:pt x="9173" y="4649"/>
                    <a:pt x="9210" y="4412"/>
                  </a:cubicBezTo>
                  <a:cubicBezTo>
                    <a:pt x="9435" y="3025"/>
                    <a:pt x="8885" y="1400"/>
                    <a:pt x="871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11"/>
            <p:cNvSpPr/>
            <p:nvPr/>
          </p:nvSpPr>
          <p:spPr>
            <a:xfrm>
              <a:off x="2752579" y="1168785"/>
              <a:ext cx="960921" cy="514542"/>
            </a:xfrm>
            <a:custGeom>
              <a:rect b="b" l="l" r="r" t="t"/>
              <a:pathLst>
                <a:path extrusionOk="0" h="7662" w="14309">
                  <a:moveTo>
                    <a:pt x="0" y="1"/>
                  </a:moveTo>
                  <a:lnTo>
                    <a:pt x="0" y="6711"/>
                  </a:lnTo>
                  <a:lnTo>
                    <a:pt x="438" y="7661"/>
                  </a:lnTo>
                  <a:lnTo>
                    <a:pt x="14309" y="5699"/>
                  </a:lnTo>
                  <a:lnTo>
                    <a:pt x="14309" y="4687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6" name="Google Shape;1286;p11"/>
            <p:cNvSpPr/>
            <p:nvPr/>
          </p:nvSpPr>
          <p:spPr>
            <a:xfrm>
              <a:off x="2752579" y="951472"/>
              <a:ext cx="960921" cy="668058"/>
            </a:xfrm>
            <a:custGeom>
              <a:rect b="b" l="l" r="r" t="t"/>
              <a:pathLst>
                <a:path extrusionOk="0" h="9948" w="14309">
                  <a:moveTo>
                    <a:pt x="13247" y="0"/>
                  </a:moveTo>
                  <a:lnTo>
                    <a:pt x="0" y="2112"/>
                  </a:lnTo>
                  <a:lnTo>
                    <a:pt x="0" y="9947"/>
                  </a:lnTo>
                  <a:lnTo>
                    <a:pt x="14309" y="7923"/>
                  </a:lnTo>
                  <a:lnTo>
                    <a:pt x="13247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7" name="Google Shape;1287;p11"/>
            <p:cNvSpPr/>
            <p:nvPr/>
          </p:nvSpPr>
          <p:spPr>
            <a:xfrm>
              <a:off x="2858281" y="1155690"/>
              <a:ext cx="686593" cy="195958"/>
            </a:xfrm>
            <a:custGeom>
              <a:rect b="b" l="l" r="r" t="t"/>
              <a:pathLst>
                <a:path extrusionOk="0" h="2918" w="10224">
                  <a:moveTo>
                    <a:pt x="9362" y="1"/>
                  </a:moveTo>
                  <a:cubicBezTo>
                    <a:pt x="9325" y="1"/>
                    <a:pt x="9287" y="3"/>
                    <a:pt x="9248" y="8"/>
                  </a:cubicBezTo>
                  <a:lnTo>
                    <a:pt x="701" y="1308"/>
                  </a:lnTo>
                  <a:cubicBezTo>
                    <a:pt x="301" y="1370"/>
                    <a:pt x="1" y="1708"/>
                    <a:pt x="1" y="2108"/>
                  </a:cubicBezTo>
                  <a:cubicBezTo>
                    <a:pt x="1" y="2565"/>
                    <a:pt x="366" y="2917"/>
                    <a:pt x="801" y="2917"/>
                  </a:cubicBezTo>
                  <a:cubicBezTo>
                    <a:pt x="842" y="2917"/>
                    <a:pt x="884" y="2914"/>
                    <a:pt x="925" y="2907"/>
                  </a:cubicBezTo>
                  <a:lnTo>
                    <a:pt x="9486" y="1658"/>
                  </a:lnTo>
                  <a:cubicBezTo>
                    <a:pt x="9923" y="1595"/>
                    <a:pt x="10223" y="1208"/>
                    <a:pt x="10186" y="783"/>
                  </a:cubicBezTo>
                  <a:lnTo>
                    <a:pt x="10186" y="733"/>
                  </a:lnTo>
                  <a:cubicBezTo>
                    <a:pt x="10140" y="309"/>
                    <a:pt x="9778" y="1"/>
                    <a:pt x="9362" y="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288" name="Google Shape;1288;p11"/>
          <p:cNvGrpSpPr/>
          <p:nvPr/>
        </p:nvGrpSpPr>
        <p:grpSpPr>
          <a:xfrm>
            <a:off x="2286289" y="1253935"/>
            <a:ext cx="1766164" cy="2998437"/>
            <a:chOff x="1352900" y="1539660"/>
            <a:chExt cx="1456149" cy="2472122"/>
          </a:xfrm>
        </p:grpSpPr>
        <p:sp>
          <p:nvSpPr>
            <p:cNvPr id="1289" name="Google Shape;1289;p11"/>
            <p:cNvSpPr/>
            <p:nvPr/>
          </p:nvSpPr>
          <p:spPr>
            <a:xfrm>
              <a:off x="1714344" y="2148226"/>
              <a:ext cx="421627" cy="563292"/>
            </a:xfrm>
            <a:custGeom>
              <a:rect b="b" l="l" r="r" t="t"/>
              <a:pathLst>
                <a:path extrusionOk="0" h="8199" w="6137">
                  <a:moveTo>
                    <a:pt x="2921" y="1"/>
                  </a:moveTo>
                  <a:cubicBezTo>
                    <a:pt x="2237" y="1"/>
                    <a:pt x="1570" y="248"/>
                    <a:pt x="1138" y="806"/>
                  </a:cubicBezTo>
                  <a:cubicBezTo>
                    <a:pt x="488" y="1644"/>
                    <a:pt x="450" y="2943"/>
                    <a:pt x="363" y="3956"/>
                  </a:cubicBezTo>
                  <a:cubicBezTo>
                    <a:pt x="276" y="5018"/>
                    <a:pt x="1" y="6530"/>
                    <a:pt x="863" y="7367"/>
                  </a:cubicBezTo>
                  <a:cubicBezTo>
                    <a:pt x="1454" y="7938"/>
                    <a:pt x="2323" y="8199"/>
                    <a:pt x="3190" y="8199"/>
                  </a:cubicBezTo>
                  <a:cubicBezTo>
                    <a:pt x="3916" y="8199"/>
                    <a:pt x="4641" y="8016"/>
                    <a:pt x="5199" y="7680"/>
                  </a:cubicBezTo>
                  <a:cubicBezTo>
                    <a:pt x="6086" y="7130"/>
                    <a:pt x="6136" y="6168"/>
                    <a:pt x="5949" y="5193"/>
                  </a:cubicBezTo>
                  <a:cubicBezTo>
                    <a:pt x="5837" y="4618"/>
                    <a:pt x="5662" y="4056"/>
                    <a:pt x="5599" y="3481"/>
                  </a:cubicBezTo>
                  <a:cubicBezTo>
                    <a:pt x="5512" y="2681"/>
                    <a:pt x="5649" y="1806"/>
                    <a:pt x="5224" y="1131"/>
                  </a:cubicBezTo>
                  <a:cubicBezTo>
                    <a:pt x="5137" y="1006"/>
                    <a:pt x="5037" y="894"/>
                    <a:pt x="4924" y="781"/>
                  </a:cubicBezTo>
                  <a:cubicBezTo>
                    <a:pt x="4418" y="288"/>
                    <a:pt x="3660" y="1"/>
                    <a:pt x="29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11"/>
            <p:cNvSpPr/>
            <p:nvPr/>
          </p:nvSpPr>
          <p:spPr>
            <a:xfrm>
              <a:off x="1775283" y="1718698"/>
              <a:ext cx="223283" cy="196558"/>
            </a:xfrm>
            <a:custGeom>
              <a:rect b="b" l="l" r="r" t="t"/>
              <a:pathLst>
                <a:path extrusionOk="0" h="2861" w="3250">
                  <a:moveTo>
                    <a:pt x="1589" y="0"/>
                  </a:moveTo>
                  <a:cubicBezTo>
                    <a:pt x="970" y="0"/>
                    <a:pt x="340" y="360"/>
                    <a:pt x="113" y="1260"/>
                  </a:cubicBezTo>
                  <a:cubicBezTo>
                    <a:pt x="1" y="1610"/>
                    <a:pt x="38" y="1985"/>
                    <a:pt x="201" y="2310"/>
                  </a:cubicBezTo>
                  <a:cubicBezTo>
                    <a:pt x="432" y="2650"/>
                    <a:pt x="816" y="2860"/>
                    <a:pt x="1227" y="2860"/>
                  </a:cubicBezTo>
                  <a:cubicBezTo>
                    <a:pt x="1239" y="2860"/>
                    <a:pt x="1251" y="2860"/>
                    <a:pt x="1263" y="2860"/>
                  </a:cubicBezTo>
                  <a:cubicBezTo>
                    <a:pt x="1276" y="2860"/>
                    <a:pt x="1290" y="2860"/>
                    <a:pt x="1303" y="2860"/>
                  </a:cubicBezTo>
                  <a:cubicBezTo>
                    <a:pt x="1850" y="2860"/>
                    <a:pt x="2358" y="2612"/>
                    <a:pt x="2688" y="2185"/>
                  </a:cubicBezTo>
                  <a:cubicBezTo>
                    <a:pt x="3250" y="1472"/>
                    <a:pt x="3100" y="823"/>
                    <a:pt x="2675" y="410"/>
                  </a:cubicBezTo>
                  <a:cubicBezTo>
                    <a:pt x="2394" y="154"/>
                    <a:pt x="1994" y="0"/>
                    <a:pt x="1589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11"/>
            <p:cNvSpPr/>
            <p:nvPr/>
          </p:nvSpPr>
          <p:spPr>
            <a:xfrm>
              <a:off x="2022543" y="3377864"/>
              <a:ext cx="168390" cy="584109"/>
            </a:xfrm>
            <a:custGeom>
              <a:rect b="b" l="l" r="r" t="t"/>
              <a:pathLst>
                <a:path extrusionOk="0" h="8502" w="2451">
                  <a:moveTo>
                    <a:pt x="1491" y="1"/>
                  </a:moveTo>
                  <a:cubicBezTo>
                    <a:pt x="1376" y="1"/>
                    <a:pt x="1246" y="29"/>
                    <a:pt x="1101" y="91"/>
                  </a:cubicBezTo>
                  <a:cubicBezTo>
                    <a:pt x="63" y="554"/>
                    <a:pt x="1" y="1928"/>
                    <a:pt x="63" y="2878"/>
                  </a:cubicBezTo>
                  <a:cubicBezTo>
                    <a:pt x="163" y="4290"/>
                    <a:pt x="538" y="5702"/>
                    <a:pt x="913" y="7052"/>
                  </a:cubicBezTo>
                  <a:cubicBezTo>
                    <a:pt x="1076" y="7639"/>
                    <a:pt x="1238" y="8177"/>
                    <a:pt x="1763" y="8502"/>
                  </a:cubicBezTo>
                  <a:cubicBezTo>
                    <a:pt x="1763" y="8502"/>
                    <a:pt x="1763" y="8502"/>
                    <a:pt x="1764" y="8502"/>
                  </a:cubicBezTo>
                  <a:cubicBezTo>
                    <a:pt x="1842" y="8502"/>
                    <a:pt x="2438" y="3201"/>
                    <a:pt x="2438" y="2716"/>
                  </a:cubicBezTo>
                  <a:cubicBezTo>
                    <a:pt x="2450" y="2178"/>
                    <a:pt x="2413" y="1641"/>
                    <a:pt x="2338" y="1116"/>
                  </a:cubicBezTo>
                  <a:cubicBezTo>
                    <a:pt x="2216" y="509"/>
                    <a:pt x="1981" y="1"/>
                    <a:pt x="14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11"/>
            <p:cNvSpPr/>
            <p:nvPr/>
          </p:nvSpPr>
          <p:spPr>
            <a:xfrm>
              <a:off x="2016566" y="3374497"/>
              <a:ext cx="177802" cy="590910"/>
            </a:xfrm>
            <a:custGeom>
              <a:rect b="b" l="l" r="r" t="t"/>
              <a:pathLst>
                <a:path extrusionOk="0" h="8601" w="2588">
                  <a:moveTo>
                    <a:pt x="1588" y="103"/>
                  </a:moveTo>
                  <a:cubicBezTo>
                    <a:pt x="1675" y="103"/>
                    <a:pt x="1775" y="115"/>
                    <a:pt x="1850" y="165"/>
                  </a:cubicBezTo>
                  <a:cubicBezTo>
                    <a:pt x="2100" y="290"/>
                    <a:pt x="2275" y="628"/>
                    <a:pt x="2375" y="1165"/>
                  </a:cubicBezTo>
                  <a:cubicBezTo>
                    <a:pt x="2462" y="1702"/>
                    <a:pt x="2500" y="2227"/>
                    <a:pt x="2487" y="2765"/>
                  </a:cubicBezTo>
                  <a:cubicBezTo>
                    <a:pt x="2475" y="3252"/>
                    <a:pt x="1950" y="7901"/>
                    <a:pt x="1837" y="8463"/>
                  </a:cubicBezTo>
                  <a:cubicBezTo>
                    <a:pt x="1338" y="8151"/>
                    <a:pt x="1188" y="7613"/>
                    <a:pt x="1050" y="7101"/>
                  </a:cubicBezTo>
                  <a:cubicBezTo>
                    <a:pt x="700" y="5814"/>
                    <a:pt x="300" y="4377"/>
                    <a:pt x="200" y="2927"/>
                  </a:cubicBezTo>
                  <a:cubicBezTo>
                    <a:pt x="100" y="1428"/>
                    <a:pt x="425" y="540"/>
                    <a:pt x="1213" y="190"/>
                  </a:cubicBezTo>
                  <a:cubicBezTo>
                    <a:pt x="1325" y="140"/>
                    <a:pt x="1463" y="103"/>
                    <a:pt x="1588" y="103"/>
                  </a:cubicBezTo>
                  <a:close/>
                  <a:moveTo>
                    <a:pt x="1560" y="1"/>
                  </a:moveTo>
                  <a:cubicBezTo>
                    <a:pt x="1429" y="1"/>
                    <a:pt x="1296" y="35"/>
                    <a:pt x="1175" y="103"/>
                  </a:cubicBezTo>
                  <a:cubicBezTo>
                    <a:pt x="350" y="465"/>
                    <a:pt x="0" y="1390"/>
                    <a:pt x="100" y="2940"/>
                  </a:cubicBezTo>
                  <a:cubicBezTo>
                    <a:pt x="200" y="4389"/>
                    <a:pt x="600" y="5839"/>
                    <a:pt x="950" y="7126"/>
                  </a:cubicBezTo>
                  <a:cubicBezTo>
                    <a:pt x="1113" y="7676"/>
                    <a:pt x="1263" y="8251"/>
                    <a:pt x="1825" y="8588"/>
                  </a:cubicBezTo>
                  <a:lnTo>
                    <a:pt x="1850" y="8601"/>
                  </a:lnTo>
                  <a:lnTo>
                    <a:pt x="1875" y="8588"/>
                  </a:lnTo>
                  <a:cubicBezTo>
                    <a:pt x="1912" y="8576"/>
                    <a:pt x="1950" y="8551"/>
                    <a:pt x="2262" y="5826"/>
                  </a:cubicBezTo>
                  <a:cubicBezTo>
                    <a:pt x="2425" y="4502"/>
                    <a:pt x="2575" y="3015"/>
                    <a:pt x="2575" y="2765"/>
                  </a:cubicBezTo>
                  <a:cubicBezTo>
                    <a:pt x="2587" y="2227"/>
                    <a:pt x="2550" y="1690"/>
                    <a:pt x="2475" y="1153"/>
                  </a:cubicBezTo>
                  <a:cubicBezTo>
                    <a:pt x="2362" y="578"/>
                    <a:pt x="2175" y="215"/>
                    <a:pt x="1887" y="78"/>
                  </a:cubicBezTo>
                  <a:cubicBezTo>
                    <a:pt x="1784" y="26"/>
                    <a:pt x="1672" y="1"/>
                    <a:pt x="156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11"/>
            <p:cNvSpPr/>
            <p:nvPr/>
          </p:nvSpPr>
          <p:spPr>
            <a:xfrm>
              <a:off x="1586420" y="3489849"/>
              <a:ext cx="175191" cy="486070"/>
            </a:xfrm>
            <a:custGeom>
              <a:rect b="b" l="l" r="r" t="t"/>
              <a:pathLst>
                <a:path extrusionOk="0" h="7075" w="2550">
                  <a:moveTo>
                    <a:pt x="1110" y="0"/>
                  </a:moveTo>
                  <a:cubicBezTo>
                    <a:pt x="844" y="0"/>
                    <a:pt x="597" y="135"/>
                    <a:pt x="438" y="448"/>
                  </a:cubicBezTo>
                  <a:cubicBezTo>
                    <a:pt x="1" y="1273"/>
                    <a:pt x="263" y="3185"/>
                    <a:pt x="263" y="4110"/>
                  </a:cubicBezTo>
                  <a:cubicBezTo>
                    <a:pt x="263" y="4997"/>
                    <a:pt x="288" y="5872"/>
                    <a:pt x="350" y="6747"/>
                  </a:cubicBezTo>
                  <a:cubicBezTo>
                    <a:pt x="350" y="6822"/>
                    <a:pt x="338" y="7047"/>
                    <a:pt x="438" y="7072"/>
                  </a:cubicBezTo>
                  <a:cubicBezTo>
                    <a:pt x="442" y="7073"/>
                    <a:pt x="446" y="7074"/>
                    <a:pt x="451" y="7074"/>
                  </a:cubicBezTo>
                  <a:cubicBezTo>
                    <a:pt x="552" y="7074"/>
                    <a:pt x="828" y="6719"/>
                    <a:pt x="875" y="6659"/>
                  </a:cubicBezTo>
                  <a:cubicBezTo>
                    <a:pt x="1725" y="5472"/>
                    <a:pt x="2425" y="3910"/>
                    <a:pt x="2512" y="2435"/>
                  </a:cubicBezTo>
                  <a:cubicBezTo>
                    <a:pt x="2550" y="1823"/>
                    <a:pt x="2487" y="1186"/>
                    <a:pt x="2163" y="686"/>
                  </a:cubicBezTo>
                  <a:cubicBezTo>
                    <a:pt x="2138" y="636"/>
                    <a:pt x="2113" y="598"/>
                    <a:pt x="2075" y="561"/>
                  </a:cubicBezTo>
                  <a:cubicBezTo>
                    <a:pt x="1816" y="218"/>
                    <a:pt x="1448" y="0"/>
                    <a:pt x="111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11"/>
            <p:cNvSpPr/>
            <p:nvPr/>
          </p:nvSpPr>
          <p:spPr>
            <a:xfrm>
              <a:off x="1590748" y="3486826"/>
              <a:ext cx="175191" cy="493215"/>
            </a:xfrm>
            <a:custGeom>
              <a:rect b="b" l="l" r="r" t="t"/>
              <a:pathLst>
                <a:path extrusionOk="0" h="7179" w="2550">
                  <a:moveTo>
                    <a:pt x="1037" y="92"/>
                  </a:moveTo>
                  <a:cubicBezTo>
                    <a:pt x="1412" y="130"/>
                    <a:pt x="1762" y="330"/>
                    <a:pt x="1975" y="642"/>
                  </a:cubicBezTo>
                  <a:cubicBezTo>
                    <a:pt x="2000" y="680"/>
                    <a:pt x="2037" y="717"/>
                    <a:pt x="2062" y="767"/>
                  </a:cubicBezTo>
                  <a:cubicBezTo>
                    <a:pt x="2337" y="1192"/>
                    <a:pt x="2449" y="1754"/>
                    <a:pt x="2399" y="2479"/>
                  </a:cubicBezTo>
                  <a:cubicBezTo>
                    <a:pt x="2312" y="3829"/>
                    <a:pt x="1725" y="5366"/>
                    <a:pt x="762" y="6678"/>
                  </a:cubicBezTo>
                  <a:cubicBezTo>
                    <a:pt x="662" y="6841"/>
                    <a:pt x="537" y="6978"/>
                    <a:pt x="387" y="7078"/>
                  </a:cubicBezTo>
                  <a:cubicBezTo>
                    <a:pt x="362" y="7078"/>
                    <a:pt x="337" y="6991"/>
                    <a:pt x="337" y="6841"/>
                  </a:cubicBezTo>
                  <a:lnTo>
                    <a:pt x="337" y="6791"/>
                  </a:lnTo>
                  <a:cubicBezTo>
                    <a:pt x="275" y="5916"/>
                    <a:pt x="250" y="5041"/>
                    <a:pt x="250" y="4166"/>
                  </a:cubicBezTo>
                  <a:cubicBezTo>
                    <a:pt x="250" y="3929"/>
                    <a:pt x="237" y="3629"/>
                    <a:pt x="213" y="3317"/>
                  </a:cubicBezTo>
                  <a:cubicBezTo>
                    <a:pt x="163" y="2342"/>
                    <a:pt x="100" y="1117"/>
                    <a:pt x="412" y="505"/>
                  </a:cubicBezTo>
                  <a:cubicBezTo>
                    <a:pt x="512" y="280"/>
                    <a:pt x="725" y="117"/>
                    <a:pt x="975" y="92"/>
                  </a:cubicBezTo>
                  <a:close/>
                  <a:moveTo>
                    <a:pt x="1054" y="1"/>
                  </a:moveTo>
                  <a:cubicBezTo>
                    <a:pt x="1028" y="1"/>
                    <a:pt x="1001" y="2"/>
                    <a:pt x="975" y="5"/>
                  </a:cubicBezTo>
                  <a:cubicBezTo>
                    <a:pt x="687" y="30"/>
                    <a:pt x="437" y="205"/>
                    <a:pt x="325" y="467"/>
                  </a:cubicBezTo>
                  <a:cubicBezTo>
                    <a:pt x="0" y="1105"/>
                    <a:pt x="63" y="2342"/>
                    <a:pt x="113" y="3329"/>
                  </a:cubicBezTo>
                  <a:cubicBezTo>
                    <a:pt x="138" y="3641"/>
                    <a:pt x="150" y="3929"/>
                    <a:pt x="150" y="4166"/>
                  </a:cubicBezTo>
                  <a:cubicBezTo>
                    <a:pt x="150" y="5041"/>
                    <a:pt x="175" y="5928"/>
                    <a:pt x="237" y="6791"/>
                  </a:cubicBezTo>
                  <a:cubicBezTo>
                    <a:pt x="237" y="6816"/>
                    <a:pt x="237" y="6828"/>
                    <a:pt x="237" y="6841"/>
                  </a:cubicBezTo>
                  <a:cubicBezTo>
                    <a:pt x="237" y="6966"/>
                    <a:pt x="237" y="7141"/>
                    <a:pt x="350" y="7178"/>
                  </a:cubicBezTo>
                  <a:lnTo>
                    <a:pt x="375" y="7178"/>
                  </a:lnTo>
                  <a:cubicBezTo>
                    <a:pt x="525" y="7178"/>
                    <a:pt x="787" y="6816"/>
                    <a:pt x="850" y="6741"/>
                  </a:cubicBezTo>
                  <a:cubicBezTo>
                    <a:pt x="1812" y="5403"/>
                    <a:pt x="2412" y="3854"/>
                    <a:pt x="2499" y="2479"/>
                  </a:cubicBezTo>
                  <a:cubicBezTo>
                    <a:pt x="2549" y="1729"/>
                    <a:pt x="2437" y="1142"/>
                    <a:pt x="2149" y="705"/>
                  </a:cubicBezTo>
                  <a:cubicBezTo>
                    <a:pt x="2112" y="655"/>
                    <a:pt x="2087" y="617"/>
                    <a:pt x="2062" y="580"/>
                  </a:cubicBezTo>
                  <a:cubicBezTo>
                    <a:pt x="1772" y="220"/>
                    <a:pt x="1396" y="1"/>
                    <a:pt x="105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11"/>
            <p:cNvSpPr/>
            <p:nvPr/>
          </p:nvSpPr>
          <p:spPr>
            <a:xfrm>
              <a:off x="1533175" y="2396792"/>
              <a:ext cx="736697" cy="1372195"/>
            </a:xfrm>
            <a:custGeom>
              <a:rect b="b" l="l" r="r" t="t"/>
              <a:pathLst>
                <a:path extrusionOk="0" h="19973" w="10723">
                  <a:moveTo>
                    <a:pt x="2950" y="0"/>
                  </a:moveTo>
                  <a:lnTo>
                    <a:pt x="2950" y="0"/>
                  </a:lnTo>
                  <a:cubicBezTo>
                    <a:pt x="2951" y="0"/>
                    <a:pt x="2951" y="1"/>
                    <a:pt x="2952" y="1"/>
                  </a:cubicBezTo>
                  <a:lnTo>
                    <a:pt x="2952" y="1"/>
                  </a:lnTo>
                  <a:cubicBezTo>
                    <a:pt x="2951" y="0"/>
                    <a:pt x="2951" y="0"/>
                    <a:pt x="2950" y="0"/>
                  </a:cubicBezTo>
                  <a:close/>
                  <a:moveTo>
                    <a:pt x="2952" y="1"/>
                  </a:moveTo>
                  <a:cubicBezTo>
                    <a:pt x="2963" y="6"/>
                    <a:pt x="2963" y="55"/>
                    <a:pt x="2963" y="138"/>
                  </a:cubicBezTo>
                  <a:cubicBezTo>
                    <a:pt x="2838" y="200"/>
                    <a:pt x="2738" y="288"/>
                    <a:pt x="2675" y="400"/>
                  </a:cubicBezTo>
                  <a:cubicBezTo>
                    <a:pt x="2225" y="1000"/>
                    <a:pt x="1850" y="1650"/>
                    <a:pt x="1550" y="2350"/>
                  </a:cubicBezTo>
                  <a:cubicBezTo>
                    <a:pt x="226" y="5349"/>
                    <a:pt x="338" y="8810"/>
                    <a:pt x="276" y="12084"/>
                  </a:cubicBezTo>
                  <a:cubicBezTo>
                    <a:pt x="213" y="14646"/>
                    <a:pt x="163" y="17208"/>
                    <a:pt x="1" y="19757"/>
                  </a:cubicBezTo>
                  <a:cubicBezTo>
                    <a:pt x="1126" y="19804"/>
                    <a:pt x="2251" y="19972"/>
                    <a:pt x="3377" y="19972"/>
                  </a:cubicBezTo>
                  <a:cubicBezTo>
                    <a:pt x="3451" y="19972"/>
                    <a:pt x="3525" y="19971"/>
                    <a:pt x="3600" y="19970"/>
                  </a:cubicBezTo>
                  <a:cubicBezTo>
                    <a:pt x="3837" y="17433"/>
                    <a:pt x="4225" y="14909"/>
                    <a:pt x="4450" y="12372"/>
                  </a:cubicBezTo>
                  <a:cubicBezTo>
                    <a:pt x="4575" y="11010"/>
                    <a:pt x="4550" y="9635"/>
                    <a:pt x="4687" y="8273"/>
                  </a:cubicBezTo>
                  <a:cubicBezTo>
                    <a:pt x="4762" y="7436"/>
                    <a:pt x="4837" y="6523"/>
                    <a:pt x="4974" y="5686"/>
                  </a:cubicBezTo>
                  <a:cubicBezTo>
                    <a:pt x="4987" y="5624"/>
                    <a:pt x="5037" y="5586"/>
                    <a:pt x="5099" y="5586"/>
                  </a:cubicBezTo>
                  <a:cubicBezTo>
                    <a:pt x="5249" y="5586"/>
                    <a:pt x="5455" y="5542"/>
                    <a:pt x="5617" y="5542"/>
                  </a:cubicBezTo>
                  <a:cubicBezTo>
                    <a:pt x="5752" y="5542"/>
                    <a:pt x="5857" y="5573"/>
                    <a:pt x="5874" y="5686"/>
                  </a:cubicBezTo>
                  <a:cubicBezTo>
                    <a:pt x="5949" y="6199"/>
                    <a:pt x="5999" y="6711"/>
                    <a:pt x="6012" y="7223"/>
                  </a:cubicBezTo>
                  <a:cubicBezTo>
                    <a:pt x="6062" y="8123"/>
                    <a:pt x="6087" y="9035"/>
                    <a:pt x="6149" y="9948"/>
                  </a:cubicBezTo>
                  <a:cubicBezTo>
                    <a:pt x="6187" y="10497"/>
                    <a:pt x="6487" y="15259"/>
                    <a:pt x="6774" y="18008"/>
                  </a:cubicBezTo>
                  <a:cubicBezTo>
                    <a:pt x="6898" y="19149"/>
                    <a:pt x="7010" y="19957"/>
                    <a:pt x="7121" y="19957"/>
                  </a:cubicBezTo>
                  <a:cubicBezTo>
                    <a:pt x="7122" y="19957"/>
                    <a:pt x="7123" y="19957"/>
                    <a:pt x="7124" y="19957"/>
                  </a:cubicBezTo>
                  <a:cubicBezTo>
                    <a:pt x="8336" y="19932"/>
                    <a:pt x="9548" y="19745"/>
                    <a:pt x="10723" y="19395"/>
                  </a:cubicBezTo>
                  <a:cubicBezTo>
                    <a:pt x="10561" y="19383"/>
                    <a:pt x="10561" y="12772"/>
                    <a:pt x="10548" y="12322"/>
                  </a:cubicBezTo>
                  <a:cubicBezTo>
                    <a:pt x="10461" y="10197"/>
                    <a:pt x="10211" y="8236"/>
                    <a:pt x="10098" y="6124"/>
                  </a:cubicBezTo>
                  <a:cubicBezTo>
                    <a:pt x="10023" y="4799"/>
                    <a:pt x="9786" y="3487"/>
                    <a:pt x="9373" y="2225"/>
                  </a:cubicBezTo>
                  <a:cubicBezTo>
                    <a:pt x="9136" y="1475"/>
                    <a:pt x="8636" y="750"/>
                    <a:pt x="8286" y="50"/>
                  </a:cubicBezTo>
                  <a:lnTo>
                    <a:pt x="4362" y="50"/>
                  </a:lnTo>
                  <a:cubicBezTo>
                    <a:pt x="4125" y="50"/>
                    <a:pt x="3871" y="68"/>
                    <a:pt x="3618" y="68"/>
                  </a:cubicBezTo>
                  <a:cubicBezTo>
                    <a:pt x="3391" y="68"/>
                    <a:pt x="3165" y="54"/>
                    <a:pt x="2952" y="1"/>
                  </a:cubicBezTo>
                  <a:close/>
                </a:path>
              </a:pathLst>
            </a:custGeom>
            <a:solidFill>
              <a:srgbClr val="FF8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11"/>
            <p:cNvSpPr/>
            <p:nvPr/>
          </p:nvSpPr>
          <p:spPr>
            <a:xfrm>
              <a:off x="2086093" y="1880905"/>
              <a:ext cx="719521" cy="358627"/>
            </a:xfrm>
            <a:custGeom>
              <a:rect b="b" l="l" r="r" t="t"/>
              <a:pathLst>
                <a:path extrusionOk="0" h="5220" w="10473">
                  <a:moveTo>
                    <a:pt x="10397" y="0"/>
                  </a:moveTo>
                  <a:cubicBezTo>
                    <a:pt x="10353" y="0"/>
                    <a:pt x="10300" y="16"/>
                    <a:pt x="10260" y="36"/>
                  </a:cubicBezTo>
                  <a:cubicBezTo>
                    <a:pt x="9336" y="561"/>
                    <a:pt x="8411" y="1098"/>
                    <a:pt x="7524" y="1698"/>
                  </a:cubicBezTo>
                  <a:cubicBezTo>
                    <a:pt x="6736" y="2211"/>
                    <a:pt x="5799" y="2711"/>
                    <a:pt x="4862" y="2786"/>
                  </a:cubicBezTo>
                  <a:cubicBezTo>
                    <a:pt x="4560" y="2817"/>
                    <a:pt x="4255" y="2833"/>
                    <a:pt x="3951" y="2833"/>
                  </a:cubicBezTo>
                  <a:cubicBezTo>
                    <a:pt x="3173" y="2833"/>
                    <a:pt x="2392" y="2730"/>
                    <a:pt x="1638" y="2523"/>
                  </a:cubicBezTo>
                  <a:cubicBezTo>
                    <a:pt x="1450" y="2473"/>
                    <a:pt x="1204" y="2422"/>
                    <a:pt x="970" y="2422"/>
                  </a:cubicBezTo>
                  <a:cubicBezTo>
                    <a:pt x="798" y="2422"/>
                    <a:pt x="633" y="2449"/>
                    <a:pt x="501" y="2523"/>
                  </a:cubicBezTo>
                  <a:cubicBezTo>
                    <a:pt x="176" y="2686"/>
                    <a:pt x="13" y="3185"/>
                    <a:pt x="1" y="3510"/>
                  </a:cubicBezTo>
                  <a:cubicBezTo>
                    <a:pt x="1" y="3948"/>
                    <a:pt x="188" y="4360"/>
                    <a:pt x="538" y="4623"/>
                  </a:cubicBezTo>
                  <a:cubicBezTo>
                    <a:pt x="775" y="4785"/>
                    <a:pt x="1050" y="4910"/>
                    <a:pt x="1350" y="4972"/>
                  </a:cubicBezTo>
                  <a:cubicBezTo>
                    <a:pt x="1966" y="5139"/>
                    <a:pt x="2599" y="5219"/>
                    <a:pt x="3242" y="5219"/>
                  </a:cubicBezTo>
                  <a:cubicBezTo>
                    <a:pt x="3369" y="5219"/>
                    <a:pt x="3497" y="5216"/>
                    <a:pt x="3625" y="5210"/>
                  </a:cubicBezTo>
                  <a:cubicBezTo>
                    <a:pt x="5549" y="5097"/>
                    <a:pt x="7149" y="4085"/>
                    <a:pt x="8323" y="2598"/>
                  </a:cubicBezTo>
                  <a:cubicBezTo>
                    <a:pt x="8561" y="2248"/>
                    <a:pt x="8861" y="1961"/>
                    <a:pt x="9211" y="1748"/>
                  </a:cubicBezTo>
                  <a:cubicBezTo>
                    <a:pt x="9461" y="1611"/>
                    <a:pt x="9898" y="1511"/>
                    <a:pt x="10023" y="1223"/>
                  </a:cubicBezTo>
                  <a:cubicBezTo>
                    <a:pt x="10093" y="1033"/>
                    <a:pt x="9971" y="738"/>
                    <a:pt x="9778" y="738"/>
                  </a:cubicBezTo>
                  <a:cubicBezTo>
                    <a:pt x="9732" y="738"/>
                    <a:pt x="9682" y="755"/>
                    <a:pt x="9631" y="793"/>
                  </a:cubicBezTo>
                  <a:lnTo>
                    <a:pt x="9631" y="793"/>
                  </a:lnTo>
                  <a:lnTo>
                    <a:pt x="10335" y="261"/>
                  </a:lnTo>
                  <a:cubicBezTo>
                    <a:pt x="10385" y="224"/>
                    <a:pt x="10435" y="174"/>
                    <a:pt x="10460" y="111"/>
                  </a:cubicBezTo>
                  <a:cubicBezTo>
                    <a:pt x="10473" y="99"/>
                    <a:pt x="10473" y="74"/>
                    <a:pt x="10473" y="49"/>
                  </a:cubicBezTo>
                  <a:cubicBezTo>
                    <a:pt x="10467" y="13"/>
                    <a:pt x="10436" y="0"/>
                    <a:pt x="103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11"/>
            <p:cNvSpPr/>
            <p:nvPr/>
          </p:nvSpPr>
          <p:spPr>
            <a:xfrm>
              <a:off x="2082658" y="1876439"/>
              <a:ext cx="726392" cy="366734"/>
            </a:xfrm>
            <a:custGeom>
              <a:rect b="b" l="l" r="r" t="t"/>
              <a:pathLst>
                <a:path extrusionOk="0" h="5338" w="10573">
                  <a:moveTo>
                    <a:pt x="10448" y="114"/>
                  </a:moveTo>
                  <a:cubicBezTo>
                    <a:pt x="10460" y="114"/>
                    <a:pt x="10460" y="126"/>
                    <a:pt x="10460" y="126"/>
                  </a:cubicBezTo>
                  <a:cubicBezTo>
                    <a:pt x="10460" y="139"/>
                    <a:pt x="10460" y="151"/>
                    <a:pt x="10460" y="164"/>
                  </a:cubicBezTo>
                  <a:cubicBezTo>
                    <a:pt x="10435" y="214"/>
                    <a:pt x="10398" y="251"/>
                    <a:pt x="10348" y="289"/>
                  </a:cubicBezTo>
                  <a:lnTo>
                    <a:pt x="9636" y="826"/>
                  </a:lnTo>
                  <a:lnTo>
                    <a:pt x="9698" y="914"/>
                  </a:lnTo>
                  <a:cubicBezTo>
                    <a:pt x="9735" y="877"/>
                    <a:pt x="9779" y="858"/>
                    <a:pt x="9825" y="858"/>
                  </a:cubicBezTo>
                  <a:cubicBezTo>
                    <a:pt x="9858" y="858"/>
                    <a:pt x="9892" y="868"/>
                    <a:pt x="9923" y="889"/>
                  </a:cubicBezTo>
                  <a:cubicBezTo>
                    <a:pt x="10023" y="989"/>
                    <a:pt x="10061" y="1138"/>
                    <a:pt x="10023" y="1263"/>
                  </a:cubicBezTo>
                  <a:cubicBezTo>
                    <a:pt x="9936" y="1463"/>
                    <a:pt x="9686" y="1563"/>
                    <a:pt x="9461" y="1663"/>
                  </a:cubicBezTo>
                  <a:cubicBezTo>
                    <a:pt x="9386" y="1701"/>
                    <a:pt x="9298" y="1726"/>
                    <a:pt x="9236" y="1763"/>
                  </a:cubicBezTo>
                  <a:cubicBezTo>
                    <a:pt x="8873" y="1988"/>
                    <a:pt x="8561" y="2276"/>
                    <a:pt x="8324" y="2626"/>
                  </a:cubicBezTo>
                  <a:cubicBezTo>
                    <a:pt x="7074" y="4225"/>
                    <a:pt x="5462" y="5125"/>
                    <a:pt x="3675" y="5225"/>
                  </a:cubicBezTo>
                  <a:cubicBezTo>
                    <a:pt x="3549" y="5231"/>
                    <a:pt x="3423" y="5234"/>
                    <a:pt x="3297" y="5234"/>
                  </a:cubicBezTo>
                  <a:cubicBezTo>
                    <a:pt x="2661" y="5234"/>
                    <a:pt x="2028" y="5154"/>
                    <a:pt x="1413" y="4987"/>
                  </a:cubicBezTo>
                  <a:cubicBezTo>
                    <a:pt x="1125" y="4925"/>
                    <a:pt x="863" y="4812"/>
                    <a:pt x="613" y="4650"/>
                  </a:cubicBezTo>
                  <a:cubicBezTo>
                    <a:pt x="288" y="4388"/>
                    <a:pt x="101" y="4000"/>
                    <a:pt x="101" y="3588"/>
                  </a:cubicBezTo>
                  <a:cubicBezTo>
                    <a:pt x="101" y="3288"/>
                    <a:pt x="263" y="2788"/>
                    <a:pt x="576" y="2626"/>
                  </a:cubicBezTo>
                  <a:cubicBezTo>
                    <a:pt x="713" y="2563"/>
                    <a:pt x="863" y="2526"/>
                    <a:pt x="1013" y="2526"/>
                  </a:cubicBezTo>
                  <a:cubicBezTo>
                    <a:pt x="1238" y="2538"/>
                    <a:pt x="1463" y="2576"/>
                    <a:pt x="1675" y="2638"/>
                  </a:cubicBezTo>
                  <a:cubicBezTo>
                    <a:pt x="2430" y="2845"/>
                    <a:pt x="3210" y="2948"/>
                    <a:pt x="3993" y="2948"/>
                  </a:cubicBezTo>
                  <a:cubicBezTo>
                    <a:pt x="4299" y="2948"/>
                    <a:pt x="4606" y="2932"/>
                    <a:pt x="4912" y="2900"/>
                  </a:cubicBezTo>
                  <a:cubicBezTo>
                    <a:pt x="5712" y="2838"/>
                    <a:pt x="6574" y="2476"/>
                    <a:pt x="7586" y="1801"/>
                  </a:cubicBezTo>
                  <a:cubicBezTo>
                    <a:pt x="8486" y="1188"/>
                    <a:pt x="9436" y="651"/>
                    <a:pt x="10323" y="139"/>
                  </a:cubicBezTo>
                  <a:cubicBezTo>
                    <a:pt x="10360" y="114"/>
                    <a:pt x="10410" y="114"/>
                    <a:pt x="10448" y="114"/>
                  </a:cubicBezTo>
                  <a:close/>
                  <a:moveTo>
                    <a:pt x="10419" y="1"/>
                  </a:moveTo>
                  <a:cubicBezTo>
                    <a:pt x="10371" y="1"/>
                    <a:pt x="10326" y="15"/>
                    <a:pt x="10285" y="39"/>
                  </a:cubicBezTo>
                  <a:cubicBezTo>
                    <a:pt x="9398" y="539"/>
                    <a:pt x="8448" y="1088"/>
                    <a:pt x="7536" y="1701"/>
                  </a:cubicBezTo>
                  <a:cubicBezTo>
                    <a:pt x="6549" y="2376"/>
                    <a:pt x="5687" y="2726"/>
                    <a:pt x="4912" y="2801"/>
                  </a:cubicBezTo>
                  <a:cubicBezTo>
                    <a:pt x="4610" y="2832"/>
                    <a:pt x="4306" y="2848"/>
                    <a:pt x="4004" y="2848"/>
                  </a:cubicBezTo>
                  <a:cubicBezTo>
                    <a:pt x="3230" y="2848"/>
                    <a:pt x="2458" y="2745"/>
                    <a:pt x="1713" y="2538"/>
                  </a:cubicBezTo>
                  <a:cubicBezTo>
                    <a:pt x="1511" y="2488"/>
                    <a:pt x="1255" y="2437"/>
                    <a:pt x="1012" y="2437"/>
                  </a:cubicBezTo>
                  <a:cubicBezTo>
                    <a:pt x="834" y="2437"/>
                    <a:pt x="663" y="2464"/>
                    <a:pt x="526" y="2538"/>
                  </a:cubicBezTo>
                  <a:cubicBezTo>
                    <a:pt x="201" y="2713"/>
                    <a:pt x="13" y="3200"/>
                    <a:pt x="1" y="3575"/>
                  </a:cubicBezTo>
                  <a:cubicBezTo>
                    <a:pt x="1" y="4025"/>
                    <a:pt x="201" y="4450"/>
                    <a:pt x="551" y="4725"/>
                  </a:cubicBezTo>
                  <a:cubicBezTo>
                    <a:pt x="800" y="4900"/>
                    <a:pt x="1088" y="5025"/>
                    <a:pt x="1388" y="5087"/>
                  </a:cubicBezTo>
                  <a:cubicBezTo>
                    <a:pt x="2000" y="5250"/>
                    <a:pt x="2637" y="5337"/>
                    <a:pt x="3275" y="5337"/>
                  </a:cubicBezTo>
                  <a:cubicBezTo>
                    <a:pt x="3412" y="5337"/>
                    <a:pt x="3537" y="5337"/>
                    <a:pt x="3662" y="5300"/>
                  </a:cubicBezTo>
                  <a:cubicBezTo>
                    <a:pt x="5487" y="5200"/>
                    <a:pt x="7124" y="4288"/>
                    <a:pt x="8398" y="2663"/>
                  </a:cubicBezTo>
                  <a:cubicBezTo>
                    <a:pt x="8623" y="2338"/>
                    <a:pt x="8923" y="2051"/>
                    <a:pt x="9273" y="1838"/>
                  </a:cubicBezTo>
                  <a:cubicBezTo>
                    <a:pt x="9336" y="1801"/>
                    <a:pt x="9411" y="1763"/>
                    <a:pt x="9498" y="1738"/>
                  </a:cubicBezTo>
                  <a:cubicBezTo>
                    <a:pt x="9736" y="1638"/>
                    <a:pt x="10011" y="1526"/>
                    <a:pt x="10111" y="1288"/>
                  </a:cubicBezTo>
                  <a:cubicBezTo>
                    <a:pt x="10161" y="1113"/>
                    <a:pt x="10111" y="914"/>
                    <a:pt x="9973" y="789"/>
                  </a:cubicBezTo>
                  <a:cubicBezTo>
                    <a:pt x="9948" y="764"/>
                    <a:pt x="9911" y="751"/>
                    <a:pt x="9873" y="751"/>
                  </a:cubicBezTo>
                  <a:lnTo>
                    <a:pt x="10398" y="339"/>
                  </a:lnTo>
                  <a:cubicBezTo>
                    <a:pt x="10460" y="301"/>
                    <a:pt x="10510" y="251"/>
                    <a:pt x="10560" y="189"/>
                  </a:cubicBezTo>
                  <a:cubicBezTo>
                    <a:pt x="10573" y="151"/>
                    <a:pt x="10573" y="126"/>
                    <a:pt x="10573" y="89"/>
                  </a:cubicBezTo>
                  <a:cubicBezTo>
                    <a:pt x="10560" y="51"/>
                    <a:pt x="10535" y="26"/>
                    <a:pt x="10498" y="14"/>
                  </a:cubicBezTo>
                  <a:cubicBezTo>
                    <a:pt x="10471" y="5"/>
                    <a:pt x="10445" y="1"/>
                    <a:pt x="10419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11"/>
            <p:cNvSpPr/>
            <p:nvPr/>
          </p:nvSpPr>
          <p:spPr>
            <a:xfrm>
              <a:off x="1931581" y="1952905"/>
              <a:ext cx="1786" cy="2611"/>
            </a:xfrm>
            <a:custGeom>
              <a:rect b="b" l="l" r="r" t="t"/>
              <a:pathLst>
                <a:path extrusionOk="0" h="38" w="26">
                  <a:moveTo>
                    <a:pt x="0" y="0"/>
                  </a:moveTo>
                  <a:cubicBezTo>
                    <a:pt x="0" y="13"/>
                    <a:pt x="0" y="25"/>
                    <a:pt x="0" y="38"/>
                  </a:cubicBezTo>
                  <a:lnTo>
                    <a:pt x="25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57348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11"/>
            <p:cNvSpPr/>
            <p:nvPr/>
          </p:nvSpPr>
          <p:spPr>
            <a:xfrm>
              <a:off x="1919558" y="1952287"/>
              <a:ext cx="659407" cy="302016"/>
            </a:xfrm>
            <a:custGeom>
              <a:rect b="b" l="l" r="r" t="t"/>
              <a:pathLst>
                <a:path extrusionOk="0" h="4396" w="9598">
                  <a:moveTo>
                    <a:pt x="8686" y="1084"/>
                  </a:moveTo>
                  <a:cubicBezTo>
                    <a:pt x="8686" y="1084"/>
                    <a:pt x="8686" y="1084"/>
                    <a:pt x="8686" y="1084"/>
                  </a:cubicBezTo>
                  <a:lnTo>
                    <a:pt x="8686" y="1084"/>
                  </a:lnTo>
                  <a:cubicBezTo>
                    <a:pt x="8686" y="1084"/>
                    <a:pt x="8686" y="1084"/>
                    <a:pt x="8686" y="1084"/>
                  </a:cubicBezTo>
                  <a:close/>
                  <a:moveTo>
                    <a:pt x="449" y="0"/>
                  </a:moveTo>
                  <a:cubicBezTo>
                    <a:pt x="400" y="0"/>
                    <a:pt x="350" y="3"/>
                    <a:pt x="300" y="9"/>
                  </a:cubicBezTo>
                  <a:cubicBezTo>
                    <a:pt x="263" y="9"/>
                    <a:pt x="238" y="22"/>
                    <a:pt x="200" y="34"/>
                  </a:cubicBezTo>
                  <a:lnTo>
                    <a:pt x="238" y="72"/>
                  </a:lnTo>
                  <a:lnTo>
                    <a:pt x="200" y="84"/>
                  </a:lnTo>
                  <a:cubicBezTo>
                    <a:pt x="188" y="72"/>
                    <a:pt x="188" y="59"/>
                    <a:pt x="175" y="47"/>
                  </a:cubicBezTo>
                  <a:cubicBezTo>
                    <a:pt x="163" y="47"/>
                    <a:pt x="150" y="59"/>
                    <a:pt x="138" y="72"/>
                  </a:cubicBezTo>
                  <a:cubicBezTo>
                    <a:pt x="0" y="172"/>
                    <a:pt x="38" y="397"/>
                    <a:pt x="100" y="559"/>
                  </a:cubicBezTo>
                  <a:cubicBezTo>
                    <a:pt x="325" y="1272"/>
                    <a:pt x="688" y="1934"/>
                    <a:pt x="1162" y="2521"/>
                  </a:cubicBezTo>
                  <a:cubicBezTo>
                    <a:pt x="1700" y="3196"/>
                    <a:pt x="2537" y="3646"/>
                    <a:pt x="3412" y="3946"/>
                  </a:cubicBezTo>
                  <a:cubicBezTo>
                    <a:pt x="3962" y="4133"/>
                    <a:pt x="4524" y="4258"/>
                    <a:pt x="5086" y="4333"/>
                  </a:cubicBezTo>
                  <a:cubicBezTo>
                    <a:pt x="5394" y="4375"/>
                    <a:pt x="5702" y="4395"/>
                    <a:pt x="6009" y="4395"/>
                  </a:cubicBezTo>
                  <a:cubicBezTo>
                    <a:pt x="7272" y="4395"/>
                    <a:pt x="8512" y="4047"/>
                    <a:pt x="9598" y="3384"/>
                  </a:cubicBezTo>
                  <a:cubicBezTo>
                    <a:pt x="9323" y="2596"/>
                    <a:pt x="9023" y="1834"/>
                    <a:pt x="8686" y="1084"/>
                  </a:cubicBezTo>
                  <a:lnTo>
                    <a:pt x="8686" y="1084"/>
                  </a:lnTo>
                  <a:cubicBezTo>
                    <a:pt x="8696" y="1110"/>
                    <a:pt x="6848" y="1397"/>
                    <a:pt x="6674" y="1409"/>
                  </a:cubicBezTo>
                  <a:cubicBezTo>
                    <a:pt x="6459" y="1423"/>
                    <a:pt x="6244" y="1431"/>
                    <a:pt x="6028" y="1431"/>
                  </a:cubicBezTo>
                  <a:cubicBezTo>
                    <a:pt x="5489" y="1431"/>
                    <a:pt x="4947" y="1386"/>
                    <a:pt x="4412" y="1297"/>
                  </a:cubicBezTo>
                  <a:cubicBezTo>
                    <a:pt x="3749" y="1184"/>
                    <a:pt x="3312" y="822"/>
                    <a:pt x="2700" y="559"/>
                  </a:cubicBezTo>
                  <a:cubicBezTo>
                    <a:pt x="2037" y="272"/>
                    <a:pt x="1325" y="84"/>
                    <a:pt x="588" y="9"/>
                  </a:cubicBezTo>
                  <a:cubicBezTo>
                    <a:pt x="544" y="3"/>
                    <a:pt x="497" y="0"/>
                    <a:pt x="449" y="0"/>
                  </a:cubicBezTo>
                  <a:close/>
                </a:path>
              </a:pathLst>
            </a:custGeom>
            <a:solidFill>
              <a:srgbClr val="FF3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11"/>
            <p:cNvSpPr/>
            <p:nvPr/>
          </p:nvSpPr>
          <p:spPr>
            <a:xfrm>
              <a:off x="1714344" y="1952493"/>
              <a:ext cx="394146" cy="391123"/>
            </a:xfrm>
            <a:custGeom>
              <a:rect b="b" l="l" r="r" t="t"/>
              <a:pathLst>
                <a:path extrusionOk="0" h="5693" w="5737">
                  <a:moveTo>
                    <a:pt x="2646" y="0"/>
                  </a:moveTo>
                  <a:cubicBezTo>
                    <a:pt x="1748" y="0"/>
                    <a:pt x="1018" y="614"/>
                    <a:pt x="538" y="1556"/>
                  </a:cubicBezTo>
                  <a:cubicBezTo>
                    <a:pt x="1" y="2618"/>
                    <a:pt x="301" y="4405"/>
                    <a:pt x="413" y="5692"/>
                  </a:cubicBezTo>
                  <a:lnTo>
                    <a:pt x="5737" y="5692"/>
                  </a:lnTo>
                  <a:cubicBezTo>
                    <a:pt x="5724" y="4980"/>
                    <a:pt x="5662" y="4268"/>
                    <a:pt x="5549" y="3568"/>
                  </a:cubicBezTo>
                  <a:cubicBezTo>
                    <a:pt x="5174" y="2418"/>
                    <a:pt x="4899" y="881"/>
                    <a:pt x="3737" y="281"/>
                  </a:cubicBezTo>
                  <a:cubicBezTo>
                    <a:pt x="3352" y="89"/>
                    <a:pt x="2987" y="0"/>
                    <a:pt x="2646" y="0"/>
                  </a:cubicBezTo>
                  <a:close/>
                </a:path>
              </a:pathLst>
            </a:custGeom>
            <a:solidFill>
              <a:srgbClr val="FF3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11"/>
            <p:cNvSpPr/>
            <p:nvPr/>
          </p:nvSpPr>
          <p:spPr>
            <a:xfrm>
              <a:off x="1386358" y="2084745"/>
              <a:ext cx="395039" cy="429047"/>
            </a:xfrm>
            <a:custGeom>
              <a:rect b="b" l="l" r="r" t="t"/>
              <a:pathLst>
                <a:path extrusionOk="0" h="6245" w="5750">
                  <a:moveTo>
                    <a:pt x="3985" y="0"/>
                  </a:moveTo>
                  <a:cubicBezTo>
                    <a:pt x="3741" y="0"/>
                    <a:pt x="3501" y="60"/>
                    <a:pt x="3287" y="156"/>
                  </a:cubicBezTo>
                  <a:cubicBezTo>
                    <a:pt x="2438" y="518"/>
                    <a:pt x="1788" y="1231"/>
                    <a:pt x="1226" y="1955"/>
                  </a:cubicBezTo>
                  <a:cubicBezTo>
                    <a:pt x="588" y="2755"/>
                    <a:pt x="1" y="3667"/>
                    <a:pt x="613" y="4667"/>
                  </a:cubicBezTo>
                  <a:cubicBezTo>
                    <a:pt x="1026" y="5355"/>
                    <a:pt x="1750" y="5754"/>
                    <a:pt x="2475" y="5992"/>
                  </a:cubicBezTo>
                  <a:cubicBezTo>
                    <a:pt x="2900" y="6117"/>
                    <a:pt x="3325" y="6192"/>
                    <a:pt x="3762" y="6204"/>
                  </a:cubicBezTo>
                  <a:cubicBezTo>
                    <a:pt x="4117" y="6215"/>
                    <a:pt x="4490" y="6244"/>
                    <a:pt x="4843" y="6244"/>
                  </a:cubicBezTo>
                  <a:cubicBezTo>
                    <a:pt x="4900" y="6244"/>
                    <a:pt x="4956" y="6244"/>
                    <a:pt x="5012" y="6242"/>
                  </a:cubicBezTo>
                  <a:cubicBezTo>
                    <a:pt x="5237" y="6229"/>
                    <a:pt x="5462" y="6129"/>
                    <a:pt x="5599" y="5967"/>
                  </a:cubicBezTo>
                  <a:cubicBezTo>
                    <a:pt x="5749" y="5779"/>
                    <a:pt x="5737" y="5517"/>
                    <a:pt x="5562" y="5355"/>
                  </a:cubicBezTo>
                  <a:cubicBezTo>
                    <a:pt x="5472" y="5297"/>
                    <a:pt x="5360" y="5267"/>
                    <a:pt x="5248" y="5267"/>
                  </a:cubicBezTo>
                  <a:cubicBezTo>
                    <a:pt x="5189" y="5267"/>
                    <a:pt x="5130" y="5275"/>
                    <a:pt x="5075" y="5292"/>
                  </a:cubicBezTo>
                  <a:cubicBezTo>
                    <a:pt x="4900" y="5342"/>
                    <a:pt x="4750" y="5417"/>
                    <a:pt x="4575" y="5454"/>
                  </a:cubicBezTo>
                  <a:cubicBezTo>
                    <a:pt x="4531" y="5461"/>
                    <a:pt x="4486" y="5465"/>
                    <a:pt x="4442" y="5465"/>
                  </a:cubicBezTo>
                  <a:cubicBezTo>
                    <a:pt x="3845" y="5465"/>
                    <a:pt x="3157" y="4878"/>
                    <a:pt x="2750" y="4530"/>
                  </a:cubicBezTo>
                  <a:cubicBezTo>
                    <a:pt x="2488" y="4305"/>
                    <a:pt x="2275" y="3980"/>
                    <a:pt x="2563" y="3705"/>
                  </a:cubicBezTo>
                  <a:cubicBezTo>
                    <a:pt x="3025" y="3268"/>
                    <a:pt x="3525" y="2855"/>
                    <a:pt x="4050" y="2493"/>
                  </a:cubicBezTo>
                  <a:lnTo>
                    <a:pt x="4075" y="2480"/>
                  </a:lnTo>
                  <a:cubicBezTo>
                    <a:pt x="4437" y="2218"/>
                    <a:pt x="4837" y="1968"/>
                    <a:pt x="5012" y="1556"/>
                  </a:cubicBezTo>
                  <a:cubicBezTo>
                    <a:pt x="5312" y="868"/>
                    <a:pt x="4862" y="93"/>
                    <a:pt x="4112" y="6"/>
                  </a:cubicBezTo>
                  <a:cubicBezTo>
                    <a:pt x="4070" y="2"/>
                    <a:pt x="4027" y="0"/>
                    <a:pt x="39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11"/>
            <p:cNvSpPr/>
            <p:nvPr/>
          </p:nvSpPr>
          <p:spPr>
            <a:xfrm>
              <a:off x="1382098" y="2081310"/>
              <a:ext cx="403558" cy="435711"/>
            </a:xfrm>
            <a:custGeom>
              <a:rect b="b" l="l" r="r" t="t"/>
              <a:pathLst>
                <a:path extrusionOk="0" h="6342" w="5874">
                  <a:moveTo>
                    <a:pt x="4062" y="81"/>
                  </a:moveTo>
                  <a:cubicBezTo>
                    <a:pt x="4837" y="81"/>
                    <a:pt x="5349" y="868"/>
                    <a:pt x="5037" y="1568"/>
                  </a:cubicBezTo>
                  <a:cubicBezTo>
                    <a:pt x="4874" y="1943"/>
                    <a:pt x="4524" y="2193"/>
                    <a:pt x="4174" y="2430"/>
                  </a:cubicBezTo>
                  <a:lnTo>
                    <a:pt x="4099" y="2480"/>
                  </a:lnTo>
                  <a:cubicBezTo>
                    <a:pt x="3574" y="2843"/>
                    <a:pt x="3075" y="3255"/>
                    <a:pt x="2600" y="3705"/>
                  </a:cubicBezTo>
                  <a:cubicBezTo>
                    <a:pt x="2500" y="3792"/>
                    <a:pt x="2450" y="3917"/>
                    <a:pt x="2450" y="4042"/>
                  </a:cubicBezTo>
                  <a:cubicBezTo>
                    <a:pt x="2450" y="4267"/>
                    <a:pt x="2637" y="4467"/>
                    <a:pt x="2787" y="4592"/>
                  </a:cubicBezTo>
                  <a:lnTo>
                    <a:pt x="2812" y="4617"/>
                  </a:lnTo>
                  <a:cubicBezTo>
                    <a:pt x="3227" y="4963"/>
                    <a:pt x="3907" y="5542"/>
                    <a:pt x="4511" y="5542"/>
                  </a:cubicBezTo>
                  <a:cubicBezTo>
                    <a:pt x="4562" y="5542"/>
                    <a:pt x="4612" y="5538"/>
                    <a:pt x="4662" y="5529"/>
                  </a:cubicBezTo>
                  <a:cubicBezTo>
                    <a:pt x="4762" y="5517"/>
                    <a:pt x="4862" y="5479"/>
                    <a:pt x="4949" y="5454"/>
                  </a:cubicBezTo>
                  <a:cubicBezTo>
                    <a:pt x="5024" y="5430"/>
                    <a:pt x="5087" y="5405"/>
                    <a:pt x="5149" y="5380"/>
                  </a:cubicBezTo>
                  <a:cubicBezTo>
                    <a:pt x="5200" y="5362"/>
                    <a:pt x="5255" y="5354"/>
                    <a:pt x="5310" y="5354"/>
                  </a:cubicBezTo>
                  <a:cubicBezTo>
                    <a:pt x="5415" y="5354"/>
                    <a:pt x="5521" y="5385"/>
                    <a:pt x="5611" y="5442"/>
                  </a:cubicBezTo>
                  <a:cubicBezTo>
                    <a:pt x="5749" y="5579"/>
                    <a:pt x="5761" y="5817"/>
                    <a:pt x="5636" y="5967"/>
                  </a:cubicBezTo>
                  <a:cubicBezTo>
                    <a:pt x="5499" y="6129"/>
                    <a:pt x="5299" y="6217"/>
                    <a:pt x="5087" y="6229"/>
                  </a:cubicBezTo>
                  <a:cubicBezTo>
                    <a:pt x="5010" y="6233"/>
                    <a:pt x="4932" y="6234"/>
                    <a:pt x="4853" y="6234"/>
                  </a:cubicBezTo>
                  <a:cubicBezTo>
                    <a:pt x="4663" y="6234"/>
                    <a:pt x="4469" y="6226"/>
                    <a:pt x="4274" y="6217"/>
                  </a:cubicBezTo>
                  <a:cubicBezTo>
                    <a:pt x="4124" y="6204"/>
                    <a:pt x="3987" y="6192"/>
                    <a:pt x="3849" y="6192"/>
                  </a:cubicBezTo>
                  <a:cubicBezTo>
                    <a:pt x="3412" y="6179"/>
                    <a:pt x="2987" y="6117"/>
                    <a:pt x="2575" y="5979"/>
                  </a:cubicBezTo>
                  <a:cubicBezTo>
                    <a:pt x="1712" y="5704"/>
                    <a:pt x="1088" y="5267"/>
                    <a:pt x="738" y="4680"/>
                  </a:cubicBezTo>
                  <a:cubicBezTo>
                    <a:pt x="125" y="3705"/>
                    <a:pt x="700" y="2843"/>
                    <a:pt x="1338" y="2030"/>
                  </a:cubicBezTo>
                  <a:cubicBezTo>
                    <a:pt x="1862" y="1356"/>
                    <a:pt x="2512" y="618"/>
                    <a:pt x="3374" y="256"/>
                  </a:cubicBezTo>
                  <a:cubicBezTo>
                    <a:pt x="3587" y="156"/>
                    <a:pt x="3824" y="106"/>
                    <a:pt x="4062" y="93"/>
                  </a:cubicBezTo>
                  <a:lnTo>
                    <a:pt x="4062" y="81"/>
                  </a:lnTo>
                  <a:close/>
                  <a:moveTo>
                    <a:pt x="4056" y="1"/>
                  </a:moveTo>
                  <a:cubicBezTo>
                    <a:pt x="3803" y="1"/>
                    <a:pt x="3561" y="62"/>
                    <a:pt x="3337" y="168"/>
                  </a:cubicBezTo>
                  <a:cubicBezTo>
                    <a:pt x="2450" y="543"/>
                    <a:pt x="1787" y="1293"/>
                    <a:pt x="1250" y="1968"/>
                  </a:cubicBezTo>
                  <a:cubicBezTo>
                    <a:pt x="625" y="2768"/>
                    <a:pt x="0" y="3717"/>
                    <a:pt x="638" y="4755"/>
                  </a:cubicBezTo>
                  <a:cubicBezTo>
                    <a:pt x="1013" y="5355"/>
                    <a:pt x="1637" y="5804"/>
                    <a:pt x="2537" y="6092"/>
                  </a:cubicBezTo>
                  <a:cubicBezTo>
                    <a:pt x="2950" y="6229"/>
                    <a:pt x="3387" y="6304"/>
                    <a:pt x="3837" y="6304"/>
                  </a:cubicBezTo>
                  <a:cubicBezTo>
                    <a:pt x="3974" y="6317"/>
                    <a:pt x="4112" y="6329"/>
                    <a:pt x="4262" y="6329"/>
                  </a:cubicBezTo>
                  <a:cubicBezTo>
                    <a:pt x="4449" y="6329"/>
                    <a:pt x="4649" y="6342"/>
                    <a:pt x="4837" y="6342"/>
                  </a:cubicBezTo>
                  <a:lnTo>
                    <a:pt x="5087" y="6342"/>
                  </a:lnTo>
                  <a:cubicBezTo>
                    <a:pt x="5324" y="6342"/>
                    <a:pt x="5561" y="6242"/>
                    <a:pt x="5711" y="6054"/>
                  </a:cubicBezTo>
                  <a:cubicBezTo>
                    <a:pt x="5874" y="5854"/>
                    <a:pt x="5849" y="5554"/>
                    <a:pt x="5661" y="5380"/>
                  </a:cubicBezTo>
                  <a:cubicBezTo>
                    <a:pt x="5565" y="5307"/>
                    <a:pt x="5448" y="5271"/>
                    <a:pt x="5327" y="5271"/>
                  </a:cubicBezTo>
                  <a:cubicBezTo>
                    <a:pt x="5259" y="5271"/>
                    <a:pt x="5191" y="5282"/>
                    <a:pt x="5124" y="5305"/>
                  </a:cubicBezTo>
                  <a:cubicBezTo>
                    <a:pt x="5062" y="5330"/>
                    <a:pt x="4987" y="5355"/>
                    <a:pt x="4924" y="5380"/>
                  </a:cubicBezTo>
                  <a:cubicBezTo>
                    <a:pt x="4824" y="5405"/>
                    <a:pt x="4737" y="5442"/>
                    <a:pt x="4637" y="5454"/>
                  </a:cubicBezTo>
                  <a:cubicBezTo>
                    <a:pt x="4594" y="5462"/>
                    <a:pt x="4551" y="5465"/>
                    <a:pt x="4507" y="5465"/>
                  </a:cubicBezTo>
                  <a:cubicBezTo>
                    <a:pt x="3944" y="5465"/>
                    <a:pt x="3280" y="4902"/>
                    <a:pt x="2875" y="4555"/>
                  </a:cubicBezTo>
                  <a:lnTo>
                    <a:pt x="2862" y="4542"/>
                  </a:lnTo>
                  <a:cubicBezTo>
                    <a:pt x="2712" y="4417"/>
                    <a:pt x="2550" y="4242"/>
                    <a:pt x="2550" y="4055"/>
                  </a:cubicBezTo>
                  <a:cubicBezTo>
                    <a:pt x="2550" y="3955"/>
                    <a:pt x="2587" y="3867"/>
                    <a:pt x="2662" y="3792"/>
                  </a:cubicBezTo>
                  <a:cubicBezTo>
                    <a:pt x="3125" y="3355"/>
                    <a:pt x="3624" y="2943"/>
                    <a:pt x="4149" y="2580"/>
                  </a:cubicBezTo>
                  <a:lnTo>
                    <a:pt x="4224" y="2530"/>
                  </a:lnTo>
                  <a:cubicBezTo>
                    <a:pt x="4587" y="2280"/>
                    <a:pt x="4949" y="2030"/>
                    <a:pt x="5124" y="1631"/>
                  </a:cubicBezTo>
                  <a:cubicBezTo>
                    <a:pt x="5436" y="918"/>
                    <a:pt x="4962" y="93"/>
                    <a:pt x="4187" y="6"/>
                  </a:cubicBezTo>
                  <a:cubicBezTo>
                    <a:pt x="4143" y="2"/>
                    <a:pt x="4100" y="1"/>
                    <a:pt x="405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11"/>
            <p:cNvSpPr/>
            <p:nvPr/>
          </p:nvSpPr>
          <p:spPr>
            <a:xfrm>
              <a:off x="1352900" y="1959569"/>
              <a:ext cx="582185" cy="592696"/>
            </a:xfrm>
            <a:custGeom>
              <a:rect b="b" l="l" r="r" t="t"/>
              <a:pathLst>
                <a:path extrusionOk="0" h="8627" w="8474">
                  <a:moveTo>
                    <a:pt x="7419" y="0"/>
                  </a:moveTo>
                  <a:cubicBezTo>
                    <a:pt x="7342" y="0"/>
                    <a:pt x="7267" y="10"/>
                    <a:pt x="7199" y="28"/>
                  </a:cubicBezTo>
                  <a:cubicBezTo>
                    <a:pt x="5474" y="378"/>
                    <a:pt x="3874" y="1178"/>
                    <a:pt x="2562" y="2353"/>
                  </a:cubicBezTo>
                  <a:cubicBezTo>
                    <a:pt x="1375" y="3415"/>
                    <a:pt x="0" y="4865"/>
                    <a:pt x="738" y="6589"/>
                  </a:cubicBezTo>
                  <a:cubicBezTo>
                    <a:pt x="825" y="6802"/>
                    <a:pt x="938" y="7002"/>
                    <a:pt x="1075" y="7189"/>
                  </a:cubicBezTo>
                  <a:cubicBezTo>
                    <a:pt x="1488" y="7751"/>
                    <a:pt x="2050" y="8201"/>
                    <a:pt x="2600" y="8626"/>
                  </a:cubicBezTo>
                  <a:cubicBezTo>
                    <a:pt x="3187" y="8039"/>
                    <a:pt x="3687" y="7376"/>
                    <a:pt x="4099" y="6652"/>
                  </a:cubicBezTo>
                  <a:cubicBezTo>
                    <a:pt x="3862" y="6552"/>
                    <a:pt x="3650" y="6414"/>
                    <a:pt x="3475" y="6239"/>
                  </a:cubicBezTo>
                  <a:cubicBezTo>
                    <a:pt x="3287" y="6052"/>
                    <a:pt x="3225" y="5789"/>
                    <a:pt x="3312" y="5539"/>
                  </a:cubicBezTo>
                  <a:cubicBezTo>
                    <a:pt x="3412" y="5340"/>
                    <a:pt x="3587" y="5177"/>
                    <a:pt x="3799" y="5090"/>
                  </a:cubicBezTo>
                  <a:cubicBezTo>
                    <a:pt x="4774" y="4552"/>
                    <a:pt x="6124" y="4165"/>
                    <a:pt x="6886" y="3365"/>
                  </a:cubicBezTo>
                  <a:cubicBezTo>
                    <a:pt x="7636" y="2603"/>
                    <a:pt x="8473" y="1541"/>
                    <a:pt x="7986" y="416"/>
                  </a:cubicBezTo>
                  <a:cubicBezTo>
                    <a:pt x="7923" y="253"/>
                    <a:pt x="7811" y="116"/>
                    <a:pt x="7673" y="28"/>
                  </a:cubicBezTo>
                  <a:lnTo>
                    <a:pt x="7648" y="28"/>
                  </a:lnTo>
                  <a:cubicBezTo>
                    <a:pt x="7573" y="10"/>
                    <a:pt x="7495" y="0"/>
                    <a:pt x="7419" y="0"/>
                  </a:cubicBezTo>
                  <a:close/>
                </a:path>
              </a:pathLst>
            </a:custGeom>
            <a:solidFill>
              <a:srgbClr val="FF3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11"/>
            <p:cNvSpPr/>
            <p:nvPr/>
          </p:nvSpPr>
          <p:spPr>
            <a:xfrm>
              <a:off x="2096398" y="3931881"/>
              <a:ext cx="208718" cy="79901"/>
            </a:xfrm>
            <a:custGeom>
              <a:rect b="b" l="l" r="r" t="t"/>
              <a:pathLst>
                <a:path extrusionOk="0" h="1163" w="3038">
                  <a:moveTo>
                    <a:pt x="38" y="0"/>
                  </a:moveTo>
                  <a:cubicBezTo>
                    <a:pt x="51" y="163"/>
                    <a:pt x="38" y="338"/>
                    <a:pt x="51" y="375"/>
                  </a:cubicBezTo>
                  <a:cubicBezTo>
                    <a:pt x="51" y="600"/>
                    <a:pt x="1" y="962"/>
                    <a:pt x="176" y="1162"/>
                  </a:cubicBezTo>
                  <a:lnTo>
                    <a:pt x="2263" y="1162"/>
                  </a:lnTo>
                  <a:cubicBezTo>
                    <a:pt x="2487" y="1150"/>
                    <a:pt x="3037" y="1087"/>
                    <a:pt x="2612" y="812"/>
                  </a:cubicBezTo>
                  <a:cubicBezTo>
                    <a:pt x="2188" y="525"/>
                    <a:pt x="1688" y="375"/>
                    <a:pt x="1238" y="150"/>
                  </a:cubicBezTo>
                  <a:cubicBezTo>
                    <a:pt x="1150" y="113"/>
                    <a:pt x="1075" y="63"/>
                    <a:pt x="1013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11"/>
            <p:cNvSpPr/>
            <p:nvPr/>
          </p:nvSpPr>
          <p:spPr>
            <a:xfrm>
              <a:off x="1845978" y="1746798"/>
              <a:ext cx="128611" cy="269245"/>
            </a:xfrm>
            <a:custGeom>
              <a:rect b="b" l="l" r="r" t="t"/>
              <a:pathLst>
                <a:path extrusionOk="0" h="3919" w="1872">
                  <a:moveTo>
                    <a:pt x="902" y="0"/>
                  </a:moveTo>
                  <a:cubicBezTo>
                    <a:pt x="308" y="0"/>
                    <a:pt x="0" y="704"/>
                    <a:pt x="47" y="1226"/>
                  </a:cubicBezTo>
                  <a:cubicBezTo>
                    <a:pt x="72" y="1513"/>
                    <a:pt x="147" y="1788"/>
                    <a:pt x="172" y="2076"/>
                  </a:cubicBezTo>
                  <a:cubicBezTo>
                    <a:pt x="184" y="2463"/>
                    <a:pt x="172" y="2838"/>
                    <a:pt x="134" y="3213"/>
                  </a:cubicBezTo>
                  <a:cubicBezTo>
                    <a:pt x="122" y="3588"/>
                    <a:pt x="446" y="3813"/>
                    <a:pt x="759" y="3888"/>
                  </a:cubicBezTo>
                  <a:cubicBezTo>
                    <a:pt x="844" y="3905"/>
                    <a:pt x="944" y="3918"/>
                    <a:pt x="1042" y="3918"/>
                  </a:cubicBezTo>
                  <a:cubicBezTo>
                    <a:pt x="1290" y="3918"/>
                    <a:pt x="1525" y="3837"/>
                    <a:pt x="1471" y="3550"/>
                  </a:cubicBezTo>
                  <a:cubicBezTo>
                    <a:pt x="1409" y="3250"/>
                    <a:pt x="1359" y="2950"/>
                    <a:pt x="1321" y="2651"/>
                  </a:cubicBezTo>
                  <a:cubicBezTo>
                    <a:pt x="1309" y="2338"/>
                    <a:pt x="1646" y="2151"/>
                    <a:pt x="1746" y="1851"/>
                  </a:cubicBezTo>
                  <a:cubicBezTo>
                    <a:pt x="1846" y="1601"/>
                    <a:pt x="1871" y="1313"/>
                    <a:pt x="1809" y="1051"/>
                  </a:cubicBezTo>
                  <a:cubicBezTo>
                    <a:pt x="1709" y="651"/>
                    <a:pt x="1484" y="89"/>
                    <a:pt x="1046" y="14"/>
                  </a:cubicBezTo>
                  <a:cubicBezTo>
                    <a:pt x="996" y="5"/>
                    <a:pt x="948" y="0"/>
                    <a:pt x="9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11"/>
            <p:cNvSpPr/>
            <p:nvPr/>
          </p:nvSpPr>
          <p:spPr>
            <a:xfrm>
              <a:off x="1842268" y="1742332"/>
              <a:ext cx="134863" cy="276940"/>
            </a:xfrm>
            <a:custGeom>
              <a:rect b="b" l="l" r="r" t="t"/>
              <a:pathLst>
                <a:path extrusionOk="0" h="4031" w="1963">
                  <a:moveTo>
                    <a:pt x="938" y="104"/>
                  </a:moveTo>
                  <a:cubicBezTo>
                    <a:pt x="988" y="104"/>
                    <a:pt x="1038" y="104"/>
                    <a:pt x="1075" y="116"/>
                  </a:cubicBezTo>
                  <a:cubicBezTo>
                    <a:pt x="1525" y="204"/>
                    <a:pt x="1738" y="841"/>
                    <a:pt x="1813" y="1116"/>
                  </a:cubicBezTo>
                  <a:cubicBezTo>
                    <a:pt x="1863" y="1378"/>
                    <a:pt x="1838" y="1653"/>
                    <a:pt x="1750" y="1903"/>
                  </a:cubicBezTo>
                  <a:cubicBezTo>
                    <a:pt x="1700" y="2016"/>
                    <a:pt x="1625" y="2128"/>
                    <a:pt x="1550" y="2216"/>
                  </a:cubicBezTo>
                  <a:cubicBezTo>
                    <a:pt x="1413" y="2353"/>
                    <a:pt x="1325" y="2528"/>
                    <a:pt x="1313" y="2728"/>
                  </a:cubicBezTo>
                  <a:lnTo>
                    <a:pt x="1325" y="2728"/>
                  </a:lnTo>
                  <a:cubicBezTo>
                    <a:pt x="1338" y="2941"/>
                    <a:pt x="1375" y="3153"/>
                    <a:pt x="1413" y="3353"/>
                  </a:cubicBezTo>
                  <a:cubicBezTo>
                    <a:pt x="1438" y="3440"/>
                    <a:pt x="1450" y="3540"/>
                    <a:pt x="1475" y="3628"/>
                  </a:cubicBezTo>
                  <a:cubicBezTo>
                    <a:pt x="1488" y="3703"/>
                    <a:pt x="1475" y="3790"/>
                    <a:pt x="1413" y="3840"/>
                  </a:cubicBezTo>
                  <a:cubicBezTo>
                    <a:pt x="1345" y="3908"/>
                    <a:pt x="1224" y="3935"/>
                    <a:pt x="1092" y="3935"/>
                  </a:cubicBezTo>
                  <a:cubicBezTo>
                    <a:pt x="1003" y="3935"/>
                    <a:pt x="910" y="3923"/>
                    <a:pt x="825" y="3903"/>
                  </a:cubicBezTo>
                  <a:cubicBezTo>
                    <a:pt x="513" y="3828"/>
                    <a:pt x="213" y="3615"/>
                    <a:pt x="226" y="3278"/>
                  </a:cubicBezTo>
                  <a:cubicBezTo>
                    <a:pt x="226" y="3140"/>
                    <a:pt x="238" y="3015"/>
                    <a:pt x="251" y="2878"/>
                  </a:cubicBezTo>
                  <a:cubicBezTo>
                    <a:pt x="276" y="2628"/>
                    <a:pt x="288" y="2378"/>
                    <a:pt x="276" y="2128"/>
                  </a:cubicBezTo>
                  <a:cubicBezTo>
                    <a:pt x="251" y="1991"/>
                    <a:pt x="238" y="1853"/>
                    <a:pt x="201" y="1716"/>
                  </a:cubicBezTo>
                  <a:cubicBezTo>
                    <a:pt x="176" y="1566"/>
                    <a:pt x="151" y="1428"/>
                    <a:pt x="138" y="1278"/>
                  </a:cubicBezTo>
                  <a:cubicBezTo>
                    <a:pt x="113" y="904"/>
                    <a:pt x="238" y="541"/>
                    <a:pt x="500" y="279"/>
                  </a:cubicBezTo>
                  <a:cubicBezTo>
                    <a:pt x="613" y="166"/>
                    <a:pt x="775" y="104"/>
                    <a:pt x="938" y="104"/>
                  </a:cubicBezTo>
                  <a:close/>
                  <a:moveTo>
                    <a:pt x="947" y="1"/>
                  </a:moveTo>
                  <a:cubicBezTo>
                    <a:pt x="754" y="1"/>
                    <a:pt x="574" y="75"/>
                    <a:pt x="425" y="204"/>
                  </a:cubicBezTo>
                  <a:cubicBezTo>
                    <a:pt x="151" y="491"/>
                    <a:pt x="1" y="891"/>
                    <a:pt x="38" y="1291"/>
                  </a:cubicBezTo>
                  <a:cubicBezTo>
                    <a:pt x="51" y="1441"/>
                    <a:pt x="76" y="1578"/>
                    <a:pt x="101" y="1728"/>
                  </a:cubicBezTo>
                  <a:cubicBezTo>
                    <a:pt x="126" y="1866"/>
                    <a:pt x="163" y="2003"/>
                    <a:pt x="176" y="2141"/>
                  </a:cubicBezTo>
                  <a:cubicBezTo>
                    <a:pt x="188" y="2391"/>
                    <a:pt x="176" y="2628"/>
                    <a:pt x="151" y="2866"/>
                  </a:cubicBezTo>
                  <a:cubicBezTo>
                    <a:pt x="138" y="3003"/>
                    <a:pt x="126" y="3140"/>
                    <a:pt x="126" y="3278"/>
                  </a:cubicBezTo>
                  <a:cubicBezTo>
                    <a:pt x="113" y="3665"/>
                    <a:pt x="450" y="3915"/>
                    <a:pt x="800" y="3990"/>
                  </a:cubicBezTo>
                  <a:cubicBezTo>
                    <a:pt x="888" y="4015"/>
                    <a:pt x="988" y="4028"/>
                    <a:pt x="1088" y="4028"/>
                  </a:cubicBezTo>
                  <a:cubicBezTo>
                    <a:pt x="1105" y="4029"/>
                    <a:pt x="1122" y="4030"/>
                    <a:pt x="1140" y="4030"/>
                  </a:cubicBezTo>
                  <a:cubicBezTo>
                    <a:pt x="1262" y="4030"/>
                    <a:pt x="1389" y="3992"/>
                    <a:pt x="1488" y="3915"/>
                  </a:cubicBezTo>
                  <a:cubicBezTo>
                    <a:pt x="1575" y="3840"/>
                    <a:pt x="1600" y="3728"/>
                    <a:pt x="1575" y="3615"/>
                  </a:cubicBezTo>
                  <a:cubicBezTo>
                    <a:pt x="1563" y="3515"/>
                    <a:pt x="1538" y="3428"/>
                    <a:pt x="1525" y="3340"/>
                  </a:cubicBezTo>
                  <a:cubicBezTo>
                    <a:pt x="1475" y="3140"/>
                    <a:pt x="1438" y="2928"/>
                    <a:pt x="1425" y="2716"/>
                  </a:cubicBezTo>
                  <a:lnTo>
                    <a:pt x="1375" y="2716"/>
                  </a:lnTo>
                  <a:lnTo>
                    <a:pt x="1425" y="2703"/>
                  </a:lnTo>
                  <a:cubicBezTo>
                    <a:pt x="1438" y="2541"/>
                    <a:pt x="1513" y="2378"/>
                    <a:pt x="1625" y="2266"/>
                  </a:cubicBezTo>
                  <a:cubicBezTo>
                    <a:pt x="1725" y="2166"/>
                    <a:pt x="1788" y="2053"/>
                    <a:pt x="1850" y="1928"/>
                  </a:cubicBezTo>
                  <a:cubicBezTo>
                    <a:pt x="1950" y="1666"/>
                    <a:pt x="1963" y="1378"/>
                    <a:pt x="1900" y="1091"/>
                  </a:cubicBezTo>
                  <a:cubicBezTo>
                    <a:pt x="1813" y="729"/>
                    <a:pt x="1588" y="104"/>
                    <a:pt x="1100" y="16"/>
                  </a:cubicBezTo>
                  <a:cubicBezTo>
                    <a:pt x="1049" y="6"/>
                    <a:pt x="998" y="1"/>
                    <a:pt x="947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11"/>
            <p:cNvSpPr/>
            <p:nvPr/>
          </p:nvSpPr>
          <p:spPr>
            <a:xfrm>
              <a:off x="1455954" y="3928446"/>
              <a:ext cx="205214" cy="77977"/>
            </a:xfrm>
            <a:custGeom>
              <a:rect b="b" l="l" r="r" t="t"/>
              <a:pathLst>
                <a:path extrusionOk="0" h="1135" w="2987">
                  <a:moveTo>
                    <a:pt x="2050" y="0"/>
                  </a:moveTo>
                  <a:cubicBezTo>
                    <a:pt x="1950" y="38"/>
                    <a:pt x="1850" y="75"/>
                    <a:pt x="1750" y="100"/>
                  </a:cubicBezTo>
                  <a:cubicBezTo>
                    <a:pt x="1325" y="250"/>
                    <a:pt x="912" y="438"/>
                    <a:pt x="525" y="663"/>
                  </a:cubicBezTo>
                  <a:cubicBezTo>
                    <a:pt x="412" y="738"/>
                    <a:pt x="0" y="1037"/>
                    <a:pt x="213" y="1112"/>
                  </a:cubicBezTo>
                  <a:lnTo>
                    <a:pt x="263" y="1125"/>
                  </a:lnTo>
                  <a:cubicBezTo>
                    <a:pt x="337" y="1131"/>
                    <a:pt x="412" y="1134"/>
                    <a:pt x="486" y="1134"/>
                  </a:cubicBezTo>
                  <a:cubicBezTo>
                    <a:pt x="559" y="1134"/>
                    <a:pt x="631" y="1131"/>
                    <a:pt x="700" y="1125"/>
                  </a:cubicBezTo>
                  <a:lnTo>
                    <a:pt x="2987" y="1125"/>
                  </a:lnTo>
                  <a:cubicBezTo>
                    <a:pt x="2949" y="1125"/>
                    <a:pt x="2949" y="350"/>
                    <a:pt x="2962" y="75"/>
                  </a:cubicBezTo>
                  <a:lnTo>
                    <a:pt x="205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11"/>
            <p:cNvSpPr/>
            <p:nvPr/>
          </p:nvSpPr>
          <p:spPr>
            <a:xfrm>
              <a:off x="1814787" y="1707775"/>
              <a:ext cx="165779" cy="138779"/>
            </a:xfrm>
            <a:custGeom>
              <a:rect b="b" l="l" r="r" t="t"/>
              <a:pathLst>
                <a:path extrusionOk="0" h="2020" w="2413">
                  <a:moveTo>
                    <a:pt x="1737" y="0"/>
                  </a:moveTo>
                  <a:cubicBezTo>
                    <a:pt x="1548" y="0"/>
                    <a:pt x="1367" y="52"/>
                    <a:pt x="1200" y="144"/>
                  </a:cubicBezTo>
                  <a:cubicBezTo>
                    <a:pt x="938" y="294"/>
                    <a:pt x="676" y="469"/>
                    <a:pt x="413" y="619"/>
                  </a:cubicBezTo>
                  <a:cubicBezTo>
                    <a:pt x="151" y="782"/>
                    <a:pt x="1" y="1082"/>
                    <a:pt x="38" y="1394"/>
                  </a:cubicBezTo>
                  <a:cubicBezTo>
                    <a:pt x="51" y="1582"/>
                    <a:pt x="138" y="2006"/>
                    <a:pt x="376" y="2019"/>
                  </a:cubicBezTo>
                  <a:cubicBezTo>
                    <a:pt x="383" y="2020"/>
                    <a:pt x="390" y="2020"/>
                    <a:pt x="397" y="2020"/>
                  </a:cubicBezTo>
                  <a:cubicBezTo>
                    <a:pt x="654" y="2020"/>
                    <a:pt x="727" y="1577"/>
                    <a:pt x="800" y="1394"/>
                  </a:cubicBezTo>
                  <a:cubicBezTo>
                    <a:pt x="988" y="982"/>
                    <a:pt x="1163" y="982"/>
                    <a:pt x="1588" y="944"/>
                  </a:cubicBezTo>
                  <a:cubicBezTo>
                    <a:pt x="1788" y="944"/>
                    <a:pt x="1975" y="882"/>
                    <a:pt x="2138" y="769"/>
                  </a:cubicBezTo>
                  <a:cubicBezTo>
                    <a:pt x="2413" y="594"/>
                    <a:pt x="2375" y="169"/>
                    <a:pt x="2063" y="57"/>
                  </a:cubicBezTo>
                  <a:cubicBezTo>
                    <a:pt x="2025" y="32"/>
                    <a:pt x="1975" y="19"/>
                    <a:pt x="1938" y="19"/>
                  </a:cubicBezTo>
                  <a:cubicBezTo>
                    <a:pt x="1870" y="7"/>
                    <a:pt x="1803" y="0"/>
                    <a:pt x="173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11"/>
            <p:cNvSpPr/>
            <p:nvPr/>
          </p:nvSpPr>
          <p:spPr>
            <a:xfrm>
              <a:off x="1832924" y="1808699"/>
              <a:ext cx="46305" cy="51664"/>
            </a:xfrm>
            <a:custGeom>
              <a:rect b="b" l="l" r="r" t="t"/>
              <a:pathLst>
                <a:path extrusionOk="0" h="752" w="674">
                  <a:moveTo>
                    <a:pt x="422" y="0"/>
                  </a:moveTo>
                  <a:cubicBezTo>
                    <a:pt x="393" y="0"/>
                    <a:pt x="364" y="5"/>
                    <a:pt x="337" y="13"/>
                  </a:cubicBezTo>
                  <a:cubicBezTo>
                    <a:pt x="199" y="75"/>
                    <a:pt x="87" y="200"/>
                    <a:pt x="49" y="350"/>
                  </a:cubicBezTo>
                  <a:cubicBezTo>
                    <a:pt x="1" y="585"/>
                    <a:pt x="193" y="751"/>
                    <a:pt x="389" y="751"/>
                  </a:cubicBezTo>
                  <a:cubicBezTo>
                    <a:pt x="496" y="751"/>
                    <a:pt x="603" y="702"/>
                    <a:pt x="674" y="587"/>
                  </a:cubicBezTo>
                  <a:lnTo>
                    <a:pt x="599" y="63"/>
                  </a:lnTo>
                  <a:cubicBezTo>
                    <a:pt x="548" y="20"/>
                    <a:pt x="485" y="0"/>
                    <a:pt x="42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11"/>
            <p:cNvSpPr/>
            <p:nvPr/>
          </p:nvSpPr>
          <p:spPr>
            <a:xfrm>
              <a:off x="1910970" y="1841264"/>
              <a:ext cx="50702" cy="30160"/>
            </a:xfrm>
            <a:custGeom>
              <a:rect b="b" l="l" r="r" t="t"/>
              <a:pathLst>
                <a:path extrusionOk="0" h="439" w="738">
                  <a:moveTo>
                    <a:pt x="700" y="1"/>
                  </a:moveTo>
                  <a:lnTo>
                    <a:pt x="600" y="26"/>
                  </a:lnTo>
                  <a:cubicBezTo>
                    <a:pt x="631" y="211"/>
                    <a:pt x="481" y="334"/>
                    <a:pt x="330" y="334"/>
                  </a:cubicBezTo>
                  <a:cubicBezTo>
                    <a:pt x="236" y="334"/>
                    <a:pt x="141" y="286"/>
                    <a:pt x="88" y="176"/>
                  </a:cubicBezTo>
                  <a:lnTo>
                    <a:pt x="0" y="226"/>
                  </a:lnTo>
                  <a:cubicBezTo>
                    <a:pt x="63" y="351"/>
                    <a:pt x="200" y="438"/>
                    <a:pt x="350" y="438"/>
                  </a:cubicBezTo>
                  <a:cubicBezTo>
                    <a:pt x="375" y="438"/>
                    <a:pt x="413" y="438"/>
                    <a:pt x="450" y="426"/>
                  </a:cubicBezTo>
                  <a:cubicBezTo>
                    <a:pt x="625" y="363"/>
                    <a:pt x="738" y="188"/>
                    <a:pt x="700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11"/>
            <p:cNvSpPr/>
            <p:nvPr/>
          </p:nvSpPr>
          <p:spPr>
            <a:xfrm>
              <a:off x="1913512" y="1899661"/>
              <a:ext cx="36138" cy="35313"/>
            </a:xfrm>
            <a:custGeom>
              <a:rect b="b" l="l" r="r" t="t"/>
              <a:pathLst>
                <a:path extrusionOk="0" h="514" w="526">
                  <a:moveTo>
                    <a:pt x="501" y="1"/>
                  </a:moveTo>
                  <a:cubicBezTo>
                    <a:pt x="401" y="26"/>
                    <a:pt x="313" y="38"/>
                    <a:pt x="213" y="38"/>
                  </a:cubicBezTo>
                  <a:cubicBezTo>
                    <a:pt x="176" y="44"/>
                    <a:pt x="138" y="48"/>
                    <a:pt x="102" y="48"/>
                  </a:cubicBezTo>
                  <a:cubicBezTo>
                    <a:pt x="66" y="48"/>
                    <a:pt x="32" y="44"/>
                    <a:pt x="1" y="38"/>
                  </a:cubicBezTo>
                  <a:lnTo>
                    <a:pt x="1" y="38"/>
                  </a:lnTo>
                  <a:cubicBezTo>
                    <a:pt x="151" y="163"/>
                    <a:pt x="263" y="326"/>
                    <a:pt x="338" y="513"/>
                  </a:cubicBezTo>
                  <a:cubicBezTo>
                    <a:pt x="351" y="351"/>
                    <a:pt x="401" y="188"/>
                    <a:pt x="476" y="51"/>
                  </a:cubicBezTo>
                  <a:cubicBezTo>
                    <a:pt x="501" y="26"/>
                    <a:pt x="513" y="13"/>
                    <a:pt x="526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11"/>
            <p:cNvSpPr/>
            <p:nvPr/>
          </p:nvSpPr>
          <p:spPr>
            <a:xfrm>
              <a:off x="1853466" y="1825806"/>
              <a:ext cx="10374" cy="18962"/>
            </a:xfrm>
            <a:custGeom>
              <a:rect b="b" l="l" r="r" t="t"/>
              <a:pathLst>
                <a:path extrusionOk="0" h="276" w="151">
                  <a:moveTo>
                    <a:pt x="138" y="1"/>
                  </a:moveTo>
                  <a:cubicBezTo>
                    <a:pt x="75" y="13"/>
                    <a:pt x="38" y="63"/>
                    <a:pt x="13" y="113"/>
                  </a:cubicBezTo>
                  <a:cubicBezTo>
                    <a:pt x="0" y="176"/>
                    <a:pt x="25" y="226"/>
                    <a:pt x="88" y="263"/>
                  </a:cubicBezTo>
                  <a:cubicBezTo>
                    <a:pt x="100" y="263"/>
                    <a:pt x="125" y="276"/>
                    <a:pt x="150" y="276"/>
                  </a:cubicBezTo>
                  <a:lnTo>
                    <a:pt x="150" y="251"/>
                  </a:lnTo>
                  <a:lnTo>
                    <a:pt x="138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11"/>
            <p:cNvSpPr/>
            <p:nvPr/>
          </p:nvSpPr>
          <p:spPr>
            <a:xfrm>
              <a:off x="2062047" y="2131463"/>
              <a:ext cx="39573" cy="80794"/>
            </a:xfrm>
            <a:custGeom>
              <a:rect b="b" l="l" r="r" t="t"/>
              <a:pathLst>
                <a:path extrusionOk="0" h="1176" w="576">
                  <a:moveTo>
                    <a:pt x="101" y="1"/>
                  </a:moveTo>
                  <a:lnTo>
                    <a:pt x="1" y="38"/>
                  </a:lnTo>
                  <a:lnTo>
                    <a:pt x="488" y="1175"/>
                  </a:lnTo>
                  <a:lnTo>
                    <a:pt x="576" y="1138"/>
                  </a:lnTo>
                  <a:lnTo>
                    <a:pt x="101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11"/>
            <p:cNvSpPr/>
            <p:nvPr/>
          </p:nvSpPr>
          <p:spPr>
            <a:xfrm>
              <a:off x="1730695" y="2184707"/>
              <a:ext cx="50702" cy="71313"/>
            </a:xfrm>
            <a:custGeom>
              <a:rect b="b" l="l" r="r" t="t"/>
              <a:pathLst>
                <a:path extrusionOk="0" h="1038" w="738">
                  <a:moveTo>
                    <a:pt x="637" y="1"/>
                  </a:moveTo>
                  <a:cubicBezTo>
                    <a:pt x="550" y="300"/>
                    <a:pt x="387" y="563"/>
                    <a:pt x="175" y="775"/>
                  </a:cubicBezTo>
                  <a:cubicBezTo>
                    <a:pt x="112" y="838"/>
                    <a:pt x="50" y="913"/>
                    <a:pt x="0" y="975"/>
                  </a:cubicBezTo>
                  <a:lnTo>
                    <a:pt x="75" y="1038"/>
                  </a:lnTo>
                  <a:cubicBezTo>
                    <a:pt x="137" y="975"/>
                    <a:pt x="187" y="913"/>
                    <a:pt x="250" y="838"/>
                  </a:cubicBezTo>
                  <a:cubicBezTo>
                    <a:pt x="475" y="613"/>
                    <a:pt x="650" y="338"/>
                    <a:pt x="737" y="26"/>
                  </a:cubicBezTo>
                  <a:lnTo>
                    <a:pt x="637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11"/>
            <p:cNvSpPr/>
            <p:nvPr/>
          </p:nvSpPr>
          <p:spPr>
            <a:xfrm>
              <a:off x="1662817" y="1539660"/>
              <a:ext cx="249253" cy="218543"/>
            </a:xfrm>
            <a:custGeom>
              <a:rect b="b" l="l" r="r" t="t"/>
              <a:pathLst>
                <a:path extrusionOk="0" h="3181" w="3628">
                  <a:moveTo>
                    <a:pt x="1914" y="0"/>
                  </a:moveTo>
                  <a:cubicBezTo>
                    <a:pt x="1747" y="0"/>
                    <a:pt x="1574" y="33"/>
                    <a:pt x="1400" y="105"/>
                  </a:cubicBezTo>
                  <a:cubicBezTo>
                    <a:pt x="238" y="567"/>
                    <a:pt x="1" y="2266"/>
                    <a:pt x="1063" y="2954"/>
                  </a:cubicBezTo>
                  <a:cubicBezTo>
                    <a:pt x="1308" y="3106"/>
                    <a:pt x="1584" y="3180"/>
                    <a:pt x="1860" y="3180"/>
                  </a:cubicBezTo>
                  <a:cubicBezTo>
                    <a:pt x="2217" y="3180"/>
                    <a:pt x="2573" y="3056"/>
                    <a:pt x="2863" y="2816"/>
                  </a:cubicBezTo>
                  <a:cubicBezTo>
                    <a:pt x="3100" y="2591"/>
                    <a:pt x="3275" y="2304"/>
                    <a:pt x="3362" y="1992"/>
                  </a:cubicBezTo>
                  <a:cubicBezTo>
                    <a:pt x="3628" y="1036"/>
                    <a:pt x="2857" y="0"/>
                    <a:pt x="1914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11"/>
            <p:cNvSpPr/>
            <p:nvPr/>
          </p:nvSpPr>
          <p:spPr>
            <a:xfrm>
              <a:off x="1928970" y="2370136"/>
              <a:ext cx="21573" cy="18344"/>
            </a:xfrm>
            <a:custGeom>
              <a:rect b="b" l="l" r="r" t="t"/>
              <a:pathLst>
                <a:path extrusionOk="0" h="267" w="314">
                  <a:moveTo>
                    <a:pt x="188" y="1"/>
                  </a:moveTo>
                  <a:cubicBezTo>
                    <a:pt x="63" y="13"/>
                    <a:pt x="1" y="151"/>
                    <a:pt x="88" y="226"/>
                  </a:cubicBezTo>
                  <a:cubicBezTo>
                    <a:pt x="117" y="254"/>
                    <a:pt x="151" y="267"/>
                    <a:pt x="184" y="267"/>
                  </a:cubicBezTo>
                  <a:cubicBezTo>
                    <a:pt x="251" y="267"/>
                    <a:pt x="313" y="214"/>
                    <a:pt x="313" y="138"/>
                  </a:cubicBezTo>
                  <a:cubicBezTo>
                    <a:pt x="313" y="63"/>
                    <a:pt x="251" y="1"/>
                    <a:pt x="18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11"/>
            <p:cNvSpPr/>
            <p:nvPr/>
          </p:nvSpPr>
          <p:spPr>
            <a:xfrm>
              <a:off x="1625924" y="2531586"/>
              <a:ext cx="121947" cy="70420"/>
            </a:xfrm>
            <a:custGeom>
              <a:rect b="b" l="l" r="r" t="t"/>
              <a:pathLst>
                <a:path extrusionOk="0" h="1025" w="1775">
                  <a:moveTo>
                    <a:pt x="1700" y="0"/>
                  </a:moveTo>
                  <a:cubicBezTo>
                    <a:pt x="1263" y="500"/>
                    <a:pt x="663" y="825"/>
                    <a:pt x="0" y="925"/>
                  </a:cubicBezTo>
                  <a:lnTo>
                    <a:pt x="13" y="1025"/>
                  </a:lnTo>
                  <a:cubicBezTo>
                    <a:pt x="700" y="925"/>
                    <a:pt x="1325" y="575"/>
                    <a:pt x="1775" y="63"/>
                  </a:cubicBezTo>
                  <a:lnTo>
                    <a:pt x="170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11"/>
            <p:cNvSpPr/>
            <p:nvPr/>
          </p:nvSpPr>
          <p:spPr>
            <a:xfrm>
              <a:off x="2073246" y="2539281"/>
              <a:ext cx="123665" cy="60183"/>
            </a:xfrm>
            <a:custGeom>
              <a:rect b="b" l="l" r="r" t="t"/>
              <a:pathLst>
                <a:path extrusionOk="0" h="876" w="1800">
                  <a:moveTo>
                    <a:pt x="88" y="1"/>
                  </a:moveTo>
                  <a:lnTo>
                    <a:pt x="0" y="51"/>
                  </a:lnTo>
                  <a:cubicBezTo>
                    <a:pt x="188" y="351"/>
                    <a:pt x="463" y="588"/>
                    <a:pt x="800" y="688"/>
                  </a:cubicBezTo>
                  <a:cubicBezTo>
                    <a:pt x="1112" y="800"/>
                    <a:pt x="1450" y="863"/>
                    <a:pt x="1800" y="875"/>
                  </a:cubicBezTo>
                  <a:lnTo>
                    <a:pt x="1800" y="775"/>
                  </a:lnTo>
                  <a:cubicBezTo>
                    <a:pt x="1475" y="763"/>
                    <a:pt x="1150" y="700"/>
                    <a:pt x="837" y="601"/>
                  </a:cubicBezTo>
                  <a:cubicBezTo>
                    <a:pt x="525" y="501"/>
                    <a:pt x="263" y="288"/>
                    <a:pt x="88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319" name="Google Shape;1319;p11"/>
          <p:cNvGrpSpPr/>
          <p:nvPr/>
        </p:nvGrpSpPr>
        <p:grpSpPr>
          <a:xfrm>
            <a:off x="917719" y="2020257"/>
            <a:ext cx="1722984" cy="2232127"/>
            <a:chOff x="223912" y="2384975"/>
            <a:chExt cx="1420081" cy="1839716"/>
          </a:xfrm>
        </p:grpSpPr>
        <p:sp>
          <p:nvSpPr>
            <p:cNvPr id="1320" name="Google Shape;1320;p11"/>
            <p:cNvSpPr/>
            <p:nvPr/>
          </p:nvSpPr>
          <p:spPr>
            <a:xfrm>
              <a:off x="848898" y="2646320"/>
              <a:ext cx="396757" cy="519528"/>
            </a:xfrm>
            <a:custGeom>
              <a:rect b="b" l="l" r="r" t="t"/>
              <a:pathLst>
                <a:path extrusionOk="0" h="7562" w="5775">
                  <a:moveTo>
                    <a:pt x="4953" y="1"/>
                  </a:moveTo>
                  <a:cubicBezTo>
                    <a:pt x="4734" y="1"/>
                    <a:pt x="4529" y="87"/>
                    <a:pt x="4362" y="242"/>
                  </a:cubicBezTo>
                  <a:cubicBezTo>
                    <a:pt x="4050" y="505"/>
                    <a:pt x="3800" y="830"/>
                    <a:pt x="3637" y="1204"/>
                  </a:cubicBezTo>
                  <a:cubicBezTo>
                    <a:pt x="3575" y="1417"/>
                    <a:pt x="3475" y="1604"/>
                    <a:pt x="3325" y="1767"/>
                  </a:cubicBezTo>
                  <a:cubicBezTo>
                    <a:pt x="2950" y="2079"/>
                    <a:pt x="2450" y="1879"/>
                    <a:pt x="2125" y="2292"/>
                  </a:cubicBezTo>
                  <a:cubicBezTo>
                    <a:pt x="1813" y="2704"/>
                    <a:pt x="2025" y="3391"/>
                    <a:pt x="1675" y="3804"/>
                  </a:cubicBezTo>
                  <a:cubicBezTo>
                    <a:pt x="1588" y="3891"/>
                    <a:pt x="1488" y="3979"/>
                    <a:pt x="1376" y="4029"/>
                  </a:cubicBezTo>
                  <a:cubicBezTo>
                    <a:pt x="313" y="4691"/>
                    <a:pt x="88" y="5403"/>
                    <a:pt x="26" y="6653"/>
                  </a:cubicBezTo>
                  <a:cubicBezTo>
                    <a:pt x="1" y="6853"/>
                    <a:pt x="38" y="7065"/>
                    <a:pt x="126" y="7253"/>
                  </a:cubicBezTo>
                  <a:cubicBezTo>
                    <a:pt x="246" y="7474"/>
                    <a:pt x="374" y="7561"/>
                    <a:pt x="500" y="7561"/>
                  </a:cubicBezTo>
                  <a:cubicBezTo>
                    <a:pt x="637" y="7561"/>
                    <a:pt x="771" y="7458"/>
                    <a:pt x="888" y="7315"/>
                  </a:cubicBezTo>
                  <a:cubicBezTo>
                    <a:pt x="1026" y="7140"/>
                    <a:pt x="1126" y="6928"/>
                    <a:pt x="1201" y="6715"/>
                  </a:cubicBezTo>
                  <a:cubicBezTo>
                    <a:pt x="1301" y="6353"/>
                    <a:pt x="1351" y="5978"/>
                    <a:pt x="1513" y="5653"/>
                  </a:cubicBezTo>
                  <a:cubicBezTo>
                    <a:pt x="1925" y="4828"/>
                    <a:pt x="2800" y="5353"/>
                    <a:pt x="3250" y="4641"/>
                  </a:cubicBezTo>
                  <a:cubicBezTo>
                    <a:pt x="3525" y="4204"/>
                    <a:pt x="3275" y="3554"/>
                    <a:pt x="3587" y="3129"/>
                  </a:cubicBezTo>
                  <a:cubicBezTo>
                    <a:pt x="3950" y="2667"/>
                    <a:pt x="4750" y="2554"/>
                    <a:pt x="5200" y="2117"/>
                  </a:cubicBezTo>
                  <a:cubicBezTo>
                    <a:pt x="5649" y="1692"/>
                    <a:pt x="5774" y="1267"/>
                    <a:pt x="5599" y="655"/>
                  </a:cubicBezTo>
                  <a:cubicBezTo>
                    <a:pt x="5524" y="367"/>
                    <a:pt x="5337" y="67"/>
                    <a:pt x="5037" y="5"/>
                  </a:cubicBezTo>
                  <a:cubicBezTo>
                    <a:pt x="5009" y="2"/>
                    <a:pt x="4981" y="1"/>
                    <a:pt x="4953" y="1"/>
                  </a:cubicBezTo>
                  <a:close/>
                </a:path>
              </a:pathLst>
            </a:custGeom>
            <a:solidFill>
              <a:srgbClr val="FF8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11"/>
            <p:cNvSpPr/>
            <p:nvPr/>
          </p:nvSpPr>
          <p:spPr>
            <a:xfrm>
              <a:off x="869509" y="3054412"/>
              <a:ext cx="33596" cy="300573"/>
            </a:xfrm>
            <a:custGeom>
              <a:rect b="b" l="l" r="r" t="t"/>
              <a:pathLst>
                <a:path extrusionOk="0" h="4375" w="489">
                  <a:moveTo>
                    <a:pt x="238" y="1"/>
                  </a:moveTo>
                  <a:cubicBezTo>
                    <a:pt x="151" y="338"/>
                    <a:pt x="101" y="675"/>
                    <a:pt x="101" y="1013"/>
                  </a:cubicBezTo>
                  <a:cubicBezTo>
                    <a:pt x="113" y="1225"/>
                    <a:pt x="151" y="1425"/>
                    <a:pt x="188" y="1625"/>
                  </a:cubicBezTo>
                  <a:cubicBezTo>
                    <a:pt x="213" y="1713"/>
                    <a:pt x="226" y="1788"/>
                    <a:pt x="238" y="1863"/>
                  </a:cubicBezTo>
                  <a:cubicBezTo>
                    <a:pt x="388" y="2700"/>
                    <a:pt x="301" y="3550"/>
                    <a:pt x="1" y="4349"/>
                  </a:cubicBezTo>
                  <a:lnTo>
                    <a:pt x="101" y="4374"/>
                  </a:lnTo>
                  <a:cubicBezTo>
                    <a:pt x="401" y="3575"/>
                    <a:pt x="488" y="2700"/>
                    <a:pt x="338" y="1850"/>
                  </a:cubicBezTo>
                  <a:cubicBezTo>
                    <a:pt x="326" y="1763"/>
                    <a:pt x="313" y="1688"/>
                    <a:pt x="288" y="1600"/>
                  </a:cubicBezTo>
                  <a:cubicBezTo>
                    <a:pt x="251" y="1413"/>
                    <a:pt x="213" y="1213"/>
                    <a:pt x="201" y="1013"/>
                  </a:cubicBezTo>
                  <a:cubicBezTo>
                    <a:pt x="201" y="675"/>
                    <a:pt x="251" y="351"/>
                    <a:pt x="338" y="26"/>
                  </a:cubicBezTo>
                  <a:lnTo>
                    <a:pt x="238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11"/>
            <p:cNvSpPr/>
            <p:nvPr/>
          </p:nvSpPr>
          <p:spPr>
            <a:xfrm>
              <a:off x="696104" y="2384975"/>
              <a:ext cx="440520" cy="547147"/>
            </a:xfrm>
            <a:custGeom>
              <a:rect b="b" l="l" r="r" t="t"/>
              <a:pathLst>
                <a:path extrusionOk="0" h="7964" w="6412">
                  <a:moveTo>
                    <a:pt x="5499" y="0"/>
                  </a:moveTo>
                  <a:cubicBezTo>
                    <a:pt x="5355" y="0"/>
                    <a:pt x="5212" y="16"/>
                    <a:pt x="5074" y="47"/>
                  </a:cubicBezTo>
                  <a:cubicBezTo>
                    <a:pt x="4662" y="110"/>
                    <a:pt x="4212" y="185"/>
                    <a:pt x="3924" y="485"/>
                  </a:cubicBezTo>
                  <a:cubicBezTo>
                    <a:pt x="3587" y="822"/>
                    <a:pt x="3525" y="1347"/>
                    <a:pt x="3200" y="1697"/>
                  </a:cubicBezTo>
                  <a:cubicBezTo>
                    <a:pt x="2725" y="2184"/>
                    <a:pt x="1925" y="2134"/>
                    <a:pt x="1313" y="2409"/>
                  </a:cubicBezTo>
                  <a:cubicBezTo>
                    <a:pt x="400" y="2822"/>
                    <a:pt x="0" y="4084"/>
                    <a:pt x="500" y="4946"/>
                  </a:cubicBezTo>
                  <a:cubicBezTo>
                    <a:pt x="938" y="5683"/>
                    <a:pt x="1650" y="5996"/>
                    <a:pt x="1600" y="6908"/>
                  </a:cubicBezTo>
                  <a:cubicBezTo>
                    <a:pt x="1588" y="7369"/>
                    <a:pt x="1442" y="7964"/>
                    <a:pt x="2039" y="7964"/>
                  </a:cubicBezTo>
                  <a:cubicBezTo>
                    <a:pt x="2074" y="7964"/>
                    <a:pt x="2110" y="7962"/>
                    <a:pt x="2150" y="7958"/>
                  </a:cubicBezTo>
                  <a:cubicBezTo>
                    <a:pt x="2200" y="7945"/>
                    <a:pt x="2237" y="7933"/>
                    <a:pt x="2287" y="7920"/>
                  </a:cubicBezTo>
                  <a:cubicBezTo>
                    <a:pt x="2550" y="7820"/>
                    <a:pt x="2762" y="7620"/>
                    <a:pt x="2875" y="7370"/>
                  </a:cubicBezTo>
                  <a:cubicBezTo>
                    <a:pt x="3112" y="6870"/>
                    <a:pt x="3100" y="6283"/>
                    <a:pt x="2837" y="5783"/>
                  </a:cubicBezTo>
                  <a:cubicBezTo>
                    <a:pt x="2525" y="5108"/>
                    <a:pt x="1588" y="4096"/>
                    <a:pt x="2462" y="3409"/>
                  </a:cubicBezTo>
                  <a:cubicBezTo>
                    <a:pt x="2975" y="2996"/>
                    <a:pt x="3812" y="3246"/>
                    <a:pt x="4324" y="2847"/>
                  </a:cubicBezTo>
                  <a:cubicBezTo>
                    <a:pt x="4799" y="2472"/>
                    <a:pt x="4837" y="1647"/>
                    <a:pt x="5399" y="1434"/>
                  </a:cubicBezTo>
                  <a:cubicBezTo>
                    <a:pt x="5574" y="1397"/>
                    <a:pt x="5736" y="1359"/>
                    <a:pt x="5911" y="1297"/>
                  </a:cubicBezTo>
                  <a:cubicBezTo>
                    <a:pt x="6299" y="1084"/>
                    <a:pt x="6411" y="172"/>
                    <a:pt x="5924" y="47"/>
                  </a:cubicBezTo>
                  <a:cubicBezTo>
                    <a:pt x="5786" y="16"/>
                    <a:pt x="5643" y="0"/>
                    <a:pt x="5499" y="0"/>
                  </a:cubicBezTo>
                  <a:close/>
                </a:path>
              </a:pathLst>
            </a:custGeom>
            <a:solidFill>
              <a:srgbClr val="FFB55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11"/>
            <p:cNvSpPr/>
            <p:nvPr/>
          </p:nvSpPr>
          <p:spPr>
            <a:xfrm>
              <a:off x="802593" y="2728144"/>
              <a:ext cx="78183" cy="612277"/>
            </a:xfrm>
            <a:custGeom>
              <a:rect b="b" l="l" r="r" t="t"/>
              <a:pathLst>
                <a:path extrusionOk="0" h="8912" w="1138">
                  <a:moveTo>
                    <a:pt x="163" y="1"/>
                  </a:moveTo>
                  <a:lnTo>
                    <a:pt x="75" y="51"/>
                  </a:lnTo>
                  <a:cubicBezTo>
                    <a:pt x="475" y="701"/>
                    <a:pt x="812" y="1301"/>
                    <a:pt x="762" y="1950"/>
                  </a:cubicBezTo>
                  <a:cubicBezTo>
                    <a:pt x="712" y="2275"/>
                    <a:pt x="625" y="2600"/>
                    <a:pt x="500" y="2888"/>
                  </a:cubicBezTo>
                  <a:cubicBezTo>
                    <a:pt x="437" y="3050"/>
                    <a:pt x="362" y="3225"/>
                    <a:pt x="312" y="3388"/>
                  </a:cubicBezTo>
                  <a:cubicBezTo>
                    <a:pt x="0" y="4450"/>
                    <a:pt x="238" y="5574"/>
                    <a:pt x="450" y="6562"/>
                  </a:cubicBezTo>
                  <a:cubicBezTo>
                    <a:pt x="475" y="6649"/>
                    <a:pt x="475" y="6737"/>
                    <a:pt x="475" y="6824"/>
                  </a:cubicBezTo>
                  <a:lnTo>
                    <a:pt x="475" y="6987"/>
                  </a:lnTo>
                  <a:cubicBezTo>
                    <a:pt x="475" y="7674"/>
                    <a:pt x="662" y="8336"/>
                    <a:pt x="1050" y="8911"/>
                  </a:cubicBezTo>
                  <a:lnTo>
                    <a:pt x="1137" y="8861"/>
                  </a:lnTo>
                  <a:cubicBezTo>
                    <a:pt x="937" y="8536"/>
                    <a:pt x="775" y="8174"/>
                    <a:pt x="662" y="7786"/>
                  </a:cubicBezTo>
                  <a:cubicBezTo>
                    <a:pt x="612" y="7524"/>
                    <a:pt x="587" y="7261"/>
                    <a:pt x="575" y="6987"/>
                  </a:cubicBezTo>
                  <a:lnTo>
                    <a:pt x="575" y="6837"/>
                  </a:lnTo>
                  <a:cubicBezTo>
                    <a:pt x="575" y="6737"/>
                    <a:pt x="575" y="6649"/>
                    <a:pt x="550" y="6549"/>
                  </a:cubicBezTo>
                  <a:cubicBezTo>
                    <a:pt x="337" y="5562"/>
                    <a:pt x="100" y="4450"/>
                    <a:pt x="412" y="3425"/>
                  </a:cubicBezTo>
                  <a:cubicBezTo>
                    <a:pt x="462" y="3263"/>
                    <a:pt x="525" y="3088"/>
                    <a:pt x="587" y="2938"/>
                  </a:cubicBezTo>
                  <a:cubicBezTo>
                    <a:pt x="725" y="2625"/>
                    <a:pt x="825" y="2300"/>
                    <a:pt x="862" y="1963"/>
                  </a:cubicBezTo>
                  <a:cubicBezTo>
                    <a:pt x="912" y="1276"/>
                    <a:pt x="575" y="676"/>
                    <a:pt x="163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11"/>
            <p:cNvSpPr/>
            <p:nvPr/>
          </p:nvSpPr>
          <p:spPr>
            <a:xfrm>
              <a:off x="353553" y="2799595"/>
              <a:ext cx="453368" cy="334375"/>
            </a:xfrm>
            <a:custGeom>
              <a:rect b="b" l="l" r="r" t="t"/>
              <a:pathLst>
                <a:path extrusionOk="0" h="4867" w="6599">
                  <a:moveTo>
                    <a:pt x="3601" y="1"/>
                  </a:moveTo>
                  <a:cubicBezTo>
                    <a:pt x="3532" y="1"/>
                    <a:pt x="3460" y="4"/>
                    <a:pt x="3387" y="11"/>
                  </a:cubicBezTo>
                  <a:cubicBezTo>
                    <a:pt x="3012" y="61"/>
                    <a:pt x="2662" y="186"/>
                    <a:pt x="2325" y="361"/>
                  </a:cubicBezTo>
                  <a:cubicBezTo>
                    <a:pt x="1862" y="548"/>
                    <a:pt x="1387" y="710"/>
                    <a:pt x="900" y="848"/>
                  </a:cubicBezTo>
                  <a:cubicBezTo>
                    <a:pt x="588" y="923"/>
                    <a:pt x="313" y="1148"/>
                    <a:pt x="163" y="1448"/>
                  </a:cubicBezTo>
                  <a:cubicBezTo>
                    <a:pt x="0" y="1848"/>
                    <a:pt x="213" y="2335"/>
                    <a:pt x="575" y="2585"/>
                  </a:cubicBezTo>
                  <a:cubicBezTo>
                    <a:pt x="842" y="2731"/>
                    <a:pt x="1138" y="2806"/>
                    <a:pt x="1440" y="2806"/>
                  </a:cubicBezTo>
                  <a:cubicBezTo>
                    <a:pt x="1576" y="2806"/>
                    <a:pt x="1714" y="2791"/>
                    <a:pt x="1850" y="2760"/>
                  </a:cubicBezTo>
                  <a:cubicBezTo>
                    <a:pt x="2137" y="2697"/>
                    <a:pt x="2412" y="2597"/>
                    <a:pt x="2662" y="2447"/>
                  </a:cubicBezTo>
                  <a:cubicBezTo>
                    <a:pt x="2929" y="2288"/>
                    <a:pt x="3322" y="1828"/>
                    <a:pt x="3680" y="1828"/>
                  </a:cubicBezTo>
                  <a:cubicBezTo>
                    <a:pt x="3742" y="1828"/>
                    <a:pt x="3803" y="1841"/>
                    <a:pt x="3862" y="1873"/>
                  </a:cubicBezTo>
                  <a:cubicBezTo>
                    <a:pt x="4324" y="2123"/>
                    <a:pt x="3974" y="2735"/>
                    <a:pt x="4074" y="3110"/>
                  </a:cubicBezTo>
                  <a:cubicBezTo>
                    <a:pt x="4199" y="3535"/>
                    <a:pt x="4862" y="3485"/>
                    <a:pt x="5174" y="3797"/>
                  </a:cubicBezTo>
                  <a:cubicBezTo>
                    <a:pt x="5400" y="4023"/>
                    <a:pt x="5525" y="4867"/>
                    <a:pt x="5882" y="4867"/>
                  </a:cubicBezTo>
                  <a:cubicBezTo>
                    <a:pt x="5959" y="4867"/>
                    <a:pt x="6047" y="4827"/>
                    <a:pt x="6149" y="4734"/>
                  </a:cubicBezTo>
                  <a:cubicBezTo>
                    <a:pt x="6599" y="4309"/>
                    <a:pt x="6224" y="3222"/>
                    <a:pt x="5949" y="2835"/>
                  </a:cubicBezTo>
                  <a:cubicBezTo>
                    <a:pt x="5849" y="2710"/>
                    <a:pt x="5761" y="2585"/>
                    <a:pt x="5674" y="2447"/>
                  </a:cubicBezTo>
                  <a:cubicBezTo>
                    <a:pt x="5474" y="2060"/>
                    <a:pt x="5574" y="1598"/>
                    <a:pt x="5361" y="1210"/>
                  </a:cubicBezTo>
                  <a:cubicBezTo>
                    <a:pt x="4969" y="472"/>
                    <a:pt x="4429" y="1"/>
                    <a:pt x="3601" y="1"/>
                  </a:cubicBezTo>
                  <a:close/>
                </a:path>
              </a:pathLst>
            </a:custGeom>
            <a:solidFill>
              <a:srgbClr val="FF3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11"/>
            <p:cNvSpPr/>
            <p:nvPr/>
          </p:nvSpPr>
          <p:spPr>
            <a:xfrm>
              <a:off x="690127" y="2953969"/>
              <a:ext cx="170039" cy="377864"/>
            </a:xfrm>
            <a:custGeom>
              <a:rect b="b" l="l" r="r" t="t"/>
              <a:pathLst>
                <a:path extrusionOk="0" h="5500" w="2475">
                  <a:moveTo>
                    <a:pt x="87" y="1"/>
                  </a:moveTo>
                  <a:lnTo>
                    <a:pt x="0" y="26"/>
                  </a:lnTo>
                  <a:cubicBezTo>
                    <a:pt x="87" y="350"/>
                    <a:pt x="237" y="650"/>
                    <a:pt x="450" y="913"/>
                  </a:cubicBezTo>
                  <a:cubicBezTo>
                    <a:pt x="512" y="975"/>
                    <a:pt x="562" y="1038"/>
                    <a:pt x="625" y="1113"/>
                  </a:cubicBezTo>
                  <a:cubicBezTo>
                    <a:pt x="712" y="1200"/>
                    <a:pt x="800" y="1300"/>
                    <a:pt x="875" y="1413"/>
                  </a:cubicBezTo>
                  <a:cubicBezTo>
                    <a:pt x="1125" y="1763"/>
                    <a:pt x="1212" y="2200"/>
                    <a:pt x="1300" y="2625"/>
                  </a:cubicBezTo>
                  <a:cubicBezTo>
                    <a:pt x="1312" y="2687"/>
                    <a:pt x="1325" y="2750"/>
                    <a:pt x="1337" y="2812"/>
                  </a:cubicBezTo>
                  <a:cubicBezTo>
                    <a:pt x="1425" y="3350"/>
                    <a:pt x="1612" y="3862"/>
                    <a:pt x="1862" y="4349"/>
                  </a:cubicBezTo>
                  <a:cubicBezTo>
                    <a:pt x="1912" y="4437"/>
                    <a:pt x="1962" y="4512"/>
                    <a:pt x="1999" y="4587"/>
                  </a:cubicBezTo>
                  <a:cubicBezTo>
                    <a:pt x="2174" y="4874"/>
                    <a:pt x="2362" y="5174"/>
                    <a:pt x="2374" y="5499"/>
                  </a:cubicBezTo>
                  <a:lnTo>
                    <a:pt x="2474" y="5499"/>
                  </a:lnTo>
                  <a:cubicBezTo>
                    <a:pt x="2449" y="5149"/>
                    <a:pt x="2274" y="4837"/>
                    <a:pt x="2087" y="4537"/>
                  </a:cubicBezTo>
                  <a:cubicBezTo>
                    <a:pt x="2037" y="4462"/>
                    <a:pt x="1987" y="4387"/>
                    <a:pt x="1949" y="4299"/>
                  </a:cubicBezTo>
                  <a:cubicBezTo>
                    <a:pt x="1700" y="3825"/>
                    <a:pt x="1525" y="3325"/>
                    <a:pt x="1437" y="2800"/>
                  </a:cubicBezTo>
                  <a:cubicBezTo>
                    <a:pt x="1425" y="2737"/>
                    <a:pt x="1412" y="2675"/>
                    <a:pt x="1400" y="2612"/>
                  </a:cubicBezTo>
                  <a:cubicBezTo>
                    <a:pt x="1312" y="2175"/>
                    <a:pt x="1225" y="1725"/>
                    <a:pt x="962" y="1350"/>
                  </a:cubicBezTo>
                  <a:cubicBezTo>
                    <a:pt x="887" y="1238"/>
                    <a:pt x="800" y="1138"/>
                    <a:pt x="700" y="1038"/>
                  </a:cubicBezTo>
                  <a:cubicBezTo>
                    <a:pt x="637" y="975"/>
                    <a:pt x="587" y="913"/>
                    <a:pt x="525" y="850"/>
                  </a:cubicBezTo>
                  <a:cubicBezTo>
                    <a:pt x="325" y="588"/>
                    <a:pt x="175" y="300"/>
                    <a:pt x="87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11"/>
            <p:cNvSpPr/>
            <p:nvPr/>
          </p:nvSpPr>
          <p:spPr>
            <a:xfrm>
              <a:off x="759654" y="3247604"/>
              <a:ext cx="235306" cy="358902"/>
            </a:xfrm>
            <a:custGeom>
              <a:rect b="b" l="l" r="r" t="t"/>
              <a:pathLst>
                <a:path extrusionOk="0" h="5224" w="3425">
                  <a:moveTo>
                    <a:pt x="0" y="0"/>
                  </a:moveTo>
                  <a:lnTo>
                    <a:pt x="325" y="5224"/>
                  </a:lnTo>
                  <a:lnTo>
                    <a:pt x="3099" y="5224"/>
                  </a:lnTo>
                  <a:lnTo>
                    <a:pt x="3424" y="0"/>
                  </a:lnTo>
                  <a:close/>
                </a:path>
              </a:pathLst>
            </a:custGeom>
            <a:solidFill>
              <a:srgbClr val="FF418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11"/>
            <p:cNvSpPr/>
            <p:nvPr/>
          </p:nvSpPr>
          <p:spPr>
            <a:xfrm>
              <a:off x="1042090" y="3054412"/>
              <a:ext cx="361513" cy="684346"/>
            </a:xfrm>
            <a:custGeom>
              <a:rect b="b" l="l" r="r" t="t"/>
              <a:pathLst>
                <a:path extrusionOk="0" h="9961" w="5262">
                  <a:moveTo>
                    <a:pt x="4212" y="1"/>
                  </a:moveTo>
                  <a:lnTo>
                    <a:pt x="1" y="263"/>
                  </a:lnTo>
                  <a:lnTo>
                    <a:pt x="188" y="9960"/>
                  </a:lnTo>
                  <a:lnTo>
                    <a:pt x="4424" y="9686"/>
                  </a:lnTo>
                  <a:lnTo>
                    <a:pt x="5262" y="9636"/>
                  </a:lnTo>
                  <a:lnTo>
                    <a:pt x="4212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11"/>
            <p:cNvSpPr/>
            <p:nvPr/>
          </p:nvSpPr>
          <p:spPr>
            <a:xfrm>
              <a:off x="901318" y="3056130"/>
              <a:ext cx="444780" cy="689498"/>
            </a:xfrm>
            <a:custGeom>
              <a:rect b="b" l="l" r="r" t="t"/>
              <a:pathLst>
                <a:path extrusionOk="0" h="10036" w="6474">
                  <a:moveTo>
                    <a:pt x="5836" y="1"/>
                  </a:moveTo>
                  <a:lnTo>
                    <a:pt x="0" y="363"/>
                  </a:lnTo>
                  <a:lnTo>
                    <a:pt x="450" y="10035"/>
                  </a:lnTo>
                  <a:lnTo>
                    <a:pt x="6473" y="9661"/>
                  </a:lnTo>
                  <a:lnTo>
                    <a:pt x="5836" y="1"/>
                  </a:lnTo>
                  <a:close/>
                </a:path>
              </a:pathLst>
            </a:custGeom>
            <a:solidFill>
              <a:srgbClr val="FF3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11"/>
            <p:cNvSpPr/>
            <p:nvPr/>
          </p:nvSpPr>
          <p:spPr>
            <a:xfrm>
              <a:off x="796547" y="3147985"/>
              <a:ext cx="226718" cy="111710"/>
            </a:xfrm>
            <a:custGeom>
              <a:rect b="b" l="l" r="r" t="t"/>
              <a:pathLst>
                <a:path extrusionOk="0" h="1626" w="3300">
                  <a:moveTo>
                    <a:pt x="716" y="91"/>
                  </a:moveTo>
                  <a:cubicBezTo>
                    <a:pt x="748" y="91"/>
                    <a:pt x="780" y="94"/>
                    <a:pt x="813" y="101"/>
                  </a:cubicBezTo>
                  <a:cubicBezTo>
                    <a:pt x="1050" y="163"/>
                    <a:pt x="1250" y="338"/>
                    <a:pt x="1350" y="563"/>
                  </a:cubicBezTo>
                  <a:cubicBezTo>
                    <a:pt x="1463" y="801"/>
                    <a:pt x="1513" y="1050"/>
                    <a:pt x="1538" y="1313"/>
                  </a:cubicBezTo>
                  <a:lnTo>
                    <a:pt x="1538" y="1363"/>
                  </a:lnTo>
                  <a:lnTo>
                    <a:pt x="1500" y="1350"/>
                  </a:lnTo>
                  <a:lnTo>
                    <a:pt x="1425" y="1325"/>
                  </a:lnTo>
                  <a:cubicBezTo>
                    <a:pt x="975" y="1213"/>
                    <a:pt x="126" y="988"/>
                    <a:pt x="251" y="426"/>
                  </a:cubicBezTo>
                  <a:cubicBezTo>
                    <a:pt x="316" y="230"/>
                    <a:pt x="504" y="91"/>
                    <a:pt x="716" y="91"/>
                  </a:cubicBezTo>
                  <a:close/>
                  <a:moveTo>
                    <a:pt x="2587" y="251"/>
                  </a:moveTo>
                  <a:cubicBezTo>
                    <a:pt x="2687" y="251"/>
                    <a:pt x="2787" y="267"/>
                    <a:pt x="2887" y="301"/>
                  </a:cubicBezTo>
                  <a:cubicBezTo>
                    <a:pt x="2950" y="326"/>
                    <a:pt x="3000" y="351"/>
                    <a:pt x="3050" y="388"/>
                  </a:cubicBezTo>
                  <a:cubicBezTo>
                    <a:pt x="3137" y="476"/>
                    <a:pt x="3175" y="601"/>
                    <a:pt x="3137" y="713"/>
                  </a:cubicBezTo>
                  <a:cubicBezTo>
                    <a:pt x="3100" y="838"/>
                    <a:pt x="3037" y="938"/>
                    <a:pt x="2937" y="1026"/>
                  </a:cubicBezTo>
                  <a:cubicBezTo>
                    <a:pt x="2668" y="1275"/>
                    <a:pt x="2311" y="1414"/>
                    <a:pt x="1945" y="1414"/>
                  </a:cubicBezTo>
                  <a:cubicBezTo>
                    <a:pt x="1834" y="1414"/>
                    <a:pt x="1723" y="1401"/>
                    <a:pt x="1613" y="1375"/>
                  </a:cubicBezTo>
                  <a:lnTo>
                    <a:pt x="1625" y="1313"/>
                  </a:lnTo>
                  <a:cubicBezTo>
                    <a:pt x="1663" y="1088"/>
                    <a:pt x="1750" y="851"/>
                    <a:pt x="1875" y="651"/>
                  </a:cubicBezTo>
                  <a:cubicBezTo>
                    <a:pt x="2000" y="451"/>
                    <a:pt x="2200" y="313"/>
                    <a:pt x="2437" y="263"/>
                  </a:cubicBezTo>
                  <a:cubicBezTo>
                    <a:pt x="2487" y="255"/>
                    <a:pt x="2537" y="251"/>
                    <a:pt x="2587" y="251"/>
                  </a:cubicBezTo>
                  <a:close/>
                  <a:moveTo>
                    <a:pt x="704" y="1"/>
                  </a:moveTo>
                  <a:cubicBezTo>
                    <a:pt x="451" y="1"/>
                    <a:pt x="226" y="165"/>
                    <a:pt x="151" y="413"/>
                  </a:cubicBezTo>
                  <a:cubicBezTo>
                    <a:pt x="1" y="1063"/>
                    <a:pt x="913" y="1300"/>
                    <a:pt x="1400" y="1425"/>
                  </a:cubicBezTo>
                  <a:lnTo>
                    <a:pt x="1475" y="1450"/>
                  </a:lnTo>
                  <a:lnTo>
                    <a:pt x="1550" y="1463"/>
                  </a:lnTo>
                  <a:lnTo>
                    <a:pt x="1563" y="1625"/>
                  </a:lnTo>
                  <a:lnTo>
                    <a:pt x="1613" y="1475"/>
                  </a:lnTo>
                  <a:cubicBezTo>
                    <a:pt x="1727" y="1501"/>
                    <a:pt x="1843" y="1514"/>
                    <a:pt x="1958" y="1514"/>
                  </a:cubicBezTo>
                  <a:cubicBezTo>
                    <a:pt x="2346" y="1514"/>
                    <a:pt x="2726" y="1370"/>
                    <a:pt x="3025" y="1100"/>
                  </a:cubicBezTo>
                  <a:cubicBezTo>
                    <a:pt x="3137" y="1001"/>
                    <a:pt x="3212" y="876"/>
                    <a:pt x="3250" y="738"/>
                  </a:cubicBezTo>
                  <a:cubicBezTo>
                    <a:pt x="3300" y="576"/>
                    <a:pt x="3250" y="413"/>
                    <a:pt x="3137" y="313"/>
                  </a:cubicBezTo>
                  <a:cubicBezTo>
                    <a:pt x="3075" y="263"/>
                    <a:pt x="3000" y="226"/>
                    <a:pt x="2937" y="213"/>
                  </a:cubicBezTo>
                  <a:cubicBezTo>
                    <a:pt x="2826" y="171"/>
                    <a:pt x="2709" y="151"/>
                    <a:pt x="2591" y="151"/>
                  </a:cubicBezTo>
                  <a:cubicBezTo>
                    <a:pt x="2536" y="151"/>
                    <a:pt x="2480" y="155"/>
                    <a:pt x="2425" y="163"/>
                  </a:cubicBezTo>
                  <a:cubicBezTo>
                    <a:pt x="2175" y="213"/>
                    <a:pt x="1950" y="376"/>
                    <a:pt x="1800" y="588"/>
                  </a:cubicBezTo>
                  <a:cubicBezTo>
                    <a:pt x="1713" y="726"/>
                    <a:pt x="1650" y="876"/>
                    <a:pt x="1600" y="1038"/>
                  </a:cubicBezTo>
                  <a:cubicBezTo>
                    <a:pt x="1575" y="863"/>
                    <a:pt x="1525" y="688"/>
                    <a:pt x="1450" y="526"/>
                  </a:cubicBezTo>
                  <a:cubicBezTo>
                    <a:pt x="1338" y="263"/>
                    <a:pt x="1100" y="76"/>
                    <a:pt x="825" y="13"/>
                  </a:cubicBezTo>
                  <a:cubicBezTo>
                    <a:pt x="784" y="5"/>
                    <a:pt x="744" y="1"/>
                    <a:pt x="704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11"/>
            <p:cNvSpPr/>
            <p:nvPr/>
          </p:nvSpPr>
          <p:spPr>
            <a:xfrm>
              <a:off x="719257" y="3218405"/>
              <a:ext cx="462849" cy="537528"/>
            </a:xfrm>
            <a:custGeom>
              <a:rect b="b" l="l" r="r" t="t"/>
              <a:pathLst>
                <a:path extrusionOk="0" h="7824" w="6737">
                  <a:moveTo>
                    <a:pt x="6137" y="1"/>
                  </a:moveTo>
                  <a:lnTo>
                    <a:pt x="1" y="388"/>
                  </a:lnTo>
                  <a:lnTo>
                    <a:pt x="463" y="7823"/>
                  </a:lnTo>
                  <a:lnTo>
                    <a:pt x="6737" y="7436"/>
                  </a:lnTo>
                  <a:lnTo>
                    <a:pt x="6137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11"/>
            <p:cNvSpPr/>
            <p:nvPr/>
          </p:nvSpPr>
          <p:spPr>
            <a:xfrm>
              <a:off x="675493" y="3220947"/>
              <a:ext cx="462849" cy="538421"/>
            </a:xfrm>
            <a:custGeom>
              <a:rect b="b" l="l" r="r" t="t"/>
              <a:pathLst>
                <a:path extrusionOk="0" h="7837" w="6737">
                  <a:moveTo>
                    <a:pt x="6274" y="1"/>
                  </a:moveTo>
                  <a:lnTo>
                    <a:pt x="1" y="401"/>
                  </a:lnTo>
                  <a:lnTo>
                    <a:pt x="463" y="7836"/>
                  </a:lnTo>
                  <a:lnTo>
                    <a:pt x="6736" y="7449"/>
                  </a:lnTo>
                  <a:lnTo>
                    <a:pt x="6274" y="1"/>
                  </a:lnTo>
                  <a:close/>
                </a:path>
              </a:pathLst>
            </a:custGeom>
            <a:solidFill>
              <a:srgbClr val="FF887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11"/>
            <p:cNvSpPr/>
            <p:nvPr/>
          </p:nvSpPr>
          <p:spPr>
            <a:xfrm>
              <a:off x="1316007" y="3277627"/>
              <a:ext cx="100512" cy="445673"/>
            </a:xfrm>
            <a:custGeom>
              <a:rect b="b" l="l" r="r" t="t"/>
              <a:pathLst>
                <a:path extrusionOk="0" h="6487" w="1463">
                  <a:moveTo>
                    <a:pt x="1375" y="1"/>
                  </a:moveTo>
                  <a:lnTo>
                    <a:pt x="0" y="6462"/>
                  </a:lnTo>
                  <a:lnTo>
                    <a:pt x="100" y="6487"/>
                  </a:lnTo>
                  <a:lnTo>
                    <a:pt x="1462" y="13"/>
                  </a:lnTo>
                  <a:lnTo>
                    <a:pt x="1375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11"/>
            <p:cNvSpPr/>
            <p:nvPr/>
          </p:nvSpPr>
          <p:spPr>
            <a:xfrm>
              <a:off x="223912" y="3074130"/>
              <a:ext cx="1420081" cy="704132"/>
            </a:xfrm>
            <a:custGeom>
              <a:rect b="b" l="l" r="r" t="t"/>
              <a:pathLst>
                <a:path extrusionOk="0" h="10249" w="20670">
                  <a:moveTo>
                    <a:pt x="2661" y="0"/>
                  </a:moveTo>
                  <a:cubicBezTo>
                    <a:pt x="2645" y="0"/>
                    <a:pt x="2628" y="1"/>
                    <a:pt x="2612" y="1"/>
                  </a:cubicBezTo>
                  <a:lnTo>
                    <a:pt x="2600" y="1"/>
                  </a:lnTo>
                  <a:lnTo>
                    <a:pt x="0" y="14"/>
                  </a:lnTo>
                  <a:lnTo>
                    <a:pt x="0" y="164"/>
                  </a:lnTo>
                  <a:lnTo>
                    <a:pt x="2600" y="151"/>
                  </a:lnTo>
                  <a:lnTo>
                    <a:pt x="2625" y="151"/>
                  </a:lnTo>
                  <a:cubicBezTo>
                    <a:pt x="2641" y="151"/>
                    <a:pt x="2657" y="150"/>
                    <a:pt x="2674" y="150"/>
                  </a:cubicBezTo>
                  <a:cubicBezTo>
                    <a:pt x="3515" y="150"/>
                    <a:pt x="4226" y="780"/>
                    <a:pt x="4324" y="1626"/>
                  </a:cubicBezTo>
                  <a:lnTo>
                    <a:pt x="4499" y="3125"/>
                  </a:lnTo>
                  <a:lnTo>
                    <a:pt x="19795" y="3025"/>
                  </a:lnTo>
                  <a:cubicBezTo>
                    <a:pt x="20020" y="3025"/>
                    <a:pt x="20245" y="3138"/>
                    <a:pt x="20382" y="3325"/>
                  </a:cubicBezTo>
                  <a:cubicBezTo>
                    <a:pt x="20507" y="3525"/>
                    <a:pt x="20532" y="3775"/>
                    <a:pt x="20445" y="4000"/>
                  </a:cubicBezTo>
                  <a:lnTo>
                    <a:pt x="18620" y="8674"/>
                  </a:lnTo>
                  <a:cubicBezTo>
                    <a:pt x="18495" y="8999"/>
                    <a:pt x="18183" y="9224"/>
                    <a:pt x="17821" y="9236"/>
                  </a:cubicBezTo>
                  <a:lnTo>
                    <a:pt x="5461" y="10086"/>
                  </a:lnTo>
                  <a:lnTo>
                    <a:pt x="4687" y="3488"/>
                  </a:lnTo>
                  <a:lnTo>
                    <a:pt x="4537" y="3500"/>
                  </a:lnTo>
                  <a:lnTo>
                    <a:pt x="5311" y="10248"/>
                  </a:lnTo>
                  <a:lnTo>
                    <a:pt x="17796" y="9386"/>
                  </a:lnTo>
                  <a:cubicBezTo>
                    <a:pt x="18220" y="9374"/>
                    <a:pt x="18583" y="9124"/>
                    <a:pt x="18733" y="8724"/>
                  </a:cubicBezTo>
                  <a:lnTo>
                    <a:pt x="20557" y="4062"/>
                  </a:lnTo>
                  <a:cubicBezTo>
                    <a:pt x="20670" y="3788"/>
                    <a:pt x="20645" y="3475"/>
                    <a:pt x="20482" y="3238"/>
                  </a:cubicBezTo>
                  <a:cubicBezTo>
                    <a:pt x="20320" y="3013"/>
                    <a:pt x="20045" y="2875"/>
                    <a:pt x="19770" y="2875"/>
                  </a:cubicBezTo>
                  <a:lnTo>
                    <a:pt x="4612" y="2963"/>
                  </a:lnTo>
                  <a:lnTo>
                    <a:pt x="4462" y="1601"/>
                  </a:lnTo>
                  <a:cubicBezTo>
                    <a:pt x="4351" y="692"/>
                    <a:pt x="3577" y="0"/>
                    <a:pt x="2661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11"/>
            <p:cNvSpPr/>
            <p:nvPr/>
          </p:nvSpPr>
          <p:spPr>
            <a:xfrm>
              <a:off x="593050" y="3786781"/>
              <a:ext cx="806293" cy="330596"/>
            </a:xfrm>
            <a:custGeom>
              <a:rect b="b" l="l" r="r" t="t"/>
              <a:pathLst>
                <a:path extrusionOk="0" h="4812" w="11736">
                  <a:moveTo>
                    <a:pt x="151" y="0"/>
                  </a:moveTo>
                  <a:lnTo>
                    <a:pt x="1" y="25"/>
                  </a:lnTo>
                  <a:lnTo>
                    <a:pt x="576" y="3774"/>
                  </a:lnTo>
                  <a:cubicBezTo>
                    <a:pt x="662" y="4354"/>
                    <a:pt x="1162" y="4799"/>
                    <a:pt x="1751" y="4799"/>
                  </a:cubicBezTo>
                  <a:cubicBezTo>
                    <a:pt x="1759" y="4799"/>
                    <a:pt x="1767" y="4799"/>
                    <a:pt x="1775" y="4799"/>
                  </a:cubicBezTo>
                  <a:lnTo>
                    <a:pt x="1825" y="4811"/>
                  </a:lnTo>
                  <a:cubicBezTo>
                    <a:pt x="3535" y="4756"/>
                    <a:pt x="7052" y="4746"/>
                    <a:pt x="9402" y="4746"/>
                  </a:cubicBezTo>
                  <a:cubicBezTo>
                    <a:pt x="10745" y="4746"/>
                    <a:pt x="11708" y="4749"/>
                    <a:pt x="11735" y="4749"/>
                  </a:cubicBezTo>
                  <a:lnTo>
                    <a:pt x="11735" y="4599"/>
                  </a:lnTo>
                  <a:cubicBezTo>
                    <a:pt x="11703" y="4594"/>
                    <a:pt x="10353" y="4586"/>
                    <a:pt x="8612" y="4586"/>
                  </a:cubicBezTo>
                  <a:cubicBezTo>
                    <a:pt x="6320" y="4586"/>
                    <a:pt x="3352" y="4599"/>
                    <a:pt x="1825" y="4649"/>
                  </a:cubicBezTo>
                  <a:cubicBezTo>
                    <a:pt x="1809" y="4650"/>
                    <a:pt x="1792" y="4650"/>
                    <a:pt x="1775" y="4650"/>
                  </a:cubicBezTo>
                  <a:cubicBezTo>
                    <a:pt x="1247" y="4650"/>
                    <a:pt x="798" y="4270"/>
                    <a:pt x="726" y="3749"/>
                  </a:cubicBezTo>
                  <a:lnTo>
                    <a:pt x="151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11"/>
            <p:cNvSpPr/>
            <p:nvPr/>
          </p:nvSpPr>
          <p:spPr>
            <a:xfrm>
              <a:off x="732997" y="4044347"/>
              <a:ext cx="179520" cy="180344"/>
            </a:xfrm>
            <a:custGeom>
              <a:rect b="b" l="l" r="r" t="t"/>
              <a:pathLst>
                <a:path extrusionOk="0" h="2625" w="2613">
                  <a:moveTo>
                    <a:pt x="1251" y="0"/>
                  </a:moveTo>
                  <a:cubicBezTo>
                    <a:pt x="551" y="25"/>
                    <a:pt x="1" y="625"/>
                    <a:pt x="63" y="1325"/>
                  </a:cubicBezTo>
                  <a:cubicBezTo>
                    <a:pt x="76" y="2037"/>
                    <a:pt x="651" y="2612"/>
                    <a:pt x="1375" y="2625"/>
                  </a:cubicBezTo>
                  <a:cubicBezTo>
                    <a:pt x="2075" y="2600"/>
                    <a:pt x="2613" y="2000"/>
                    <a:pt x="2550" y="1300"/>
                  </a:cubicBezTo>
                  <a:cubicBezTo>
                    <a:pt x="2538" y="588"/>
                    <a:pt x="1963" y="13"/>
                    <a:pt x="1251" y="0"/>
                  </a:cubicBezTo>
                  <a:close/>
                </a:path>
              </a:pathLst>
            </a:custGeom>
            <a:solidFill>
              <a:srgbClr val="FF3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11"/>
            <p:cNvSpPr/>
            <p:nvPr/>
          </p:nvSpPr>
          <p:spPr>
            <a:xfrm>
              <a:off x="799158" y="4110439"/>
              <a:ext cx="47267" cy="48160"/>
            </a:xfrm>
            <a:custGeom>
              <a:rect b="b" l="l" r="r" t="t"/>
              <a:pathLst>
                <a:path extrusionOk="0" h="701" w="688">
                  <a:moveTo>
                    <a:pt x="325" y="1"/>
                  </a:moveTo>
                  <a:cubicBezTo>
                    <a:pt x="138" y="13"/>
                    <a:pt x="0" y="175"/>
                    <a:pt x="13" y="350"/>
                  </a:cubicBezTo>
                  <a:cubicBezTo>
                    <a:pt x="25" y="550"/>
                    <a:pt x="175" y="700"/>
                    <a:pt x="362" y="700"/>
                  </a:cubicBezTo>
                  <a:cubicBezTo>
                    <a:pt x="550" y="688"/>
                    <a:pt x="687" y="538"/>
                    <a:pt x="675" y="350"/>
                  </a:cubicBezTo>
                  <a:cubicBezTo>
                    <a:pt x="675" y="163"/>
                    <a:pt x="525" y="1"/>
                    <a:pt x="325" y="1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11"/>
            <p:cNvSpPr/>
            <p:nvPr/>
          </p:nvSpPr>
          <p:spPr>
            <a:xfrm>
              <a:off x="1133121" y="4039194"/>
              <a:ext cx="178626" cy="181237"/>
            </a:xfrm>
            <a:custGeom>
              <a:rect b="b" l="l" r="r" t="t"/>
              <a:pathLst>
                <a:path extrusionOk="0" h="2638" w="2600">
                  <a:moveTo>
                    <a:pt x="1237" y="0"/>
                  </a:moveTo>
                  <a:cubicBezTo>
                    <a:pt x="538" y="25"/>
                    <a:pt x="0" y="638"/>
                    <a:pt x="50" y="1337"/>
                  </a:cubicBezTo>
                  <a:cubicBezTo>
                    <a:pt x="75" y="2050"/>
                    <a:pt x="650" y="2625"/>
                    <a:pt x="1362" y="2637"/>
                  </a:cubicBezTo>
                  <a:cubicBezTo>
                    <a:pt x="2062" y="2612"/>
                    <a:pt x="2600" y="2000"/>
                    <a:pt x="2550" y="1300"/>
                  </a:cubicBezTo>
                  <a:cubicBezTo>
                    <a:pt x="2525" y="588"/>
                    <a:pt x="1950" y="13"/>
                    <a:pt x="1237" y="0"/>
                  </a:cubicBezTo>
                  <a:close/>
                </a:path>
              </a:pathLst>
            </a:custGeom>
            <a:solidFill>
              <a:srgbClr val="FF307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11"/>
            <p:cNvSpPr/>
            <p:nvPr/>
          </p:nvSpPr>
          <p:spPr>
            <a:xfrm>
              <a:off x="1198388" y="4106179"/>
              <a:ext cx="48092" cy="48092"/>
            </a:xfrm>
            <a:custGeom>
              <a:rect b="b" l="l" r="r" t="t"/>
              <a:pathLst>
                <a:path extrusionOk="0" h="700" w="700">
                  <a:moveTo>
                    <a:pt x="337" y="0"/>
                  </a:moveTo>
                  <a:cubicBezTo>
                    <a:pt x="150" y="0"/>
                    <a:pt x="0" y="162"/>
                    <a:pt x="25" y="350"/>
                  </a:cubicBezTo>
                  <a:cubicBezTo>
                    <a:pt x="25" y="537"/>
                    <a:pt x="175" y="687"/>
                    <a:pt x="362" y="700"/>
                  </a:cubicBezTo>
                  <a:cubicBezTo>
                    <a:pt x="550" y="687"/>
                    <a:pt x="700" y="525"/>
                    <a:pt x="675" y="350"/>
                  </a:cubicBezTo>
                  <a:cubicBezTo>
                    <a:pt x="675" y="150"/>
                    <a:pt x="525" y="0"/>
                    <a:pt x="337" y="0"/>
                  </a:cubicBez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11"/>
            <p:cNvSpPr/>
            <p:nvPr/>
          </p:nvSpPr>
          <p:spPr>
            <a:xfrm>
              <a:off x="1112510" y="3279344"/>
              <a:ext cx="50702" cy="457696"/>
            </a:xfrm>
            <a:custGeom>
              <a:rect b="b" l="l" r="r" t="t"/>
              <a:pathLst>
                <a:path extrusionOk="0" h="6662" w="738">
                  <a:moveTo>
                    <a:pt x="638" y="1"/>
                  </a:moveTo>
                  <a:lnTo>
                    <a:pt x="0" y="6649"/>
                  </a:lnTo>
                  <a:lnTo>
                    <a:pt x="100" y="6661"/>
                  </a:lnTo>
                  <a:lnTo>
                    <a:pt x="738" y="13"/>
                  </a:lnTo>
                  <a:lnTo>
                    <a:pt x="638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11"/>
            <p:cNvSpPr/>
            <p:nvPr/>
          </p:nvSpPr>
          <p:spPr>
            <a:xfrm>
              <a:off x="913341" y="3281062"/>
              <a:ext cx="6939" cy="468826"/>
            </a:xfrm>
            <a:custGeom>
              <a:rect b="b" l="l" r="r" t="t"/>
              <a:pathLst>
                <a:path extrusionOk="0" h="6824" w="101">
                  <a:moveTo>
                    <a:pt x="0" y="1"/>
                  </a:moveTo>
                  <a:lnTo>
                    <a:pt x="0" y="6824"/>
                  </a:lnTo>
                  <a:lnTo>
                    <a:pt x="100" y="6824"/>
                  </a:lnTo>
                  <a:lnTo>
                    <a:pt x="100" y="1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11"/>
            <p:cNvSpPr/>
            <p:nvPr/>
          </p:nvSpPr>
          <p:spPr>
            <a:xfrm>
              <a:off x="672951" y="3283673"/>
              <a:ext cx="40397" cy="478238"/>
            </a:xfrm>
            <a:custGeom>
              <a:rect b="b" l="l" r="r" t="t"/>
              <a:pathLst>
                <a:path extrusionOk="0" h="6961" w="588">
                  <a:moveTo>
                    <a:pt x="0" y="0"/>
                  </a:moveTo>
                  <a:lnTo>
                    <a:pt x="487" y="6961"/>
                  </a:lnTo>
                  <a:lnTo>
                    <a:pt x="587" y="6948"/>
                  </a:lnTo>
                  <a:lnTo>
                    <a:pt x="10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11"/>
            <p:cNvSpPr/>
            <p:nvPr/>
          </p:nvSpPr>
          <p:spPr>
            <a:xfrm>
              <a:off x="575875" y="3615918"/>
              <a:ext cx="953110" cy="12092"/>
            </a:xfrm>
            <a:custGeom>
              <a:rect b="b" l="l" r="r" t="t"/>
              <a:pathLst>
                <a:path extrusionOk="0" h="176" w="13873">
                  <a:moveTo>
                    <a:pt x="13860" y="0"/>
                  </a:moveTo>
                  <a:lnTo>
                    <a:pt x="1" y="75"/>
                  </a:lnTo>
                  <a:lnTo>
                    <a:pt x="1" y="175"/>
                  </a:lnTo>
                  <a:lnTo>
                    <a:pt x="13872" y="100"/>
                  </a:lnTo>
                  <a:lnTo>
                    <a:pt x="13860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11"/>
            <p:cNvSpPr/>
            <p:nvPr/>
          </p:nvSpPr>
          <p:spPr>
            <a:xfrm>
              <a:off x="554439" y="3444230"/>
              <a:ext cx="1035484" cy="13809"/>
            </a:xfrm>
            <a:custGeom>
              <a:rect b="b" l="l" r="r" t="t"/>
              <a:pathLst>
                <a:path extrusionOk="0" h="201" w="15072">
                  <a:moveTo>
                    <a:pt x="15072" y="0"/>
                  </a:moveTo>
                  <a:lnTo>
                    <a:pt x="1" y="100"/>
                  </a:lnTo>
                  <a:lnTo>
                    <a:pt x="1" y="200"/>
                  </a:lnTo>
                  <a:lnTo>
                    <a:pt x="15072" y="100"/>
                  </a:lnTo>
                  <a:lnTo>
                    <a:pt x="15072" y="0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7" name="Shape 1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8" name="Google Shape;1348;g2c46d4357d6_0_2521"/>
          <p:cNvSpPr txBox="1"/>
          <p:nvPr>
            <p:ph type="title"/>
          </p:nvPr>
        </p:nvSpPr>
        <p:spPr>
          <a:xfrm>
            <a:off x="720000" y="3005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>
                <a:latin typeface="Roboto Serif Black"/>
                <a:ea typeface="Roboto Serif Black"/>
                <a:cs typeface="Roboto Serif Black"/>
                <a:sym typeface="Roboto Serif Black"/>
              </a:rPr>
              <a:t>Результаты и пути развития</a:t>
            </a:r>
            <a:endParaRPr/>
          </a:p>
        </p:txBody>
      </p:sp>
      <p:sp>
        <p:nvSpPr>
          <p:cNvPr id="1349" name="Google Shape;1349;g2c46d4357d6_0_2521"/>
          <p:cNvSpPr txBox="1"/>
          <p:nvPr>
            <p:ph idx="1" type="subTitle"/>
          </p:nvPr>
        </p:nvSpPr>
        <p:spPr>
          <a:xfrm>
            <a:off x="916150" y="1846975"/>
            <a:ext cx="6490800" cy="225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Разработать возможность получения покупателем маршрута до магазинов ТПЦ и их геолокацию 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Получение роли администратора/продавца для новых пользователей при старте чат-бота по определенному авторизованному пин-коду 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Расширение чат-бота для использования в других торговых центрах (более одного ТРЦ)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  <a:p>
            <a:pPr indent="-3302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Times New Roman"/>
              <a:buAutoNum type="arabicPeriod"/>
            </a:pPr>
            <a:r>
              <a:rPr lang="en" sz="1600">
                <a:solidFill>
                  <a:srgbClr val="212121"/>
                </a:solidFill>
                <a:latin typeface="Roboto Serif Medium"/>
                <a:ea typeface="Roboto Serif Medium"/>
                <a:cs typeface="Roboto Serif Medium"/>
                <a:sym typeface="Roboto Serif Medium"/>
              </a:rPr>
              <a:t>Расширение пользовательского интерфейса бота</a:t>
            </a:r>
            <a:endParaRPr sz="1600">
              <a:solidFill>
                <a:srgbClr val="212121"/>
              </a:solidFill>
              <a:latin typeface="Roboto Serif Medium"/>
              <a:ea typeface="Roboto Serif Medium"/>
              <a:cs typeface="Roboto Serif Medium"/>
              <a:sym typeface="Roboto Serif Medium"/>
            </a:endParaRPr>
          </a:p>
        </p:txBody>
      </p:sp>
      <p:sp>
        <p:nvSpPr>
          <p:cNvPr id="1350" name="Google Shape;1350;g2c46d4357d6_0_2521"/>
          <p:cNvSpPr/>
          <p:nvPr/>
        </p:nvSpPr>
        <p:spPr>
          <a:xfrm>
            <a:off x="1082975" y="1144100"/>
            <a:ext cx="2658600" cy="432000"/>
          </a:xfrm>
          <a:prstGeom prst="roundRect">
            <a:avLst>
              <a:gd fmla="val 675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1" name="Google Shape;1351;g2c46d4357d6_0_2521"/>
          <p:cNvSpPr txBox="1"/>
          <p:nvPr/>
        </p:nvSpPr>
        <p:spPr>
          <a:xfrm>
            <a:off x="1401575" y="1144100"/>
            <a:ext cx="2340000" cy="15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</a:pPr>
            <a:r>
              <a:rPr b="0" i="0" lang="en" sz="1700" u="none" cap="none" strike="noStrike">
                <a:solidFill>
                  <a:schemeClr val="dk2"/>
                </a:solidFill>
                <a:latin typeface="Roboto Serif ExtraBold"/>
                <a:ea typeface="Roboto Serif ExtraBold"/>
                <a:cs typeface="Roboto Serif ExtraBold"/>
                <a:sym typeface="Roboto Serif ExtraBold"/>
              </a:rPr>
              <a:t>Пути развития</a:t>
            </a:r>
            <a:endParaRPr b="0" i="0" sz="1700" u="none" cap="none" strike="noStrike">
              <a:solidFill>
                <a:schemeClr val="dk1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grpSp>
        <p:nvGrpSpPr>
          <p:cNvPr id="1352" name="Google Shape;1352;g2c46d4357d6_0_2521"/>
          <p:cNvGrpSpPr/>
          <p:nvPr/>
        </p:nvGrpSpPr>
        <p:grpSpPr>
          <a:xfrm rot="-820392">
            <a:off x="497956" y="4177668"/>
            <a:ext cx="338622" cy="713953"/>
            <a:chOff x="719999" y="2653381"/>
            <a:chExt cx="605940" cy="1352031"/>
          </a:xfrm>
        </p:grpSpPr>
        <p:sp>
          <p:nvSpPr>
            <p:cNvPr id="1353" name="Google Shape;1353;g2c46d4357d6_0_2521"/>
            <p:cNvSpPr/>
            <p:nvPr/>
          </p:nvSpPr>
          <p:spPr>
            <a:xfrm>
              <a:off x="823216" y="2653381"/>
              <a:ext cx="398699" cy="639517"/>
            </a:xfrm>
            <a:custGeom>
              <a:rect b="b" l="l" r="r" t="t"/>
              <a:pathLst>
                <a:path extrusionOk="0" h="9523" w="5937">
                  <a:moveTo>
                    <a:pt x="2974" y="200"/>
                  </a:moveTo>
                  <a:cubicBezTo>
                    <a:pt x="4499" y="200"/>
                    <a:pt x="5736" y="2237"/>
                    <a:pt x="5736" y="4761"/>
                  </a:cubicBezTo>
                  <a:cubicBezTo>
                    <a:pt x="5736" y="7273"/>
                    <a:pt x="4486" y="9310"/>
                    <a:pt x="2974" y="9310"/>
                  </a:cubicBezTo>
                  <a:cubicBezTo>
                    <a:pt x="1450" y="9310"/>
                    <a:pt x="200" y="7273"/>
                    <a:pt x="200" y="4761"/>
                  </a:cubicBezTo>
                  <a:cubicBezTo>
                    <a:pt x="200" y="2237"/>
                    <a:pt x="1450" y="200"/>
                    <a:pt x="2974" y="200"/>
                  </a:cubicBezTo>
                  <a:close/>
                  <a:moveTo>
                    <a:pt x="2974" y="0"/>
                  </a:moveTo>
                  <a:cubicBezTo>
                    <a:pt x="1337" y="0"/>
                    <a:pt x="0" y="2137"/>
                    <a:pt x="0" y="4761"/>
                  </a:cubicBezTo>
                  <a:cubicBezTo>
                    <a:pt x="0" y="7386"/>
                    <a:pt x="1337" y="9523"/>
                    <a:pt x="2974" y="9523"/>
                  </a:cubicBezTo>
                  <a:cubicBezTo>
                    <a:pt x="4611" y="9523"/>
                    <a:pt x="5936" y="7386"/>
                    <a:pt x="5936" y="4761"/>
                  </a:cubicBezTo>
                  <a:cubicBezTo>
                    <a:pt x="5936" y="2137"/>
                    <a:pt x="4611" y="0"/>
                    <a:pt x="2974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4" name="Google Shape;1354;g2c46d4357d6_0_2521"/>
            <p:cNvSpPr/>
            <p:nvPr/>
          </p:nvSpPr>
          <p:spPr>
            <a:xfrm>
              <a:off x="719999" y="2951280"/>
              <a:ext cx="605940" cy="1054132"/>
            </a:xfrm>
            <a:custGeom>
              <a:rect b="b" l="l" r="r" t="t"/>
              <a:pathLst>
                <a:path extrusionOk="0" h="15697" w="9023">
                  <a:moveTo>
                    <a:pt x="375" y="1"/>
                  </a:moveTo>
                  <a:lnTo>
                    <a:pt x="0" y="14559"/>
                  </a:lnTo>
                  <a:lnTo>
                    <a:pt x="138" y="15696"/>
                  </a:lnTo>
                  <a:lnTo>
                    <a:pt x="8885" y="15696"/>
                  </a:lnTo>
                  <a:lnTo>
                    <a:pt x="9023" y="14559"/>
                  </a:lnTo>
                  <a:lnTo>
                    <a:pt x="864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5" name="Google Shape;1355;g2c46d4357d6_0_2521"/>
            <p:cNvSpPr/>
            <p:nvPr/>
          </p:nvSpPr>
          <p:spPr>
            <a:xfrm>
              <a:off x="719999" y="2874925"/>
              <a:ext cx="605940" cy="1054132"/>
            </a:xfrm>
            <a:custGeom>
              <a:rect b="b" l="l" r="r" t="t"/>
              <a:pathLst>
                <a:path extrusionOk="0" h="15697" w="9023">
                  <a:moveTo>
                    <a:pt x="375" y="0"/>
                  </a:moveTo>
                  <a:lnTo>
                    <a:pt x="0" y="15696"/>
                  </a:lnTo>
                  <a:lnTo>
                    <a:pt x="9023" y="15696"/>
                  </a:lnTo>
                  <a:lnTo>
                    <a:pt x="8648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6" name="Google Shape;1356;g2c46d4357d6_0_2521"/>
            <p:cNvSpPr/>
            <p:nvPr/>
          </p:nvSpPr>
          <p:spPr>
            <a:xfrm>
              <a:off x="755188" y="3091433"/>
              <a:ext cx="164664" cy="139817"/>
            </a:xfrm>
            <a:custGeom>
              <a:rect b="b" l="l" r="r" t="t"/>
              <a:pathLst>
                <a:path extrusionOk="0" h="2082" w="2452">
                  <a:moveTo>
                    <a:pt x="1388" y="0"/>
                  </a:moveTo>
                  <a:cubicBezTo>
                    <a:pt x="463" y="0"/>
                    <a:pt x="1" y="1138"/>
                    <a:pt x="676" y="1788"/>
                  </a:cubicBezTo>
                  <a:cubicBezTo>
                    <a:pt x="883" y="1991"/>
                    <a:pt x="1136" y="2082"/>
                    <a:pt x="1384" y="2082"/>
                  </a:cubicBezTo>
                  <a:cubicBezTo>
                    <a:pt x="1928" y="2082"/>
                    <a:pt x="2451" y="1644"/>
                    <a:pt x="2425" y="1000"/>
                  </a:cubicBezTo>
                  <a:cubicBezTo>
                    <a:pt x="2413" y="438"/>
                    <a:pt x="1950" y="0"/>
                    <a:pt x="138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7" name="Google Shape;1357;g2c46d4357d6_0_2521"/>
            <p:cNvSpPr/>
            <p:nvPr/>
          </p:nvSpPr>
          <p:spPr>
            <a:xfrm>
              <a:off x="841684" y="3151872"/>
              <a:ext cx="383589" cy="370158"/>
            </a:xfrm>
            <a:custGeom>
              <a:rect b="b" l="l" r="r" t="t"/>
              <a:pathLst>
                <a:path extrusionOk="0" h="5512" w="5712">
                  <a:moveTo>
                    <a:pt x="2849" y="0"/>
                  </a:moveTo>
                  <a:cubicBezTo>
                    <a:pt x="1275" y="0"/>
                    <a:pt x="0" y="1237"/>
                    <a:pt x="0" y="2762"/>
                  </a:cubicBezTo>
                  <a:cubicBezTo>
                    <a:pt x="0" y="4274"/>
                    <a:pt x="1275" y="5511"/>
                    <a:pt x="2849" y="5511"/>
                  </a:cubicBezTo>
                  <a:cubicBezTo>
                    <a:pt x="4424" y="5511"/>
                    <a:pt x="5711" y="4274"/>
                    <a:pt x="5711" y="2762"/>
                  </a:cubicBezTo>
                  <a:cubicBezTo>
                    <a:pt x="5711" y="1237"/>
                    <a:pt x="4424" y="0"/>
                    <a:pt x="28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8" name="Google Shape;1358;g2c46d4357d6_0_2521"/>
            <p:cNvSpPr/>
            <p:nvPr/>
          </p:nvSpPr>
          <p:spPr>
            <a:xfrm>
              <a:off x="907966" y="3253411"/>
              <a:ext cx="227253" cy="192265"/>
            </a:xfrm>
            <a:custGeom>
              <a:rect b="b" l="l" r="r" t="t"/>
              <a:pathLst>
                <a:path extrusionOk="0" h="2863" w="3384">
                  <a:moveTo>
                    <a:pt x="1936" y="0"/>
                  </a:moveTo>
                  <a:cubicBezTo>
                    <a:pt x="1928" y="0"/>
                    <a:pt x="1920" y="0"/>
                    <a:pt x="1912" y="0"/>
                  </a:cubicBezTo>
                  <a:cubicBezTo>
                    <a:pt x="625" y="0"/>
                    <a:pt x="0" y="1562"/>
                    <a:pt x="925" y="2462"/>
                  </a:cubicBezTo>
                  <a:cubicBezTo>
                    <a:pt x="1213" y="2739"/>
                    <a:pt x="1563" y="2862"/>
                    <a:pt x="1905" y="2862"/>
                  </a:cubicBezTo>
                  <a:cubicBezTo>
                    <a:pt x="2661" y="2862"/>
                    <a:pt x="3384" y="2261"/>
                    <a:pt x="3349" y="1375"/>
                  </a:cubicBezTo>
                  <a:cubicBezTo>
                    <a:pt x="3325" y="608"/>
                    <a:pt x="2700" y="0"/>
                    <a:pt x="193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59" name="Google Shape;1359;g2c46d4357d6_0_2521"/>
          <p:cNvGrpSpPr/>
          <p:nvPr/>
        </p:nvGrpSpPr>
        <p:grpSpPr>
          <a:xfrm>
            <a:off x="7602851" y="1712908"/>
            <a:ext cx="887804" cy="2519038"/>
            <a:chOff x="7172523" y="2305525"/>
            <a:chExt cx="629202" cy="1785285"/>
          </a:xfrm>
        </p:grpSpPr>
        <p:sp>
          <p:nvSpPr>
            <p:cNvPr id="1360" name="Google Shape;1360;g2c46d4357d6_0_2521"/>
            <p:cNvSpPr/>
            <p:nvPr/>
          </p:nvSpPr>
          <p:spPr>
            <a:xfrm>
              <a:off x="7172523" y="2589200"/>
              <a:ext cx="299984" cy="891824"/>
            </a:xfrm>
            <a:custGeom>
              <a:rect b="b" l="l" r="r" t="t"/>
              <a:pathLst>
                <a:path extrusionOk="0" h="16351" w="5500">
                  <a:moveTo>
                    <a:pt x="1720" y="0"/>
                  </a:moveTo>
                  <a:cubicBezTo>
                    <a:pt x="1355" y="0"/>
                    <a:pt x="1001" y="244"/>
                    <a:pt x="813" y="575"/>
                  </a:cubicBezTo>
                  <a:cubicBezTo>
                    <a:pt x="626" y="950"/>
                    <a:pt x="538" y="1375"/>
                    <a:pt x="563" y="1800"/>
                  </a:cubicBezTo>
                  <a:cubicBezTo>
                    <a:pt x="563" y="2462"/>
                    <a:pt x="638" y="3124"/>
                    <a:pt x="576" y="3799"/>
                  </a:cubicBezTo>
                  <a:cubicBezTo>
                    <a:pt x="513" y="4474"/>
                    <a:pt x="313" y="5124"/>
                    <a:pt x="188" y="5786"/>
                  </a:cubicBezTo>
                  <a:cubicBezTo>
                    <a:pt x="51" y="6449"/>
                    <a:pt x="1" y="7161"/>
                    <a:pt x="238" y="7786"/>
                  </a:cubicBezTo>
                  <a:cubicBezTo>
                    <a:pt x="713" y="9085"/>
                    <a:pt x="2575" y="8935"/>
                    <a:pt x="2675" y="10522"/>
                  </a:cubicBezTo>
                  <a:cubicBezTo>
                    <a:pt x="2738" y="11522"/>
                    <a:pt x="1838" y="12384"/>
                    <a:pt x="2488" y="13334"/>
                  </a:cubicBezTo>
                  <a:cubicBezTo>
                    <a:pt x="2763" y="13759"/>
                    <a:pt x="3175" y="14072"/>
                    <a:pt x="3463" y="14496"/>
                  </a:cubicBezTo>
                  <a:cubicBezTo>
                    <a:pt x="3650" y="14771"/>
                    <a:pt x="3775" y="15109"/>
                    <a:pt x="3825" y="15446"/>
                  </a:cubicBezTo>
                  <a:cubicBezTo>
                    <a:pt x="3862" y="15746"/>
                    <a:pt x="3862" y="16096"/>
                    <a:pt x="4112" y="16271"/>
                  </a:cubicBezTo>
                  <a:cubicBezTo>
                    <a:pt x="4190" y="16323"/>
                    <a:pt x="4286" y="16351"/>
                    <a:pt x="4378" y="16351"/>
                  </a:cubicBezTo>
                  <a:cubicBezTo>
                    <a:pt x="4420" y="16351"/>
                    <a:pt x="4461" y="16345"/>
                    <a:pt x="4500" y="16333"/>
                  </a:cubicBezTo>
                  <a:cubicBezTo>
                    <a:pt x="4712" y="16271"/>
                    <a:pt x="4900" y="16133"/>
                    <a:pt x="5025" y="15946"/>
                  </a:cubicBezTo>
                  <a:cubicBezTo>
                    <a:pt x="5362" y="15421"/>
                    <a:pt x="5312" y="14746"/>
                    <a:pt x="5250" y="14122"/>
                  </a:cubicBezTo>
                  <a:cubicBezTo>
                    <a:pt x="5125" y="12784"/>
                    <a:pt x="4900" y="11722"/>
                    <a:pt x="5237" y="10423"/>
                  </a:cubicBezTo>
                  <a:cubicBezTo>
                    <a:pt x="5499" y="9335"/>
                    <a:pt x="5212" y="8236"/>
                    <a:pt x="4612" y="7323"/>
                  </a:cubicBezTo>
                  <a:cubicBezTo>
                    <a:pt x="4162" y="6624"/>
                    <a:pt x="3288" y="6461"/>
                    <a:pt x="2913" y="5724"/>
                  </a:cubicBezTo>
                  <a:cubicBezTo>
                    <a:pt x="2625" y="5161"/>
                    <a:pt x="2750" y="4499"/>
                    <a:pt x="2813" y="3874"/>
                  </a:cubicBezTo>
                  <a:cubicBezTo>
                    <a:pt x="2900" y="3075"/>
                    <a:pt x="2888" y="2275"/>
                    <a:pt x="2788" y="1475"/>
                  </a:cubicBezTo>
                  <a:cubicBezTo>
                    <a:pt x="2713" y="863"/>
                    <a:pt x="2475" y="138"/>
                    <a:pt x="1863" y="13"/>
                  </a:cubicBezTo>
                  <a:cubicBezTo>
                    <a:pt x="1815" y="4"/>
                    <a:pt x="1767" y="0"/>
                    <a:pt x="172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1" name="Google Shape;1361;g2c46d4357d6_0_2521"/>
            <p:cNvSpPr/>
            <p:nvPr/>
          </p:nvSpPr>
          <p:spPr>
            <a:xfrm>
              <a:off x="7376348" y="3205367"/>
              <a:ext cx="64796" cy="560315"/>
            </a:xfrm>
            <a:custGeom>
              <a:rect b="b" l="l" r="r" t="t"/>
              <a:pathLst>
                <a:path extrusionOk="0" h="10273" w="1188">
                  <a:moveTo>
                    <a:pt x="88" y="0"/>
                  </a:moveTo>
                  <a:lnTo>
                    <a:pt x="0" y="25"/>
                  </a:lnTo>
                  <a:lnTo>
                    <a:pt x="700" y="3149"/>
                  </a:lnTo>
                  <a:cubicBezTo>
                    <a:pt x="850" y="3674"/>
                    <a:pt x="925" y="4224"/>
                    <a:pt x="925" y="4774"/>
                  </a:cubicBezTo>
                  <a:cubicBezTo>
                    <a:pt x="900" y="5099"/>
                    <a:pt x="863" y="5424"/>
                    <a:pt x="788" y="5749"/>
                  </a:cubicBezTo>
                  <a:cubicBezTo>
                    <a:pt x="763" y="5886"/>
                    <a:pt x="725" y="6011"/>
                    <a:pt x="713" y="6149"/>
                  </a:cubicBezTo>
                  <a:cubicBezTo>
                    <a:pt x="463" y="7536"/>
                    <a:pt x="600" y="8960"/>
                    <a:pt x="1100" y="10273"/>
                  </a:cubicBezTo>
                  <a:lnTo>
                    <a:pt x="1188" y="10235"/>
                  </a:lnTo>
                  <a:cubicBezTo>
                    <a:pt x="700" y="8935"/>
                    <a:pt x="563" y="7536"/>
                    <a:pt x="800" y="6161"/>
                  </a:cubicBezTo>
                  <a:cubicBezTo>
                    <a:pt x="825" y="6036"/>
                    <a:pt x="850" y="5899"/>
                    <a:pt x="888" y="5774"/>
                  </a:cubicBezTo>
                  <a:cubicBezTo>
                    <a:pt x="950" y="5436"/>
                    <a:pt x="1000" y="5111"/>
                    <a:pt x="1025" y="4774"/>
                  </a:cubicBezTo>
                  <a:cubicBezTo>
                    <a:pt x="1025" y="4212"/>
                    <a:pt x="950" y="3662"/>
                    <a:pt x="800" y="3124"/>
                  </a:cubicBezTo>
                  <a:lnTo>
                    <a:pt x="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2" name="Google Shape;1362;g2c46d4357d6_0_2521"/>
            <p:cNvSpPr/>
            <p:nvPr/>
          </p:nvSpPr>
          <p:spPr>
            <a:xfrm>
              <a:off x="7389984" y="2305525"/>
              <a:ext cx="411741" cy="910096"/>
            </a:xfrm>
            <a:custGeom>
              <a:rect b="b" l="l" r="r" t="t"/>
              <a:pathLst>
                <a:path extrusionOk="0" h="16686" w="7549">
                  <a:moveTo>
                    <a:pt x="5967" y="1"/>
                  </a:moveTo>
                  <a:cubicBezTo>
                    <a:pt x="5306" y="1"/>
                    <a:pt x="4857" y="845"/>
                    <a:pt x="4562" y="1515"/>
                  </a:cubicBezTo>
                  <a:cubicBezTo>
                    <a:pt x="4049" y="2677"/>
                    <a:pt x="3250" y="3702"/>
                    <a:pt x="2250" y="4489"/>
                  </a:cubicBezTo>
                  <a:cubicBezTo>
                    <a:pt x="1637" y="4951"/>
                    <a:pt x="1125" y="5351"/>
                    <a:pt x="863" y="6089"/>
                  </a:cubicBezTo>
                  <a:cubicBezTo>
                    <a:pt x="588" y="6876"/>
                    <a:pt x="788" y="7751"/>
                    <a:pt x="1050" y="8513"/>
                  </a:cubicBezTo>
                  <a:cubicBezTo>
                    <a:pt x="1350" y="9338"/>
                    <a:pt x="1687" y="10175"/>
                    <a:pt x="1600" y="11075"/>
                  </a:cubicBezTo>
                  <a:cubicBezTo>
                    <a:pt x="1500" y="11912"/>
                    <a:pt x="813" y="12374"/>
                    <a:pt x="475" y="13124"/>
                  </a:cubicBezTo>
                  <a:cubicBezTo>
                    <a:pt x="75" y="13974"/>
                    <a:pt x="0" y="14861"/>
                    <a:pt x="413" y="15723"/>
                  </a:cubicBezTo>
                  <a:cubicBezTo>
                    <a:pt x="600" y="16136"/>
                    <a:pt x="950" y="16461"/>
                    <a:pt x="1388" y="16611"/>
                  </a:cubicBezTo>
                  <a:cubicBezTo>
                    <a:pt x="1450" y="16648"/>
                    <a:pt x="1525" y="16661"/>
                    <a:pt x="1600" y="16673"/>
                  </a:cubicBezTo>
                  <a:cubicBezTo>
                    <a:pt x="1674" y="16681"/>
                    <a:pt x="1742" y="16685"/>
                    <a:pt x="1806" y="16685"/>
                  </a:cubicBezTo>
                  <a:cubicBezTo>
                    <a:pt x="2903" y="16685"/>
                    <a:pt x="2511" y="15508"/>
                    <a:pt x="2487" y="14811"/>
                  </a:cubicBezTo>
                  <a:cubicBezTo>
                    <a:pt x="2450" y="13612"/>
                    <a:pt x="3937" y="12762"/>
                    <a:pt x="4212" y="11612"/>
                  </a:cubicBezTo>
                  <a:cubicBezTo>
                    <a:pt x="4574" y="10125"/>
                    <a:pt x="3362" y="8625"/>
                    <a:pt x="3587" y="7113"/>
                  </a:cubicBezTo>
                  <a:cubicBezTo>
                    <a:pt x="3799" y="5789"/>
                    <a:pt x="4999" y="4901"/>
                    <a:pt x="5924" y="3939"/>
                  </a:cubicBezTo>
                  <a:cubicBezTo>
                    <a:pt x="6849" y="2977"/>
                    <a:pt x="7548" y="1390"/>
                    <a:pt x="6674" y="378"/>
                  </a:cubicBezTo>
                  <a:cubicBezTo>
                    <a:pt x="6536" y="215"/>
                    <a:pt x="6361" y="90"/>
                    <a:pt x="6174" y="28"/>
                  </a:cubicBezTo>
                  <a:cubicBezTo>
                    <a:pt x="6102" y="9"/>
                    <a:pt x="6033" y="1"/>
                    <a:pt x="596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3" name="Google Shape;1363;g2c46d4357d6_0_2521"/>
            <p:cNvSpPr/>
            <p:nvPr/>
          </p:nvSpPr>
          <p:spPr>
            <a:xfrm>
              <a:off x="7430182" y="2951799"/>
              <a:ext cx="98231" cy="794139"/>
            </a:xfrm>
            <a:custGeom>
              <a:rect b="b" l="l" r="r" t="t"/>
              <a:pathLst>
                <a:path extrusionOk="0" h="14560" w="1801">
                  <a:moveTo>
                    <a:pt x="1600" y="1"/>
                  </a:moveTo>
                  <a:cubicBezTo>
                    <a:pt x="925" y="1088"/>
                    <a:pt x="376" y="2087"/>
                    <a:pt x="463" y="3187"/>
                  </a:cubicBezTo>
                  <a:cubicBezTo>
                    <a:pt x="501" y="3737"/>
                    <a:pt x="700" y="4262"/>
                    <a:pt x="900" y="4774"/>
                  </a:cubicBezTo>
                  <a:cubicBezTo>
                    <a:pt x="1000" y="5037"/>
                    <a:pt x="1113" y="5312"/>
                    <a:pt x="1188" y="5587"/>
                  </a:cubicBezTo>
                  <a:cubicBezTo>
                    <a:pt x="1688" y="7274"/>
                    <a:pt x="1313" y="9098"/>
                    <a:pt x="975" y="10710"/>
                  </a:cubicBezTo>
                  <a:cubicBezTo>
                    <a:pt x="938" y="10860"/>
                    <a:pt x="913" y="11010"/>
                    <a:pt x="925" y="11173"/>
                  </a:cubicBezTo>
                  <a:lnTo>
                    <a:pt x="925" y="11410"/>
                  </a:lnTo>
                  <a:cubicBezTo>
                    <a:pt x="913" y="11860"/>
                    <a:pt x="863" y="12297"/>
                    <a:pt x="763" y="12735"/>
                  </a:cubicBezTo>
                  <a:cubicBezTo>
                    <a:pt x="626" y="13372"/>
                    <a:pt x="301" y="13947"/>
                    <a:pt x="1" y="14509"/>
                  </a:cubicBezTo>
                  <a:lnTo>
                    <a:pt x="88" y="14559"/>
                  </a:lnTo>
                  <a:cubicBezTo>
                    <a:pt x="401" y="13984"/>
                    <a:pt x="713" y="13409"/>
                    <a:pt x="863" y="12747"/>
                  </a:cubicBezTo>
                  <a:cubicBezTo>
                    <a:pt x="963" y="12310"/>
                    <a:pt x="1013" y="11860"/>
                    <a:pt x="1025" y="11410"/>
                  </a:cubicBezTo>
                  <a:lnTo>
                    <a:pt x="1025" y="11160"/>
                  </a:lnTo>
                  <a:cubicBezTo>
                    <a:pt x="1025" y="11010"/>
                    <a:pt x="1038" y="10860"/>
                    <a:pt x="1063" y="10723"/>
                  </a:cubicBezTo>
                  <a:cubicBezTo>
                    <a:pt x="1413" y="9098"/>
                    <a:pt x="1800" y="7261"/>
                    <a:pt x="1288" y="5549"/>
                  </a:cubicBezTo>
                  <a:cubicBezTo>
                    <a:pt x="1200" y="5274"/>
                    <a:pt x="1100" y="4999"/>
                    <a:pt x="988" y="4724"/>
                  </a:cubicBezTo>
                  <a:cubicBezTo>
                    <a:pt x="800" y="4224"/>
                    <a:pt x="601" y="3712"/>
                    <a:pt x="563" y="3175"/>
                  </a:cubicBezTo>
                  <a:cubicBezTo>
                    <a:pt x="488" y="2112"/>
                    <a:pt x="1025" y="1125"/>
                    <a:pt x="1688" y="51"/>
                  </a:cubicBezTo>
                  <a:lnTo>
                    <a:pt x="1600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4" name="Google Shape;1364;g2c46d4357d6_0_2521"/>
            <p:cNvSpPr/>
            <p:nvPr/>
          </p:nvSpPr>
          <p:spPr>
            <a:xfrm>
              <a:off x="7280899" y="3625890"/>
              <a:ext cx="304729" cy="464920"/>
            </a:xfrm>
            <a:custGeom>
              <a:rect b="b" l="l" r="r" t="t"/>
              <a:pathLst>
                <a:path extrusionOk="0" h="8524" w="5587">
                  <a:moveTo>
                    <a:pt x="1" y="1"/>
                  </a:moveTo>
                  <a:lnTo>
                    <a:pt x="538" y="8523"/>
                  </a:lnTo>
                  <a:lnTo>
                    <a:pt x="5050" y="8523"/>
                  </a:lnTo>
                  <a:lnTo>
                    <a:pt x="558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8" name="Shape 1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9" name="Google Shape;1369;p12"/>
          <p:cNvSpPr txBox="1"/>
          <p:nvPr>
            <p:ph type="title"/>
          </p:nvPr>
        </p:nvSpPr>
        <p:spPr>
          <a:xfrm>
            <a:off x="249000" y="220550"/>
            <a:ext cx="5123700" cy="12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3400"/>
              <a:buNone/>
            </a:pPr>
            <a:r>
              <a:rPr lang="en" sz="2800">
                <a:latin typeface="Roboto Serif Black"/>
                <a:ea typeface="Roboto Serif Black"/>
                <a:cs typeface="Roboto Serif Black"/>
                <a:sym typeface="Roboto Serif Black"/>
              </a:rPr>
              <a:t>Документация проекта расположена по QR-коду:</a:t>
            </a:r>
            <a:endParaRPr/>
          </a:p>
        </p:txBody>
      </p:sp>
      <p:grpSp>
        <p:nvGrpSpPr>
          <p:cNvPr id="1370" name="Google Shape;1370;p12"/>
          <p:cNvGrpSpPr/>
          <p:nvPr/>
        </p:nvGrpSpPr>
        <p:grpSpPr>
          <a:xfrm>
            <a:off x="4486102" y="1040285"/>
            <a:ext cx="758404" cy="382354"/>
            <a:chOff x="3763850" y="3766900"/>
            <a:chExt cx="475250" cy="239600"/>
          </a:xfrm>
        </p:grpSpPr>
        <p:sp>
          <p:nvSpPr>
            <p:cNvPr id="1371" name="Google Shape;1371;p12"/>
            <p:cNvSpPr/>
            <p:nvPr/>
          </p:nvSpPr>
          <p:spPr>
            <a:xfrm>
              <a:off x="3944175" y="3769175"/>
              <a:ext cx="128675" cy="234700"/>
            </a:xfrm>
            <a:custGeom>
              <a:rect b="b" l="l" r="r" t="t"/>
              <a:pathLst>
                <a:path extrusionOk="0" h="9388" w="5147">
                  <a:moveTo>
                    <a:pt x="2096" y="1"/>
                  </a:moveTo>
                  <a:lnTo>
                    <a:pt x="2096" y="812"/>
                  </a:lnTo>
                  <a:cubicBezTo>
                    <a:pt x="930" y="943"/>
                    <a:pt x="171" y="1676"/>
                    <a:pt x="171" y="2737"/>
                  </a:cubicBezTo>
                  <a:cubicBezTo>
                    <a:pt x="171" y="3863"/>
                    <a:pt x="904" y="4426"/>
                    <a:pt x="2488" y="4884"/>
                  </a:cubicBezTo>
                  <a:cubicBezTo>
                    <a:pt x="3771" y="5238"/>
                    <a:pt x="4151" y="5735"/>
                    <a:pt x="4151" y="6429"/>
                  </a:cubicBezTo>
                  <a:cubicBezTo>
                    <a:pt x="4151" y="7214"/>
                    <a:pt x="3601" y="7660"/>
                    <a:pt x="2619" y="7660"/>
                  </a:cubicBezTo>
                  <a:cubicBezTo>
                    <a:pt x="1729" y="7660"/>
                    <a:pt x="1166" y="7241"/>
                    <a:pt x="983" y="6377"/>
                  </a:cubicBezTo>
                  <a:lnTo>
                    <a:pt x="1" y="6377"/>
                  </a:lnTo>
                  <a:cubicBezTo>
                    <a:pt x="132" y="7463"/>
                    <a:pt x="839" y="8249"/>
                    <a:pt x="2135" y="8406"/>
                  </a:cubicBezTo>
                  <a:lnTo>
                    <a:pt x="2135" y="9388"/>
                  </a:lnTo>
                  <a:lnTo>
                    <a:pt x="2999" y="9388"/>
                  </a:lnTo>
                  <a:lnTo>
                    <a:pt x="2999" y="8406"/>
                  </a:lnTo>
                  <a:cubicBezTo>
                    <a:pt x="4321" y="8301"/>
                    <a:pt x="5146" y="7516"/>
                    <a:pt x="5146" y="6337"/>
                  </a:cubicBezTo>
                  <a:cubicBezTo>
                    <a:pt x="5146" y="5264"/>
                    <a:pt x="4622" y="4504"/>
                    <a:pt x="2776" y="3968"/>
                  </a:cubicBezTo>
                  <a:cubicBezTo>
                    <a:pt x="1572" y="3601"/>
                    <a:pt x="1166" y="3352"/>
                    <a:pt x="1166" y="2658"/>
                  </a:cubicBezTo>
                  <a:cubicBezTo>
                    <a:pt x="1166" y="2095"/>
                    <a:pt x="1493" y="1559"/>
                    <a:pt x="2475" y="1559"/>
                  </a:cubicBezTo>
                  <a:cubicBezTo>
                    <a:pt x="3536" y="1559"/>
                    <a:pt x="3837" y="2109"/>
                    <a:pt x="3942" y="2580"/>
                  </a:cubicBezTo>
                  <a:lnTo>
                    <a:pt x="4950" y="2580"/>
                  </a:lnTo>
                  <a:cubicBezTo>
                    <a:pt x="4858" y="1860"/>
                    <a:pt x="4413" y="956"/>
                    <a:pt x="2947" y="799"/>
                  </a:cubicBezTo>
                  <a:lnTo>
                    <a:pt x="2947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2" name="Google Shape;1372;p12"/>
            <p:cNvSpPr/>
            <p:nvPr/>
          </p:nvSpPr>
          <p:spPr>
            <a:xfrm>
              <a:off x="3766775" y="3769175"/>
              <a:ext cx="129000" cy="234700"/>
            </a:xfrm>
            <a:custGeom>
              <a:rect b="b" l="l" r="r" t="t"/>
              <a:pathLst>
                <a:path extrusionOk="0" h="9388" w="5160">
                  <a:moveTo>
                    <a:pt x="2109" y="1"/>
                  </a:moveTo>
                  <a:lnTo>
                    <a:pt x="2109" y="812"/>
                  </a:lnTo>
                  <a:cubicBezTo>
                    <a:pt x="930" y="943"/>
                    <a:pt x="184" y="1676"/>
                    <a:pt x="184" y="2737"/>
                  </a:cubicBezTo>
                  <a:cubicBezTo>
                    <a:pt x="184" y="3863"/>
                    <a:pt x="904" y="4426"/>
                    <a:pt x="2501" y="4884"/>
                  </a:cubicBezTo>
                  <a:cubicBezTo>
                    <a:pt x="3784" y="5238"/>
                    <a:pt x="4164" y="5735"/>
                    <a:pt x="4164" y="6429"/>
                  </a:cubicBezTo>
                  <a:cubicBezTo>
                    <a:pt x="4164" y="7214"/>
                    <a:pt x="3614" y="7660"/>
                    <a:pt x="2619" y="7660"/>
                  </a:cubicBezTo>
                  <a:cubicBezTo>
                    <a:pt x="1742" y="7660"/>
                    <a:pt x="1166" y="7241"/>
                    <a:pt x="983" y="6377"/>
                  </a:cubicBezTo>
                  <a:lnTo>
                    <a:pt x="1" y="6377"/>
                  </a:lnTo>
                  <a:cubicBezTo>
                    <a:pt x="145" y="7463"/>
                    <a:pt x="839" y="8249"/>
                    <a:pt x="2148" y="8406"/>
                  </a:cubicBezTo>
                  <a:lnTo>
                    <a:pt x="2148" y="9388"/>
                  </a:lnTo>
                  <a:lnTo>
                    <a:pt x="3012" y="9388"/>
                  </a:lnTo>
                  <a:lnTo>
                    <a:pt x="3012" y="8406"/>
                  </a:lnTo>
                  <a:cubicBezTo>
                    <a:pt x="4334" y="8301"/>
                    <a:pt x="5159" y="7516"/>
                    <a:pt x="5159" y="6337"/>
                  </a:cubicBezTo>
                  <a:cubicBezTo>
                    <a:pt x="5159" y="5264"/>
                    <a:pt x="4635" y="4504"/>
                    <a:pt x="2789" y="3968"/>
                  </a:cubicBezTo>
                  <a:cubicBezTo>
                    <a:pt x="1585" y="3601"/>
                    <a:pt x="1179" y="3352"/>
                    <a:pt x="1179" y="2658"/>
                  </a:cubicBezTo>
                  <a:cubicBezTo>
                    <a:pt x="1179" y="2095"/>
                    <a:pt x="1506" y="1559"/>
                    <a:pt x="2475" y="1559"/>
                  </a:cubicBezTo>
                  <a:cubicBezTo>
                    <a:pt x="3549" y="1559"/>
                    <a:pt x="3850" y="2109"/>
                    <a:pt x="3955" y="2580"/>
                  </a:cubicBezTo>
                  <a:lnTo>
                    <a:pt x="4963" y="2580"/>
                  </a:lnTo>
                  <a:cubicBezTo>
                    <a:pt x="4871" y="1860"/>
                    <a:pt x="4426" y="956"/>
                    <a:pt x="2960" y="799"/>
                  </a:cubicBezTo>
                  <a:lnTo>
                    <a:pt x="2960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3" name="Google Shape;1373;p12"/>
            <p:cNvSpPr/>
            <p:nvPr/>
          </p:nvSpPr>
          <p:spPr>
            <a:xfrm>
              <a:off x="3763850" y="3766900"/>
              <a:ext cx="134200" cy="239600"/>
            </a:xfrm>
            <a:custGeom>
              <a:rect b="b" l="l" r="r" t="t"/>
              <a:pathLst>
                <a:path extrusionOk="0" h="9584" w="5368">
                  <a:moveTo>
                    <a:pt x="2972" y="210"/>
                  </a:moveTo>
                  <a:lnTo>
                    <a:pt x="2972" y="995"/>
                  </a:lnTo>
                  <a:lnTo>
                    <a:pt x="3064" y="1008"/>
                  </a:lnTo>
                  <a:cubicBezTo>
                    <a:pt x="4412" y="1152"/>
                    <a:pt x="4844" y="1925"/>
                    <a:pt x="4962" y="2579"/>
                  </a:cubicBezTo>
                  <a:lnTo>
                    <a:pt x="4150" y="2579"/>
                  </a:lnTo>
                  <a:cubicBezTo>
                    <a:pt x="3967" y="1898"/>
                    <a:pt x="3443" y="1558"/>
                    <a:pt x="2592" y="1558"/>
                  </a:cubicBezTo>
                  <a:cubicBezTo>
                    <a:pt x="1715" y="1558"/>
                    <a:pt x="1191" y="2003"/>
                    <a:pt x="1191" y="2749"/>
                  </a:cubicBezTo>
                  <a:cubicBezTo>
                    <a:pt x="1191" y="3548"/>
                    <a:pt x="1689" y="3810"/>
                    <a:pt x="2880" y="4163"/>
                  </a:cubicBezTo>
                  <a:cubicBezTo>
                    <a:pt x="4883" y="4752"/>
                    <a:pt x="5171" y="5603"/>
                    <a:pt x="5171" y="6441"/>
                  </a:cubicBezTo>
                  <a:cubicBezTo>
                    <a:pt x="5171" y="7554"/>
                    <a:pt x="4399" y="8287"/>
                    <a:pt x="3116" y="8418"/>
                  </a:cubicBezTo>
                  <a:lnTo>
                    <a:pt x="3024" y="8418"/>
                  </a:lnTo>
                  <a:lnTo>
                    <a:pt x="3024" y="9374"/>
                  </a:lnTo>
                  <a:lnTo>
                    <a:pt x="2370" y="9374"/>
                  </a:lnTo>
                  <a:lnTo>
                    <a:pt x="2370" y="8405"/>
                  </a:lnTo>
                  <a:lnTo>
                    <a:pt x="2278" y="8392"/>
                  </a:lnTo>
                  <a:cubicBezTo>
                    <a:pt x="1126" y="8261"/>
                    <a:pt x="406" y="7620"/>
                    <a:pt x="236" y="6572"/>
                  </a:cubicBezTo>
                  <a:lnTo>
                    <a:pt x="1021" y="6572"/>
                  </a:lnTo>
                  <a:cubicBezTo>
                    <a:pt x="1231" y="7423"/>
                    <a:pt x="1820" y="7868"/>
                    <a:pt x="2736" y="7868"/>
                  </a:cubicBezTo>
                  <a:cubicBezTo>
                    <a:pt x="3784" y="7868"/>
                    <a:pt x="4373" y="7371"/>
                    <a:pt x="4373" y="6520"/>
                  </a:cubicBezTo>
                  <a:cubicBezTo>
                    <a:pt x="4373" y="5708"/>
                    <a:pt x="3875" y="5237"/>
                    <a:pt x="2645" y="4883"/>
                  </a:cubicBezTo>
                  <a:cubicBezTo>
                    <a:pt x="1008" y="4425"/>
                    <a:pt x="406" y="3862"/>
                    <a:pt x="406" y="2841"/>
                  </a:cubicBezTo>
                  <a:cubicBezTo>
                    <a:pt x="406" y="1846"/>
                    <a:pt x="1100" y="1139"/>
                    <a:pt x="2226" y="1008"/>
                  </a:cubicBezTo>
                  <a:lnTo>
                    <a:pt x="2317" y="995"/>
                  </a:lnTo>
                  <a:lnTo>
                    <a:pt x="2317" y="210"/>
                  </a:lnTo>
                  <a:close/>
                  <a:moveTo>
                    <a:pt x="2108" y="0"/>
                  </a:moveTo>
                  <a:lnTo>
                    <a:pt x="2108" y="812"/>
                  </a:lnTo>
                  <a:cubicBezTo>
                    <a:pt x="930" y="982"/>
                    <a:pt x="196" y="1754"/>
                    <a:pt x="196" y="2828"/>
                  </a:cubicBezTo>
                  <a:cubicBezTo>
                    <a:pt x="196" y="4137"/>
                    <a:pt x="1152" y="4674"/>
                    <a:pt x="2592" y="5080"/>
                  </a:cubicBezTo>
                  <a:cubicBezTo>
                    <a:pt x="3901" y="5446"/>
                    <a:pt x="4163" y="5918"/>
                    <a:pt x="4163" y="6520"/>
                  </a:cubicBezTo>
                  <a:cubicBezTo>
                    <a:pt x="4163" y="7253"/>
                    <a:pt x="3653" y="7659"/>
                    <a:pt x="2736" y="7659"/>
                  </a:cubicBezTo>
                  <a:cubicBezTo>
                    <a:pt x="1885" y="7659"/>
                    <a:pt x="1375" y="7253"/>
                    <a:pt x="1191" y="6454"/>
                  </a:cubicBezTo>
                  <a:lnTo>
                    <a:pt x="1178" y="6376"/>
                  </a:lnTo>
                  <a:lnTo>
                    <a:pt x="0" y="6376"/>
                  </a:lnTo>
                  <a:lnTo>
                    <a:pt x="13" y="6481"/>
                  </a:lnTo>
                  <a:cubicBezTo>
                    <a:pt x="157" y="7659"/>
                    <a:pt x="930" y="8418"/>
                    <a:pt x="2147" y="8588"/>
                  </a:cubicBezTo>
                  <a:lnTo>
                    <a:pt x="2147" y="9583"/>
                  </a:lnTo>
                  <a:lnTo>
                    <a:pt x="3234" y="9583"/>
                  </a:lnTo>
                  <a:lnTo>
                    <a:pt x="3221" y="8602"/>
                  </a:lnTo>
                  <a:cubicBezTo>
                    <a:pt x="4569" y="8444"/>
                    <a:pt x="5368" y="7633"/>
                    <a:pt x="5368" y="6428"/>
                  </a:cubicBezTo>
                  <a:cubicBezTo>
                    <a:pt x="5368" y="5185"/>
                    <a:pt x="4661" y="4478"/>
                    <a:pt x="2933" y="3967"/>
                  </a:cubicBezTo>
                  <a:cubicBezTo>
                    <a:pt x="1702" y="3600"/>
                    <a:pt x="1401" y="3365"/>
                    <a:pt x="1401" y="2749"/>
                  </a:cubicBezTo>
                  <a:cubicBezTo>
                    <a:pt x="1401" y="2448"/>
                    <a:pt x="1519" y="1754"/>
                    <a:pt x="2592" y="1754"/>
                  </a:cubicBezTo>
                  <a:cubicBezTo>
                    <a:pt x="3378" y="1754"/>
                    <a:pt x="3823" y="2069"/>
                    <a:pt x="3967" y="2710"/>
                  </a:cubicBezTo>
                  <a:lnTo>
                    <a:pt x="3980" y="2789"/>
                  </a:lnTo>
                  <a:lnTo>
                    <a:pt x="5185" y="2789"/>
                  </a:lnTo>
                  <a:lnTo>
                    <a:pt x="5171" y="2671"/>
                  </a:lnTo>
                  <a:cubicBezTo>
                    <a:pt x="5093" y="2055"/>
                    <a:pt x="4739" y="1021"/>
                    <a:pt x="3181" y="812"/>
                  </a:cubicBezTo>
                  <a:lnTo>
                    <a:pt x="3181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4" name="Google Shape;1374;p12"/>
            <p:cNvSpPr/>
            <p:nvPr/>
          </p:nvSpPr>
          <p:spPr>
            <a:xfrm>
              <a:off x="4110450" y="3769175"/>
              <a:ext cx="128650" cy="234700"/>
            </a:xfrm>
            <a:custGeom>
              <a:rect b="b" l="l" r="r" t="t"/>
              <a:pathLst>
                <a:path extrusionOk="0" h="9388" w="5146">
                  <a:moveTo>
                    <a:pt x="2095" y="1"/>
                  </a:moveTo>
                  <a:lnTo>
                    <a:pt x="2095" y="812"/>
                  </a:lnTo>
                  <a:cubicBezTo>
                    <a:pt x="930" y="943"/>
                    <a:pt x="171" y="1676"/>
                    <a:pt x="171" y="2737"/>
                  </a:cubicBezTo>
                  <a:cubicBezTo>
                    <a:pt x="171" y="3863"/>
                    <a:pt x="891" y="4426"/>
                    <a:pt x="2488" y="4884"/>
                  </a:cubicBezTo>
                  <a:cubicBezTo>
                    <a:pt x="3771" y="5238"/>
                    <a:pt x="4151" y="5735"/>
                    <a:pt x="4151" y="6429"/>
                  </a:cubicBezTo>
                  <a:cubicBezTo>
                    <a:pt x="4151" y="7214"/>
                    <a:pt x="3601" y="7660"/>
                    <a:pt x="2619" y="7660"/>
                  </a:cubicBezTo>
                  <a:cubicBezTo>
                    <a:pt x="1729" y="7660"/>
                    <a:pt x="1166" y="7241"/>
                    <a:pt x="983" y="6377"/>
                  </a:cubicBezTo>
                  <a:lnTo>
                    <a:pt x="1" y="6377"/>
                  </a:lnTo>
                  <a:cubicBezTo>
                    <a:pt x="132" y="7463"/>
                    <a:pt x="839" y="8249"/>
                    <a:pt x="2135" y="8406"/>
                  </a:cubicBezTo>
                  <a:lnTo>
                    <a:pt x="2135" y="9388"/>
                  </a:lnTo>
                  <a:lnTo>
                    <a:pt x="2999" y="9388"/>
                  </a:lnTo>
                  <a:lnTo>
                    <a:pt x="2999" y="8406"/>
                  </a:lnTo>
                  <a:cubicBezTo>
                    <a:pt x="4321" y="8301"/>
                    <a:pt x="5146" y="7516"/>
                    <a:pt x="5146" y="6337"/>
                  </a:cubicBezTo>
                  <a:cubicBezTo>
                    <a:pt x="5146" y="5264"/>
                    <a:pt x="4622" y="4504"/>
                    <a:pt x="2776" y="3968"/>
                  </a:cubicBezTo>
                  <a:cubicBezTo>
                    <a:pt x="1572" y="3601"/>
                    <a:pt x="1166" y="3352"/>
                    <a:pt x="1166" y="2658"/>
                  </a:cubicBezTo>
                  <a:cubicBezTo>
                    <a:pt x="1166" y="2095"/>
                    <a:pt x="1493" y="1559"/>
                    <a:pt x="2462" y="1559"/>
                  </a:cubicBezTo>
                  <a:cubicBezTo>
                    <a:pt x="3536" y="1559"/>
                    <a:pt x="3837" y="2109"/>
                    <a:pt x="3941" y="2580"/>
                  </a:cubicBezTo>
                  <a:lnTo>
                    <a:pt x="4949" y="2580"/>
                  </a:lnTo>
                  <a:cubicBezTo>
                    <a:pt x="4858" y="1860"/>
                    <a:pt x="4413" y="956"/>
                    <a:pt x="2946" y="799"/>
                  </a:cubicBezTo>
                  <a:lnTo>
                    <a:pt x="2946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75" name="Google Shape;1375;p12"/>
          <p:cNvGrpSpPr/>
          <p:nvPr/>
        </p:nvGrpSpPr>
        <p:grpSpPr>
          <a:xfrm>
            <a:off x="161301" y="3832971"/>
            <a:ext cx="1234038" cy="1152386"/>
            <a:chOff x="7475179" y="3353341"/>
            <a:chExt cx="948822" cy="886042"/>
          </a:xfrm>
        </p:grpSpPr>
        <p:sp>
          <p:nvSpPr>
            <p:cNvPr id="1376" name="Google Shape;1376;p12"/>
            <p:cNvSpPr/>
            <p:nvPr/>
          </p:nvSpPr>
          <p:spPr>
            <a:xfrm>
              <a:off x="7552902" y="3353504"/>
              <a:ext cx="376289" cy="322183"/>
            </a:xfrm>
            <a:custGeom>
              <a:rect b="b" l="l" r="r" t="t"/>
              <a:pathLst>
                <a:path extrusionOk="0" h="5907" w="6899">
                  <a:moveTo>
                    <a:pt x="3949" y="109"/>
                  </a:moveTo>
                  <a:cubicBezTo>
                    <a:pt x="5524" y="109"/>
                    <a:pt x="6798" y="1383"/>
                    <a:pt x="6798" y="2958"/>
                  </a:cubicBezTo>
                  <a:cubicBezTo>
                    <a:pt x="6798" y="4677"/>
                    <a:pt x="5387" y="5816"/>
                    <a:pt x="3921" y="5816"/>
                  </a:cubicBezTo>
                  <a:cubicBezTo>
                    <a:pt x="3223" y="5816"/>
                    <a:pt x="2513" y="5558"/>
                    <a:pt x="1937" y="4982"/>
                  </a:cubicBezTo>
                  <a:cubicBezTo>
                    <a:pt x="138" y="3183"/>
                    <a:pt x="1412" y="109"/>
                    <a:pt x="3949" y="109"/>
                  </a:cubicBezTo>
                  <a:close/>
                  <a:moveTo>
                    <a:pt x="3926" y="0"/>
                  </a:moveTo>
                  <a:cubicBezTo>
                    <a:pt x="3202" y="0"/>
                    <a:pt x="2464" y="269"/>
                    <a:pt x="1862" y="871"/>
                  </a:cubicBezTo>
                  <a:cubicBezTo>
                    <a:pt x="0" y="2733"/>
                    <a:pt x="1325" y="5907"/>
                    <a:pt x="3949" y="5907"/>
                  </a:cubicBezTo>
                  <a:cubicBezTo>
                    <a:pt x="5586" y="5907"/>
                    <a:pt x="6898" y="4582"/>
                    <a:pt x="6898" y="2958"/>
                  </a:cubicBezTo>
                  <a:cubicBezTo>
                    <a:pt x="6898" y="1181"/>
                    <a:pt x="5444" y="0"/>
                    <a:pt x="392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7" name="Google Shape;1377;p12"/>
            <p:cNvSpPr/>
            <p:nvPr/>
          </p:nvSpPr>
          <p:spPr>
            <a:xfrm>
              <a:off x="7530376" y="3353341"/>
              <a:ext cx="376289" cy="322346"/>
            </a:xfrm>
            <a:custGeom>
              <a:rect b="b" l="l" r="r" t="t"/>
              <a:pathLst>
                <a:path extrusionOk="0" h="5910" w="6899">
                  <a:moveTo>
                    <a:pt x="3950" y="112"/>
                  </a:moveTo>
                  <a:cubicBezTo>
                    <a:pt x="5524" y="112"/>
                    <a:pt x="6799" y="1386"/>
                    <a:pt x="6799" y="2961"/>
                  </a:cubicBezTo>
                  <a:cubicBezTo>
                    <a:pt x="6799" y="4680"/>
                    <a:pt x="5387" y="5819"/>
                    <a:pt x="3917" y="5819"/>
                  </a:cubicBezTo>
                  <a:cubicBezTo>
                    <a:pt x="3218" y="5819"/>
                    <a:pt x="2505" y="5561"/>
                    <a:pt x="1925" y="4985"/>
                  </a:cubicBezTo>
                  <a:cubicBezTo>
                    <a:pt x="138" y="3186"/>
                    <a:pt x="1413" y="112"/>
                    <a:pt x="3950" y="112"/>
                  </a:cubicBezTo>
                  <a:close/>
                  <a:moveTo>
                    <a:pt x="3932" y="1"/>
                  </a:moveTo>
                  <a:cubicBezTo>
                    <a:pt x="3206" y="1"/>
                    <a:pt x="2466" y="271"/>
                    <a:pt x="1863" y="874"/>
                  </a:cubicBezTo>
                  <a:cubicBezTo>
                    <a:pt x="1" y="2736"/>
                    <a:pt x="1313" y="5910"/>
                    <a:pt x="3950" y="5910"/>
                  </a:cubicBezTo>
                  <a:cubicBezTo>
                    <a:pt x="5574" y="5910"/>
                    <a:pt x="6899" y="4585"/>
                    <a:pt x="6899" y="2961"/>
                  </a:cubicBezTo>
                  <a:cubicBezTo>
                    <a:pt x="6899" y="1178"/>
                    <a:pt x="5448" y="1"/>
                    <a:pt x="393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8" name="Google Shape;1378;p12"/>
            <p:cNvSpPr/>
            <p:nvPr/>
          </p:nvSpPr>
          <p:spPr>
            <a:xfrm>
              <a:off x="7565174" y="3492315"/>
              <a:ext cx="542589" cy="739596"/>
            </a:xfrm>
            <a:custGeom>
              <a:rect b="b" l="l" r="r" t="t"/>
              <a:pathLst>
                <a:path extrusionOk="0" h="13560" w="9948">
                  <a:moveTo>
                    <a:pt x="825" y="0"/>
                  </a:moveTo>
                  <a:lnTo>
                    <a:pt x="0" y="12959"/>
                  </a:lnTo>
                  <a:lnTo>
                    <a:pt x="8285" y="13559"/>
                  </a:lnTo>
                  <a:lnTo>
                    <a:pt x="9110" y="12734"/>
                  </a:lnTo>
                  <a:lnTo>
                    <a:pt x="9947" y="13559"/>
                  </a:lnTo>
                  <a:lnTo>
                    <a:pt x="9947" y="13559"/>
                  </a:lnTo>
                  <a:lnTo>
                    <a:pt x="8285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9" name="Google Shape;1379;p12"/>
            <p:cNvSpPr/>
            <p:nvPr/>
          </p:nvSpPr>
          <p:spPr>
            <a:xfrm>
              <a:off x="7475179" y="3492315"/>
              <a:ext cx="541934" cy="739596"/>
            </a:xfrm>
            <a:custGeom>
              <a:rect b="b" l="l" r="r" t="t"/>
              <a:pathLst>
                <a:path extrusionOk="0" h="13560" w="9936">
                  <a:moveTo>
                    <a:pt x="813" y="0"/>
                  </a:moveTo>
                  <a:lnTo>
                    <a:pt x="13" y="13097"/>
                  </a:lnTo>
                  <a:cubicBezTo>
                    <a:pt x="0" y="13347"/>
                    <a:pt x="200" y="13559"/>
                    <a:pt x="450" y="13559"/>
                  </a:cubicBezTo>
                  <a:lnTo>
                    <a:pt x="9935" y="13559"/>
                  </a:lnTo>
                  <a:lnTo>
                    <a:pt x="9111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0" name="Google Shape;1380;p12"/>
            <p:cNvSpPr/>
            <p:nvPr/>
          </p:nvSpPr>
          <p:spPr>
            <a:xfrm>
              <a:off x="7869140" y="3467335"/>
              <a:ext cx="376998" cy="322183"/>
            </a:xfrm>
            <a:custGeom>
              <a:rect b="b" l="l" r="r" t="t"/>
              <a:pathLst>
                <a:path extrusionOk="0" h="5907" w="6912">
                  <a:moveTo>
                    <a:pt x="3950" y="108"/>
                  </a:moveTo>
                  <a:cubicBezTo>
                    <a:pt x="5524" y="108"/>
                    <a:pt x="6811" y="1383"/>
                    <a:pt x="6811" y="2958"/>
                  </a:cubicBezTo>
                  <a:cubicBezTo>
                    <a:pt x="6803" y="4680"/>
                    <a:pt x="5402" y="5815"/>
                    <a:pt x="3940" y="5815"/>
                  </a:cubicBezTo>
                  <a:cubicBezTo>
                    <a:pt x="3238" y="5815"/>
                    <a:pt x="2521" y="5553"/>
                    <a:pt x="1938" y="4970"/>
                  </a:cubicBezTo>
                  <a:cubicBezTo>
                    <a:pt x="138" y="3183"/>
                    <a:pt x="1413" y="108"/>
                    <a:pt x="3950" y="108"/>
                  </a:cubicBezTo>
                  <a:close/>
                  <a:moveTo>
                    <a:pt x="3939" y="0"/>
                  </a:moveTo>
                  <a:cubicBezTo>
                    <a:pt x="3215" y="0"/>
                    <a:pt x="2477" y="269"/>
                    <a:pt x="1875" y="871"/>
                  </a:cubicBezTo>
                  <a:cubicBezTo>
                    <a:pt x="1" y="2720"/>
                    <a:pt x="1325" y="5907"/>
                    <a:pt x="3950" y="5907"/>
                  </a:cubicBezTo>
                  <a:cubicBezTo>
                    <a:pt x="5574" y="5907"/>
                    <a:pt x="6899" y="4595"/>
                    <a:pt x="6911" y="2958"/>
                  </a:cubicBezTo>
                  <a:cubicBezTo>
                    <a:pt x="6911" y="1181"/>
                    <a:pt x="5457" y="0"/>
                    <a:pt x="393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1" name="Google Shape;1381;p12"/>
            <p:cNvSpPr/>
            <p:nvPr/>
          </p:nvSpPr>
          <p:spPr>
            <a:xfrm>
              <a:off x="7846668" y="3467335"/>
              <a:ext cx="376943" cy="322183"/>
            </a:xfrm>
            <a:custGeom>
              <a:rect b="b" l="l" r="r" t="t"/>
              <a:pathLst>
                <a:path extrusionOk="0" h="5907" w="6911">
                  <a:moveTo>
                    <a:pt x="3949" y="108"/>
                  </a:moveTo>
                  <a:cubicBezTo>
                    <a:pt x="5524" y="108"/>
                    <a:pt x="6811" y="1383"/>
                    <a:pt x="6811" y="2958"/>
                  </a:cubicBezTo>
                  <a:cubicBezTo>
                    <a:pt x="6802" y="4680"/>
                    <a:pt x="5396" y="5815"/>
                    <a:pt x="3934" y="5815"/>
                  </a:cubicBezTo>
                  <a:cubicBezTo>
                    <a:pt x="3232" y="5815"/>
                    <a:pt x="2517" y="5553"/>
                    <a:pt x="1937" y="4970"/>
                  </a:cubicBezTo>
                  <a:cubicBezTo>
                    <a:pt x="138" y="3170"/>
                    <a:pt x="1412" y="108"/>
                    <a:pt x="3949" y="108"/>
                  </a:cubicBezTo>
                  <a:close/>
                  <a:moveTo>
                    <a:pt x="3929" y="0"/>
                  </a:moveTo>
                  <a:cubicBezTo>
                    <a:pt x="3204" y="0"/>
                    <a:pt x="2464" y="269"/>
                    <a:pt x="1862" y="871"/>
                  </a:cubicBezTo>
                  <a:cubicBezTo>
                    <a:pt x="0" y="2733"/>
                    <a:pt x="1325" y="5907"/>
                    <a:pt x="3949" y="5907"/>
                  </a:cubicBezTo>
                  <a:cubicBezTo>
                    <a:pt x="5586" y="5907"/>
                    <a:pt x="6898" y="4595"/>
                    <a:pt x="6911" y="2958"/>
                  </a:cubicBezTo>
                  <a:cubicBezTo>
                    <a:pt x="6911" y="1181"/>
                    <a:pt x="5451" y="0"/>
                    <a:pt x="392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2" name="Google Shape;1382;p12"/>
            <p:cNvSpPr/>
            <p:nvPr/>
          </p:nvSpPr>
          <p:spPr>
            <a:xfrm>
              <a:off x="7881412" y="3606145"/>
              <a:ext cx="542589" cy="633238"/>
            </a:xfrm>
            <a:custGeom>
              <a:rect b="b" l="l" r="r" t="t"/>
              <a:pathLst>
                <a:path extrusionOk="0" h="11610" w="9948">
                  <a:moveTo>
                    <a:pt x="825" y="0"/>
                  </a:moveTo>
                  <a:lnTo>
                    <a:pt x="0" y="11610"/>
                  </a:lnTo>
                  <a:lnTo>
                    <a:pt x="9948" y="11610"/>
                  </a:lnTo>
                  <a:lnTo>
                    <a:pt x="828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3" name="Google Shape;1383;p12"/>
            <p:cNvSpPr/>
            <p:nvPr/>
          </p:nvSpPr>
          <p:spPr>
            <a:xfrm>
              <a:off x="7790762" y="3606145"/>
              <a:ext cx="542589" cy="633238"/>
            </a:xfrm>
            <a:custGeom>
              <a:rect b="b" l="l" r="r" t="t"/>
              <a:pathLst>
                <a:path extrusionOk="0" h="11610" w="9948">
                  <a:moveTo>
                    <a:pt x="838" y="0"/>
                  </a:moveTo>
                  <a:lnTo>
                    <a:pt x="0" y="11610"/>
                  </a:lnTo>
                  <a:lnTo>
                    <a:pt x="9948" y="11610"/>
                  </a:lnTo>
                  <a:lnTo>
                    <a:pt x="91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4" name="Google Shape;1384;p12"/>
            <p:cNvSpPr/>
            <p:nvPr/>
          </p:nvSpPr>
          <p:spPr>
            <a:xfrm>
              <a:off x="7697385" y="3602054"/>
              <a:ext cx="244078" cy="266549"/>
            </a:xfrm>
            <a:custGeom>
              <a:rect b="b" l="l" r="r" t="t"/>
              <a:pathLst>
                <a:path extrusionOk="0" h="4887" w="4475">
                  <a:moveTo>
                    <a:pt x="2237" y="100"/>
                  </a:moveTo>
                  <a:cubicBezTo>
                    <a:pt x="3424" y="100"/>
                    <a:pt x="4374" y="1150"/>
                    <a:pt x="4374" y="2450"/>
                  </a:cubicBezTo>
                  <a:cubicBezTo>
                    <a:pt x="4374" y="3737"/>
                    <a:pt x="3424" y="4787"/>
                    <a:pt x="2237" y="4787"/>
                  </a:cubicBezTo>
                  <a:cubicBezTo>
                    <a:pt x="1063" y="4787"/>
                    <a:pt x="100" y="3737"/>
                    <a:pt x="100" y="2450"/>
                  </a:cubicBezTo>
                  <a:cubicBezTo>
                    <a:pt x="100" y="1150"/>
                    <a:pt x="1063" y="100"/>
                    <a:pt x="2237" y="100"/>
                  </a:cubicBezTo>
                  <a:close/>
                  <a:moveTo>
                    <a:pt x="2237" y="0"/>
                  </a:moveTo>
                  <a:cubicBezTo>
                    <a:pt x="1013" y="0"/>
                    <a:pt x="0" y="1100"/>
                    <a:pt x="0" y="2450"/>
                  </a:cubicBezTo>
                  <a:cubicBezTo>
                    <a:pt x="0" y="3787"/>
                    <a:pt x="1013" y="4887"/>
                    <a:pt x="2237" y="4887"/>
                  </a:cubicBezTo>
                  <a:cubicBezTo>
                    <a:pt x="3474" y="4887"/>
                    <a:pt x="4474" y="3787"/>
                    <a:pt x="4474" y="2450"/>
                  </a:cubicBezTo>
                  <a:cubicBezTo>
                    <a:pt x="4474" y="1100"/>
                    <a:pt x="3474" y="0"/>
                    <a:pt x="223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5" name="Google Shape;1385;p12"/>
            <p:cNvSpPr/>
            <p:nvPr/>
          </p:nvSpPr>
          <p:spPr>
            <a:xfrm>
              <a:off x="7680313" y="3602054"/>
              <a:ext cx="244078" cy="266549"/>
            </a:xfrm>
            <a:custGeom>
              <a:rect b="b" l="l" r="r" t="t"/>
              <a:pathLst>
                <a:path extrusionOk="0" h="4887" w="4475">
                  <a:moveTo>
                    <a:pt x="2238" y="100"/>
                  </a:moveTo>
                  <a:cubicBezTo>
                    <a:pt x="3425" y="100"/>
                    <a:pt x="4375" y="1150"/>
                    <a:pt x="4375" y="2450"/>
                  </a:cubicBezTo>
                  <a:cubicBezTo>
                    <a:pt x="4375" y="3737"/>
                    <a:pt x="3425" y="4787"/>
                    <a:pt x="2238" y="4787"/>
                  </a:cubicBezTo>
                  <a:cubicBezTo>
                    <a:pt x="1063" y="4787"/>
                    <a:pt x="101" y="3737"/>
                    <a:pt x="101" y="2450"/>
                  </a:cubicBezTo>
                  <a:cubicBezTo>
                    <a:pt x="101" y="1150"/>
                    <a:pt x="1063" y="100"/>
                    <a:pt x="2238" y="100"/>
                  </a:cubicBezTo>
                  <a:close/>
                  <a:moveTo>
                    <a:pt x="2238" y="0"/>
                  </a:moveTo>
                  <a:cubicBezTo>
                    <a:pt x="1013" y="0"/>
                    <a:pt x="1" y="1100"/>
                    <a:pt x="1" y="2450"/>
                  </a:cubicBezTo>
                  <a:cubicBezTo>
                    <a:pt x="1" y="3787"/>
                    <a:pt x="1013" y="4887"/>
                    <a:pt x="2238" y="4887"/>
                  </a:cubicBezTo>
                  <a:cubicBezTo>
                    <a:pt x="3475" y="4887"/>
                    <a:pt x="4475" y="3787"/>
                    <a:pt x="4475" y="2450"/>
                  </a:cubicBezTo>
                  <a:cubicBezTo>
                    <a:pt x="4475" y="1100"/>
                    <a:pt x="3475" y="0"/>
                    <a:pt x="223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6" name="Google Shape;1386;p12"/>
            <p:cNvSpPr/>
            <p:nvPr/>
          </p:nvSpPr>
          <p:spPr>
            <a:xfrm>
              <a:off x="7666023" y="3716539"/>
              <a:ext cx="444467" cy="521481"/>
            </a:xfrm>
            <a:custGeom>
              <a:rect b="b" l="l" r="r" t="t"/>
              <a:pathLst>
                <a:path extrusionOk="0" h="9561" w="8149">
                  <a:moveTo>
                    <a:pt x="625" y="1"/>
                  </a:moveTo>
                  <a:lnTo>
                    <a:pt x="1" y="9561"/>
                  </a:lnTo>
                  <a:lnTo>
                    <a:pt x="8148" y="9561"/>
                  </a:lnTo>
                  <a:lnTo>
                    <a:pt x="6899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7" name="Google Shape;1387;p12"/>
            <p:cNvSpPr/>
            <p:nvPr/>
          </p:nvSpPr>
          <p:spPr>
            <a:xfrm>
              <a:off x="7598554" y="3716539"/>
              <a:ext cx="408305" cy="521481"/>
            </a:xfrm>
            <a:custGeom>
              <a:rect b="b" l="l" r="r" t="t"/>
              <a:pathLst>
                <a:path extrusionOk="0" h="9561" w="7486">
                  <a:moveTo>
                    <a:pt x="613" y="1"/>
                  </a:moveTo>
                  <a:lnTo>
                    <a:pt x="25" y="9136"/>
                  </a:lnTo>
                  <a:cubicBezTo>
                    <a:pt x="0" y="9373"/>
                    <a:pt x="188" y="9561"/>
                    <a:pt x="413" y="9561"/>
                  </a:cubicBezTo>
                  <a:lnTo>
                    <a:pt x="7486" y="9561"/>
                  </a:lnTo>
                  <a:lnTo>
                    <a:pt x="6861" y="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8" name="Google Shape;1388;p12"/>
            <p:cNvSpPr/>
            <p:nvPr/>
          </p:nvSpPr>
          <p:spPr>
            <a:xfrm>
              <a:off x="7698749" y="3950363"/>
              <a:ext cx="205189" cy="45707"/>
            </a:xfrm>
            <a:custGeom>
              <a:rect b="b" l="l" r="r" t="t"/>
              <a:pathLst>
                <a:path extrusionOk="0" h="838" w="3762">
                  <a:moveTo>
                    <a:pt x="0" y="0"/>
                  </a:moveTo>
                  <a:lnTo>
                    <a:pt x="0" y="837"/>
                  </a:lnTo>
                  <a:lnTo>
                    <a:pt x="3762" y="837"/>
                  </a:lnTo>
                  <a:lnTo>
                    <a:pt x="3762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389" name="Google Shape;1389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461" y="1422650"/>
            <a:ext cx="2994775" cy="2986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0" name="Google Shape;1390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18900" y="229300"/>
            <a:ext cx="3408275" cy="4684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391" name="Google Shape;1391;p12"/>
          <p:cNvGrpSpPr/>
          <p:nvPr/>
        </p:nvGrpSpPr>
        <p:grpSpPr>
          <a:xfrm>
            <a:off x="4890101" y="4353487"/>
            <a:ext cx="1074924" cy="631875"/>
            <a:chOff x="7181413" y="1382775"/>
            <a:chExt cx="1074924" cy="631875"/>
          </a:xfrm>
        </p:grpSpPr>
        <p:sp>
          <p:nvSpPr>
            <p:cNvPr id="1392" name="Google Shape;1392;p12"/>
            <p:cNvSpPr/>
            <p:nvPr/>
          </p:nvSpPr>
          <p:spPr>
            <a:xfrm>
              <a:off x="7181413" y="1382775"/>
              <a:ext cx="1074924" cy="631875"/>
            </a:xfrm>
            <a:custGeom>
              <a:rect b="b" l="l" r="r" t="t"/>
              <a:pathLst>
                <a:path extrusionOk="0" h="11585" w="19708">
                  <a:moveTo>
                    <a:pt x="19191" y="112"/>
                  </a:moveTo>
                  <a:cubicBezTo>
                    <a:pt x="19419" y="112"/>
                    <a:pt x="19608" y="308"/>
                    <a:pt x="19608" y="550"/>
                  </a:cubicBezTo>
                  <a:lnTo>
                    <a:pt x="19608" y="11047"/>
                  </a:lnTo>
                  <a:cubicBezTo>
                    <a:pt x="19608" y="11297"/>
                    <a:pt x="19408" y="11485"/>
                    <a:pt x="19170" y="11485"/>
                  </a:cubicBezTo>
                  <a:lnTo>
                    <a:pt x="550" y="11485"/>
                  </a:lnTo>
                  <a:cubicBezTo>
                    <a:pt x="300" y="11485"/>
                    <a:pt x="100" y="11297"/>
                    <a:pt x="113" y="11047"/>
                  </a:cubicBezTo>
                  <a:lnTo>
                    <a:pt x="113" y="550"/>
                  </a:lnTo>
                  <a:cubicBezTo>
                    <a:pt x="113" y="308"/>
                    <a:pt x="289" y="112"/>
                    <a:pt x="528" y="112"/>
                  </a:cubicBezTo>
                  <a:cubicBezTo>
                    <a:pt x="535" y="112"/>
                    <a:pt x="543" y="112"/>
                    <a:pt x="550" y="113"/>
                  </a:cubicBezTo>
                  <a:lnTo>
                    <a:pt x="19170" y="113"/>
                  </a:lnTo>
                  <a:cubicBezTo>
                    <a:pt x="19177" y="112"/>
                    <a:pt x="19184" y="112"/>
                    <a:pt x="19191" y="112"/>
                  </a:cubicBezTo>
                  <a:close/>
                  <a:moveTo>
                    <a:pt x="550" y="0"/>
                  </a:moveTo>
                  <a:cubicBezTo>
                    <a:pt x="250" y="0"/>
                    <a:pt x="13" y="250"/>
                    <a:pt x="0" y="550"/>
                  </a:cubicBezTo>
                  <a:lnTo>
                    <a:pt x="0" y="11047"/>
                  </a:lnTo>
                  <a:cubicBezTo>
                    <a:pt x="0" y="11347"/>
                    <a:pt x="250" y="11585"/>
                    <a:pt x="550" y="11585"/>
                  </a:cubicBezTo>
                  <a:lnTo>
                    <a:pt x="19170" y="11585"/>
                  </a:lnTo>
                  <a:cubicBezTo>
                    <a:pt x="19470" y="11585"/>
                    <a:pt x="19708" y="11347"/>
                    <a:pt x="19708" y="11047"/>
                  </a:cubicBezTo>
                  <a:lnTo>
                    <a:pt x="19708" y="550"/>
                  </a:lnTo>
                  <a:cubicBezTo>
                    <a:pt x="19708" y="250"/>
                    <a:pt x="19470" y="0"/>
                    <a:pt x="1917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3" name="Google Shape;1393;p12"/>
            <p:cNvSpPr/>
            <p:nvPr/>
          </p:nvSpPr>
          <p:spPr>
            <a:xfrm>
              <a:off x="7184795" y="1844913"/>
              <a:ext cx="1068815" cy="75705"/>
            </a:xfrm>
            <a:custGeom>
              <a:rect b="b" l="l" r="r" t="t"/>
              <a:pathLst>
                <a:path extrusionOk="0" h="1388" w="19596">
                  <a:moveTo>
                    <a:pt x="1" y="0"/>
                  </a:moveTo>
                  <a:lnTo>
                    <a:pt x="1" y="1387"/>
                  </a:lnTo>
                  <a:lnTo>
                    <a:pt x="19596" y="1387"/>
                  </a:lnTo>
                  <a:lnTo>
                    <a:pt x="19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4" name="Google Shape;1394;p12"/>
            <p:cNvSpPr/>
            <p:nvPr/>
          </p:nvSpPr>
          <p:spPr>
            <a:xfrm>
              <a:off x="7254336" y="1446808"/>
              <a:ext cx="180699" cy="115957"/>
            </a:xfrm>
            <a:custGeom>
              <a:rect b="b" l="l" r="r" t="t"/>
              <a:pathLst>
                <a:path extrusionOk="0" h="2126" w="3313">
                  <a:moveTo>
                    <a:pt x="263" y="1"/>
                  </a:moveTo>
                  <a:cubicBezTo>
                    <a:pt x="125" y="1"/>
                    <a:pt x="1" y="113"/>
                    <a:pt x="1" y="263"/>
                  </a:cubicBezTo>
                  <a:lnTo>
                    <a:pt x="1" y="1875"/>
                  </a:lnTo>
                  <a:cubicBezTo>
                    <a:pt x="1" y="2013"/>
                    <a:pt x="125" y="2125"/>
                    <a:pt x="263" y="2125"/>
                  </a:cubicBezTo>
                  <a:lnTo>
                    <a:pt x="3062" y="2125"/>
                  </a:lnTo>
                  <a:cubicBezTo>
                    <a:pt x="3200" y="2125"/>
                    <a:pt x="3312" y="2013"/>
                    <a:pt x="3312" y="1875"/>
                  </a:cubicBezTo>
                  <a:lnTo>
                    <a:pt x="3312" y="263"/>
                  </a:lnTo>
                  <a:cubicBezTo>
                    <a:pt x="3312" y="113"/>
                    <a:pt x="3200" y="1"/>
                    <a:pt x="306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5" name="Google Shape;1395;p12"/>
            <p:cNvSpPr/>
            <p:nvPr/>
          </p:nvSpPr>
          <p:spPr>
            <a:xfrm>
              <a:off x="7182068" y="1778753"/>
              <a:ext cx="1074269" cy="70960"/>
            </a:xfrm>
            <a:custGeom>
              <a:rect b="b" l="l" r="r" t="t"/>
              <a:pathLst>
                <a:path extrusionOk="0" h="1301" w="19696">
                  <a:moveTo>
                    <a:pt x="1688" y="1"/>
                  </a:moveTo>
                  <a:lnTo>
                    <a:pt x="1" y="1188"/>
                  </a:lnTo>
                  <a:lnTo>
                    <a:pt x="51" y="1275"/>
                  </a:lnTo>
                  <a:lnTo>
                    <a:pt x="1688" y="126"/>
                  </a:lnTo>
                  <a:lnTo>
                    <a:pt x="3400" y="1288"/>
                  </a:lnTo>
                  <a:lnTo>
                    <a:pt x="5187" y="126"/>
                  </a:lnTo>
                  <a:lnTo>
                    <a:pt x="6637" y="1300"/>
                  </a:lnTo>
                  <a:lnTo>
                    <a:pt x="8224" y="126"/>
                  </a:lnTo>
                  <a:lnTo>
                    <a:pt x="9786" y="1300"/>
                  </a:lnTo>
                  <a:lnTo>
                    <a:pt x="11323" y="126"/>
                  </a:lnTo>
                  <a:lnTo>
                    <a:pt x="12872" y="1300"/>
                  </a:lnTo>
                  <a:lnTo>
                    <a:pt x="14622" y="126"/>
                  </a:lnTo>
                  <a:lnTo>
                    <a:pt x="16209" y="1300"/>
                  </a:lnTo>
                  <a:lnTo>
                    <a:pt x="17859" y="126"/>
                  </a:lnTo>
                  <a:lnTo>
                    <a:pt x="19646" y="1275"/>
                  </a:lnTo>
                  <a:lnTo>
                    <a:pt x="19696" y="1188"/>
                  </a:lnTo>
                  <a:lnTo>
                    <a:pt x="17859" y="1"/>
                  </a:lnTo>
                  <a:lnTo>
                    <a:pt x="16209" y="1176"/>
                  </a:lnTo>
                  <a:lnTo>
                    <a:pt x="14622" y="1"/>
                  </a:lnTo>
                  <a:lnTo>
                    <a:pt x="12872" y="1176"/>
                  </a:lnTo>
                  <a:lnTo>
                    <a:pt x="11323" y="1"/>
                  </a:lnTo>
                  <a:lnTo>
                    <a:pt x="9786" y="1176"/>
                  </a:lnTo>
                  <a:lnTo>
                    <a:pt x="8224" y="1"/>
                  </a:lnTo>
                  <a:lnTo>
                    <a:pt x="6637" y="1163"/>
                  </a:lnTo>
                  <a:lnTo>
                    <a:pt x="5200" y="1"/>
                  </a:lnTo>
                  <a:lnTo>
                    <a:pt x="3400" y="1176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6" name="Google Shape;1396;p12"/>
            <p:cNvSpPr/>
            <p:nvPr/>
          </p:nvSpPr>
          <p:spPr>
            <a:xfrm>
              <a:off x="7182068" y="1735174"/>
              <a:ext cx="1074269" cy="70251"/>
            </a:xfrm>
            <a:custGeom>
              <a:rect b="b" l="l" r="r" t="t"/>
              <a:pathLst>
                <a:path extrusionOk="0" h="1288" w="19696">
                  <a:moveTo>
                    <a:pt x="1688" y="0"/>
                  </a:moveTo>
                  <a:lnTo>
                    <a:pt x="1" y="1187"/>
                  </a:lnTo>
                  <a:lnTo>
                    <a:pt x="51" y="1262"/>
                  </a:lnTo>
                  <a:lnTo>
                    <a:pt x="1688" y="125"/>
                  </a:lnTo>
                  <a:lnTo>
                    <a:pt x="3400" y="1287"/>
                  </a:lnTo>
                  <a:lnTo>
                    <a:pt x="5187" y="125"/>
                  </a:lnTo>
                  <a:lnTo>
                    <a:pt x="6637" y="1287"/>
                  </a:lnTo>
                  <a:lnTo>
                    <a:pt x="8224" y="125"/>
                  </a:lnTo>
                  <a:lnTo>
                    <a:pt x="9786" y="1287"/>
                  </a:lnTo>
                  <a:lnTo>
                    <a:pt x="11323" y="125"/>
                  </a:lnTo>
                  <a:lnTo>
                    <a:pt x="12872" y="1287"/>
                  </a:lnTo>
                  <a:lnTo>
                    <a:pt x="14622" y="125"/>
                  </a:lnTo>
                  <a:lnTo>
                    <a:pt x="16209" y="1287"/>
                  </a:lnTo>
                  <a:lnTo>
                    <a:pt x="17859" y="113"/>
                  </a:lnTo>
                  <a:lnTo>
                    <a:pt x="19646" y="1262"/>
                  </a:lnTo>
                  <a:lnTo>
                    <a:pt x="19696" y="1187"/>
                  </a:lnTo>
                  <a:lnTo>
                    <a:pt x="17859" y="0"/>
                  </a:lnTo>
                  <a:lnTo>
                    <a:pt x="16209" y="1162"/>
                  </a:lnTo>
                  <a:lnTo>
                    <a:pt x="14622" y="0"/>
                  </a:lnTo>
                  <a:lnTo>
                    <a:pt x="12872" y="1162"/>
                  </a:lnTo>
                  <a:lnTo>
                    <a:pt x="11323" y="0"/>
                  </a:lnTo>
                  <a:lnTo>
                    <a:pt x="9786" y="1162"/>
                  </a:lnTo>
                  <a:lnTo>
                    <a:pt x="8224" y="0"/>
                  </a:lnTo>
                  <a:lnTo>
                    <a:pt x="6637" y="1162"/>
                  </a:lnTo>
                  <a:lnTo>
                    <a:pt x="5200" y="0"/>
                  </a:lnTo>
                  <a:lnTo>
                    <a:pt x="3400" y="1162"/>
                  </a:lnTo>
                  <a:lnTo>
                    <a:pt x="1688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7" name="Google Shape;1397;p12"/>
            <p:cNvSpPr/>
            <p:nvPr/>
          </p:nvSpPr>
          <p:spPr>
            <a:xfrm>
              <a:off x="7182068" y="1690831"/>
              <a:ext cx="1074269" cy="70960"/>
            </a:xfrm>
            <a:custGeom>
              <a:rect b="b" l="l" r="r" t="t"/>
              <a:pathLst>
                <a:path extrusionOk="0" h="1301" w="19696">
                  <a:moveTo>
                    <a:pt x="1688" y="1"/>
                  </a:moveTo>
                  <a:lnTo>
                    <a:pt x="1" y="1188"/>
                  </a:lnTo>
                  <a:lnTo>
                    <a:pt x="51" y="1275"/>
                  </a:lnTo>
                  <a:lnTo>
                    <a:pt x="1688" y="126"/>
                  </a:lnTo>
                  <a:lnTo>
                    <a:pt x="3400" y="1288"/>
                  </a:lnTo>
                  <a:lnTo>
                    <a:pt x="5187" y="126"/>
                  </a:lnTo>
                  <a:lnTo>
                    <a:pt x="6637" y="1300"/>
                  </a:lnTo>
                  <a:lnTo>
                    <a:pt x="8224" y="126"/>
                  </a:lnTo>
                  <a:lnTo>
                    <a:pt x="9786" y="1288"/>
                  </a:lnTo>
                  <a:lnTo>
                    <a:pt x="11323" y="126"/>
                  </a:lnTo>
                  <a:lnTo>
                    <a:pt x="12872" y="1288"/>
                  </a:lnTo>
                  <a:lnTo>
                    <a:pt x="14622" y="126"/>
                  </a:lnTo>
                  <a:lnTo>
                    <a:pt x="16209" y="1288"/>
                  </a:lnTo>
                  <a:lnTo>
                    <a:pt x="17859" y="126"/>
                  </a:lnTo>
                  <a:lnTo>
                    <a:pt x="19646" y="1275"/>
                  </a:lnTo>
                  <a:lnTo>
                    <a:pt x="19696" y="1188"/>
                  </a:lnTo>
                  <a:lnTo>
                    <a:pt x="17859" y="1"/>
                  </a:lnTo>
                  <a:lnTo>
                    <a:pt x="16209" y="1175"/>
                  </a:lnTo>
                  <a:lnTo>
                    <a:pt x="14622" y="1"/>
                  </a:lnTo>
                  <a:lnTo>
                    <a:pt x="12872" y="1175"/>
                  </a:lnTo>
                  <a:lnTo>
                    <a:pt x="11323" y="1"/>
                  </a:lnTo>
                  <a:lnTo>
                    <a:pt x="9786" y="1163"/>
                  </a:lnTo>
                  <a:lnTo>
                    <a:pt x="8224" y="1"/>
                  </a:lnTo>
                  <a:lnTo>
                    <a:pt x="6637" y="1163"/>
                  </a:lnTo>
                  <a:lnTo>
                    <a:pt x="5200" y="1"/>
                  </a:lnTo>
                  <a:lnTo>
                    <a:pt x="3400" y="1175"/>
                  </a:lnTo>
                  <a:lnTo>
                    <a:pt x="1688" y="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opping Cart Theme for Business by Slidesgo">
  <a:themeElements>
    <a:clrScheme name="Simple Light">
      <a:dk1>
        <a:srgbClr val="333333"/>
      </a:dk1>
      <a:lt1>
        <a:srgbClr val="EBEBEB"/>
      </a:lt1>
      <a:dk2>
        <a:srgbClr val="FFFFFF"/>
      </a:dk2>
      <a:lt2>
        <a:srgbClr val="FFB554"/>
      </a:lt2>
      <a:accent1>
        <a:srgbClr val="FF3070"/>
      </a:accent1>
      <a:accent2>
        <a:srgbClr val="FF8876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